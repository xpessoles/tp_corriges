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2" r:id="rId2"/>
  </p:sldMasterIdLst>
  <p:sldIdLst>
    <p:sldId id="256" r:id="rId3"/>
    <p:sldId id="266" r:id="rId4"/>
    <p:sldId id="267" r:id="rId5"/>
    <p:sldId id="278" r:id="rId6"/>
    <p:sldId id="276" r:id="rId7"/>
    <p:sldId id="268" r:id="rId8"/>
    <p:sldId id="272" r:id="rId9"/>
    <p:sldId id="274" r:id="rId10"/>
    <p:sldId id="275" r:id="rId11"/>
    <p:sldId id="273" r:id="rId12"/>
    <p:sldId id="281" r:id="rId13"/>
    <p:sldId id="282" r:id="rId14"/>
    <p:sldId id="283" r:id="rId15"/>
    <p:sldId id="280" r:id="rId16"/>
    <p:sldId id="269" r:id="rId17"/>
    <p:sldId id="277" r:id="rId18"/>
    <p:sldId id="270" r:id="rId19"/>
    <p:sldId id="258" r:id="rId20"/>
    <p:sldId id="271" r:id="rId21"/>
    <p:sldId id="257" r:id="rId22"/>
    <p:sldId id="260" r:id="rId23"/>
    <p:sldId id="259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B9B9"/>
    <a:srgbClr val="FFE5E5"/>
    <a:srgbClr val="00547F"/>
    <a:srgbClr val="DFE3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56" d="100"/>
          <a:sy n="56" d="100"/>
        </p:scale>
        <p:origin x="976" y="44"/>
      </p:cViewPr>
      <p:guideLst>
        <p:guide orient="horz" pos="2160"/>
        <p:guide pos="3840"/>
      </p:guideLst>
    </p:cSldViewPr>
  </p:slideViewPr>
  <p:notesTextViewPr>
    <p:cViewPr>
      <p:scale>
        <a:sx n="75" d="100"/>
        <a:sy n="7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viewProps" Target="viewProp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07/11/2025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84131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fr-FR" dirty="0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271463" indent="-269875">
              <a:defRPr/>
            </a:lvl1pPr>
            <a:lvl2pPr marL="449263" indent="-249238">
              <a:buClr>
                <a:schemeClr val="accent1"/>
              </a:buClr>
              <a:buSzPct val="80000"/>
              <a:defRPr/>
            </a:lvl2pPr>
            <a:lvl3pPr>
              <a:buClr>
                <a:schemeClr val="accent2"/>
              </a:buClr>
              <a:buSzPct val="80000"/>
              <a:defRPr/>
            </a:lvl3pPr>
            <a:lvl4pPr>
              <a:buClr>
                <a:schemeClr val="accent3"/>
              </a:buClr>
              <a:buSzPct val="80000"/>
              <a:defRPr/>
            </a:lvl4pPr>
            <a:lvl5pPr>
              <a:buClr>
                <a:schemeClr val="accent4"/>
              </a:buClr>
              <a:buSzPct val="80000"/>
              <a:defRPr/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07/11/2025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073859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Titre de sec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07/11/2025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32369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07/11/2025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5828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07/11/2025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457187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07/11/2025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623871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07/11/2025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242619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D7F135F6-2A09-4FDD-9ECA-096E230CA0FA}" type="datetimeFigureOut">
              <a:rPr lang="fr-FR" smtClean="0"/>
              <a:t>07/11/2025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419469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07/11/2025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195341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07/11/2025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30107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07/11/2025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0112959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DE73569-516B-4EC0-8470-D52F9A8E971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5E2A1FE-5C39-422E-B7FB-FFBDEF2B11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9B936AC-576F-4D03-AD14-588A31865C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AB5A56-9FCC-43E3-B6ED-50DB8CA1C8D6}" type="datetimeFigureOut">
              <a:rPr lang="fr-FR" smtClean="0"/>
              <a:t>07/11/2025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240A60C-F167-4E3F-B5DB-641FB4DB2B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122A1A3-3D45-41CB-B52E-A1E97078E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65F40-89E7-4E2E-90D6-EC01CED7E52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8793961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19B12BF-2D5C-4002-B084-CF59C559D4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4A53B45-03E7-4D5C-AD51-964AFAED5F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A5F8468-3DA4-4343-9C8F-57DE6B0152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AB5A56-9FCC-43E3-B6ED-50DB8CA1C8D6}" type="datetimeFigureOut">
              <a:rPr lang="fr-FR" smtClean="0"/>
              <a:t>07/11/2025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1172A17-E3E6-424C-B65B-2460327DFC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7B445AC-CD6A-4E2F-A815-69B93A0DB4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65F40-89E7-4E2E-90D6-EC01CED7E52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4265533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8E44B75-2A13-4FD4-A453-2A0C4AD780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E96EABA-71E8-4CE5-9372-92A84D4790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2DACB92-F010-455D-8F97-499642C148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AB5A56-9FCC-43E3-B6ED-50DB8CA1C8D6}" type="datetimeFigureOut">
              <a:rPr lang="fr-FR" smtClean="0"/>
              <a:t>07/11/2025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715E467-075D-4BE7-B47E-CDB91EAA26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B4720BD-7A8A-478E-97F7-DFB9D79B94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65F40-89E7-4E2E-90D6-EC01CED7E52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6633659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682D046-0E83-4782-A190-EB72D26F3E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4A62D3E-CD98-4932-BA96-A773885AF5D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8831CAD-B4A2-4B03-BB79-A8597055C7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447509C-7D57-4C5B-B54F-539D2A62E3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AB5A56-9FCC-43E3-B6ED-50DB8CA1C8D6}" type="datetimeFigureOut">
              <a:rPr lang="fr-FR" smtClean="0"/>
              <a:t>07/11/2025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C22C05F-8824-4884-AB01-A7AB73EB4F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5044B68-5CF5-4CF5-BD0C-2238578DE4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65F40-89E7-4E2E-90D6-EC01CED7E52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3335641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8517DAA-8D22-4EC3-8B8C-8AA2C14ADC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A27D2B6-1CAA-4B3F-914B-1A631162E5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C31FE7E-5839-45A9-85EB-FFDF445293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64BFE7C6-A7CC-4DE1-85A1-3618292F55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2565B755-3E2C-4F90-A6FD-435DB56E3E4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5A61BD2B-E017-4B6D-B29F-190B3E5965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AB5A56-9FCC-43E3-B6ED-50DB8CA1C8D6}" type="datetimeFigureOut">
              <a:rPr lang="fr-FR" smtClean="0"/>
              <a:t>07/11/2025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739EA72F-0FAF-4486-BEE0-9C05CB27BB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E1F8C2C1-1D9D-4943-8A47-4E5D469AA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65F40-89E7-4E2E-90D6-EC01CED7E52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0567439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D57B75B-B9A1-4386-A01A-69DDC8398B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62074F11-7F18-405D-9F3B-42CBF625C7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AB5A56-9FCC-43E3-B6ED-50DB8CA1C8D6}" type="datetimeFigureOut">
              <a:rPr lang="fr-FR" smtClean="0"/>
              <a:t>07/11/2025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E3D3FC9B-DA3D-40A6-B18C-588B40DB07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B25D15D-5734-479F-9F38-2ACAE8AF5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65F40-89E7-4E2E-90D6-EC01CED7E52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6726510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311B88A1-9AD1-4985-9FF5-AAADAE8981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AB5A56-9FCC-43E3-B6ED-50DB8CA1C8D6}" type="datetimeFigureOut">
              <a:rPr lang="fr-FR" smtClean="0"/>
              <a:t>07/11/2025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3F711007-6A21-4BBF-9F87-4A4FF4FB41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9EC0798-271D-4A0D-B6E7-AC4DB777B9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65F40-89E7-4E2E-90D6-EC01CED7E52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0915619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E795BEF-CDCE-4774-8948-392D72D38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03DA8C6-B7F8-4BE2-A765-AEEF800782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514514E5-D602-4D89-B0A6-23B26D0FCE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442070B-5AEC-4CA8-A9D9-540360D43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AB5A56-9FCC-43E3-B6ED-50DB8CA1C8D6}" type="datetimeFigureOut">
              <a:rPr lang="fr-FR" smtClean="0"/>
              <a:t>07/11/2025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18A0BAE-7CEE-467A-9CE3-03C9C0DF2A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CCE42A7-850B-4772-8C56-FD8F7BDF4B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65F40-89E7-4E2E-90D6-EC01CED7E52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0468200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78923F8-2D8F-4552-845E-6DD1AA94FA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C180A58E-70AB-470A-B27E-DF92009EF00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56F1150-94EC-4A5F-9F6D-C834129E97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808D03C0-F8DE-4D7D-A070-A647B1DC6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AB5A56-9FCC-43E3-B6ED-50DB8CA1C8D6}" type="datetimeFigureOut">
              <a:rPr lang="fr-FR" smtClean="0"/>
              <a:t>07/11/2025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AD124A8-5304-49C4-99CA-BFCB2FF530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B523C9E-2640-48C5-BB39-155623F932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65F40-89E7-4E2E-90D6-EC01CED7E52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2197805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C39104E-FC85-4182-B805-DC5F875924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6A1D346-0DD3-4185-8E49-4F87277CE3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E937313-C278-4224-84FE-F95F325A04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AB5A56-9FCC-43E3-B6ED-50DB8CA1C8D6}" type="datetimeFigureOut">
              <a:rPr lang="fr-FR" smtClean="0"/>
              <a:t>07/11/2025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49D1D68-D64C-4AE3-B528-665D6FD55B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ABC9375-447E-469C-AADA-AF7E4BC3E9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65F40-89E7-4E2E-90D6-EC01CED7E52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49262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2176B758-B88C-49D3-9625-7B9716D1CBD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585CE6B7-CB42-44DB-B984-9B19769233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9835123-473F-438C-85BB-93EAD321C7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AB5A56-9FCC-43E3-B6ED-50DB8CA1C8D6}" type="datetimeFigureOut">
              <a:rPr lang="fr-FR" smtClean="0"/>
              <a:t>07/11/2025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74172DA-1654-4CD8-9342-4B34065EC5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C1CD69D-C2F5-4E55-B631-2477FEFB3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65F40-89E7-4E2E-90D6-EC01CED7E52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617774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0" y="2"/>
            <a:ext cx="12192000" cy="88279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795" y="981887"/>
            <a:ext cx="11956410" cy="5253339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845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D7F135F6-2A09-4FDD-9ECA-096E230CA0FA}" type="datetimeFigureOut">
              <a:rPr lang="fr-FR" smtClean="0"/>
              <a:t>07/11/2025</a:t>
            </a:fld>
            <a:endParaRPr lang="fr-F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84474" y="6459785"/>
            <a:ext cx="662622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60429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B7A6A38F-5C8E-497F-8761-3C4E0EEEA33A}" type="slidenum">
              <a:rPr lang="fr-FR" smtClean="0"/>
              <a:t>‹N°›</a:t>
            </a:fld>
            <a:endParaRPr lang="fr-FR" dirty="0"/>
          </a:p>
        </p:txBody>
      </p:sp>
      <p:cxnSp>
        <p:nvCxnSpPr>
          <p:cNvPr id="10" name="Straight Connector 9"/>
          <p:cNvCxnSpPr>
            <a:cxnSpLocks/>
          </p:cNvCxnSpPr>
          <p:nvPr/>
        </p:nvCxnSpPr>
        <p:spPr>
          <a:xfrm>
            <a:off x="117795" y="891152"/>
            <a:ext cx="11956410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451999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4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271463" indent="-271463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tx2"/>
        </a:buClr>
        <a:buSzPct val="80000"/>
        <a:buFont typeface="Wingdings" panose="05000000000000000000" pitchFamily="2" charset="2"/>
        <a:buChar char="q"/>
        <a:defRPr lang="fr-FR" sz="28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449263" indent="-249238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Wingdings" panose="05000000000000000000" pitchFamily="2" charset="2"/>
        <a:buChar char="q"/>
        <a:defRPr lang="fr-FR" sz="24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627063" indent="-242888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SzPct val="80000"/>
        <a:buFont typeface="Wingdings" panose="05000000000000000000" pitchFamily="2" charset="2"/>
        <a:buChar char="q"/>
        <a:defRPr lang="fr-FR" sz="18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804863" indent="-238125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SzPct val="80000"/>
        <a:buFont typeface="Wingdings" panose="05000000000000000000" pitchFamily="2" charset="2"/>
        <a:buChar char="q"/>
        <a:defRPr lang="fr-FR" sz="18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82663" indent="-233363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4"/>
        </a:buClr>
        <a:buSzPct val="80000"/>
        <a:buFont typeface="Wingdings" panose="05000000000000000000" pitchFamily="2" charset="2"/>
        <a:buChar char="q"/>
        <a:defRPr lang="en-US" sz="1800" kern="1200" dirty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2BE6F96B-C676-41C8-8018-A596FC01EA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E432F70-E4CC-4380-B78D-095630393F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6D7E8A6-157C-44DE-B35E-B40A28CB571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AB5A56-9FCC-43E3-B6ED-50DB8CA1C8D6}" type="datetimeFigureOut">
              <a:rPr lang="fr-FR" smtClean="0"/>
              <a:t>07/11/2025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C409527-5C95-4A02-9F00-EBFDC9C34C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E4B6C06-02F9-4521-ABF9-996E89395E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765F40-89E7-4E2E-90D6-EC01CED7E52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016990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32.png"/><Relationship Id="rId18" Type="http://schemas.openxmlformats.org/officeDocument/2006/relationships/image" Target="../media/image37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9.png"/><Relationship Id="rId17" Type="http://schemas.openxmlformats.org/officeDocument/2006/relationships/image" Target="../media/image13.png"/><Relationship Id="rId2" Type="http://schemas.openxmlformats.org/officeDocument/2006/relationships/image" Target="../media/image2.png"/><Relationship Id="rId16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8.png"/><Relationship Id="rId5" Type="http://schemas.openxmlformats.org/officeDocument/2006/relationships/image" Target="../media/image5.png"/><Relationship Id="rId15" Type="http://schemas.openxmlformats.org/officeDocument/2006/relationships/image" Target="../media/image11.png"/><Relationship Id="rId10" Type="http://schemas.openxmlformats.org/officeDocument/2006/relationships/image" Target="../media/image29.png"/><Relationship Id="rId19" Type="http://schemas.openxmlformats.org/officeDocument/2006/relationships/image" Target="../media/image38.png"/><Relationship Id="rId4" Type="http://schemas.openxmlformats.org/officeDocument/2006/relationships/image" Target="../media/image4.png"/><Relationship Id="rId9" Type="http://schemas.openxmlformats.org/officeDocument/2006/relationships/image" Target="../media/image90.png"/><Relationship Id="rId1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13" Type="http://schemas.openxmlformats.org/officeDocument/2006/relationships/image" Target="../media/image42.png"/><Relationship Id="rId3" Type="http://schemas.openxmlformats.org/officeDocument/2006/relationships/image" Target="../media/image281.png"/><Relationship Id="rId7" Type="http://schemas.openxmlformats.org/officeDocument/2006/relationships/image" Target="../media/image34.png"/><Relationship Id="rId12" Type="http://schemas.openxmlformats.org/officeDocument/2006/relationships/image" Target="../media/image41.png"/><Relationship Id="rId17" Type="http://schemas.openxmlformats.org/officeDocument/2006/relationships/image" Target="../media/image14.png"/><Relationship Id="rId2" Type="http://schemas.openxmlformats.org/officeDocument/2006/relationships/image" Target="../media/image28.png"/><Relationship Id="rId16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11" Type="http://schemas.openxmlformats.org/officeDocument/2006/relationships/image" Target="../media/image40.png"/><Relationship Id="rId5" Type="http://schemas.openxmlformats.org/officeDocument/2006/relationships/image" Target="../media/image31.png"/><Relationship Id="rId15" Type="http://schemas.openxmlformats.org/officeDocument/2006/relationships/image" Target="../media/image44.png"/><Relationship Id="rId10" Type="http://schemas.openxmlformats.org/officeDocument/2006/relationships/image" Target="../media/image39.png"/><Relationship Id="rId4" Type="http://schemas.openxmlformats.org/officeDocument/2006/relationships/image" Target="../media/image30.png"/><Relationship Id="rId9" Type="http://schemas.openxmlformats.org/officeDocument/2006/relationships/image" Target="../media/image36.png"/><Relationship Id="rId14" Type="http://schemas.openxmlformats.org/officeDocument/2006/relationships/image" Target="../media/image4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16.png"/><Relationship Id="rId3" Type="http://schemas.openxmlformats.org/officeDocument/2006/relationships/image" Target="NULL"/><Relationship Id="rId7" Type="http://schemas.openxmlformats.org/officeDocument/2006/relationships/image" Target="NULL"/><Relationship Id="rId12" Type="http://schemas.openxmlformats.org/officeDocument/2006/relationships/image" Target="NULL"/><Relationship Id="rId2" Type="http://schemas.openxmlformats.org/officeDocument/2006/relationships/image" Target="../media/image141.png"/><Relationship Id="rId16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11" Type="http://schemas.openxmlformats.org/officeDocument/2006/relationships/image" Target="NULL"/><Relationship Id="rId5" Type="http://schemas.openxmlformats.org/officeDocument/2006/relationships/image" Target="NULL"/><Relationship Id="rId15" Type="http://schemas.openxmlformats.org/officeDocument/2006/relationships/image" Target="../media/image18.png"/><Relationship Id="rId10" Type="http://schemas.openxmlformats.org/officeDocument/2006/relationships/image" Target="NULL"/><Relationship Id="rId4" Type="http://schemas.openxmlformats.org/officeDocument/2006/relationships/image" Target="NULL"/><Relationship Id="rId9" Type="http://schemas.openxmlformats.org/officeDocument/2006/relationships/image" Target="NULL"/><Relationship Id="rId1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0.png"/><Relationship Id="rId13" Type="http://schemas.openxmlformats.org/officeDocument/2006/relationships/image" Target="../media/image27.png"/><Relationship Id="rId3" Type="http://schemas.openxmlformats.org/officeDocument/2006/relationships/image" Target="../media/image190.png"/><Relationship Id="rId7" Type="http://schemas.openxmlformats.org/officeDocument/2006/relationships/image" Target="../media/image220.png"/><Relationship Id="rId12" Type="http://schemas.openxmlformats.org/officeDocument/2006/relationships/image" Target="../media/image260.png"/><Relationship Id="rId2" Type="http://schemas.openxmlformats.org/officeDocument/2006/relationships/image" Target="../media/image140.png"/><Relationship Id="rId16" Type="http://schemas.openxmlformats.org/officeDocument/2006/relationships/image" Target="../media/image170.png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11" Type="http://schemas.openxmlformats.org/officeDocument/2006/relationships/image" Target="../media/image250.png"/><Relationship Id="rId5" Type="http://schemas.openxmlformats.org/officeDocument/2006/relationships/image" Target="../media/image210.png"/><Relationship Id="rId15" Type="http://schemas.openxmlformats.org/officeDocument/2006/relationships/image" Target="../media/image160.png"/><Relationship Id="rId10" Type="http://schemas.openxmlformats.org/officeDocument/2006/relationships/image" Target="../media/image240.png"/><Relationship Id="rId4" Type="http://schemas.openxmlformats.org/officeDocument/2006/relationships/image" Target="../media/image200.png"/><Relationship Id="rId9" Type="http://schemas.openxmlformats.org/officeDocument/2006/relationships/image" Target="NULL"/><Relationship Id="rId14" Type="http://schemas.openxmlformats.org/officeDocument/2006/relationships/image" Target="../media/image150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13" Type="http://schemas.openxmlformats.org/officeDocument/2006/relationships/image" Target="../media/image43.png"/><Relationship Id="rId3" Type="http://schemas.openxmlformats.org/officeDocument/2006/relationships/image" Target="../media/image30.png"/><Relationship Id="rId7" Type="http://schemas.openxmlformats.org/officeDocument/2006/relationships/image" Target="../media/image35.png"/><Relationship Id="rId12" Type="http://schemas.openxmlformats.org/officeDocument/2006/relationships/image" Target="../media/image42.png"/><Relationship Id="rId2" Type="http://schemas.openxmlformats.org/officeDocument/2006/relationships/image" Target="../media/image28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11" Type="http://schemas.openxmlformats.org/officeDocument/2006/relationships/image" Target="../media/image41.png"/><Relationship Id="rId5" Type="http://schemas.openxmlformats.org/officeDocument/2006/relationships/image" Target="../media/image33.png"/><Relationship Id="rId15" Type="http://schemas.openxmlformats.org/officeDocument/2006/relationships/image" Target="../media/image45.png"/><Relationship Id="rId10" Type="http://schemas.openxmlformats.org/officeDocument/2006/relationships/image" Target="../media/image40.png"/><Relationship Id="rId4" Type="http://schemas.openxmlformats.org/officeDocument/2006/relationships/image" Target="../media/image31.png"/><Relationship Id="rId9" Type="http://schemas.openxmlformats.org/officeDocument/2006/relationships/image" Target="../media/image39.png"/><Relationship Id="rId14" Type="http://schemas.openxmlformats.org/officeDocument/2006/relationships/image" Target="../media/image44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12" Type="http://schemas.openxmlformats.org/officeDocument/2006/relationships/image" Target="NULL"/><Relationship Id="rId2" Type="http://schemas.openxmlformats.org/officeDocument/2006/relationships/image" Target="NULL"/><Relationship Id="rId1" Type="http://schemas.openxmlformats.org/officeDocument/2006/relationships/slideLayout" Target="../slideLayouts/slideLayout12.xml"/><Relationship Id="rId6" Type="http://schemas.openxmlformats.org/officeDocument/2006/relationships/image" Target="NULL"/><Relationship Id="rId11" Type="http://schemas.openxmlformats.org/officeDocument/2006/relationships/image" Target="NULL"/><Relationship Id="rId15" Type="http://schemas.openxmlformats.org/officeDocument/2006/relationships/image" Target="NULL"/><Relationship Id="rId9" Type="http://schemas.openxmlformats.org/officeDocument/2006/relationships/image" Target="NUL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0.png"/><Relationship Id="rId13" Type="http://schemas.openxmlformats.org/officeDocument/2006/relationships/image" Target="../media/image420.png"/><Relationship Id="rId18" Type="http://schemas.openxmlformats.org/officeDocument/2006/relationships/image" Target="../media/image49.png"/><Relationship Id="rId3" Type="http://schemas.openxmlformats.org/officeDocument/2006/relationships/image" Target="../media/image280.png"/><Relationship Id="rId7" Type="http://schemas.openxmlformats.org/officeDocument/2006/relationships/image" Target="../media/image340.png"/><Relationship Id="rId12" Type="http://schemas.openxmlformats.org/officeDocument/2006/relationships/image" Target="../media/image410.png"/><Relationship Id="rId17" Type="http://schemas.openxmlformats.org/officeDocument/2006/relationships/image" Target="../media/image48.png"/><Relationship Id="rId2" Type="http://schemas.openxmlformats.org/officeDocument/2006/relationships/image" Target="../media/image180.png"/><Relationship Id="rId16" Type="http://schemas.openxmlformats.org/officeDocument/2006/relationships/image" Target="../media/image47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330.png"/><Relationship Id="rId11" Type="http://schemas.openxmlformats.org/officeDocument/2006/relationships/image" Target="../media/image400.png"/><Relationship Id="rId5" Type="http://schemas.openxmlformats.org/officeDocument/2006/relationships/image" Target="../media/image310.png"/><Relationship Id="rId15" Type="http://schemas.openxmlformats.org/officeDocument/2006/relationships/image" Target="../media/image46.png"/><Relationship Id="rId10" Type="http://schemas.openxmlformats.org/officeDocument/2006/relationships/image" Target="../media/image390.png"/><Relationship Id="rId4" Type="http://schemas.openxmlformats.org/officeDocument/2006/relationships/image" Target="../media/image300.png"/><Relationship Id="rId9" Type="http://schemas.openxmlformats.org/officeDocument/2006/relationships/image" Target="../media/image360.png"/><Relationship Id="rId14" Type="http://schemas.openxmlformats.org/officeDocument/2006/relationships/image" Target="../media/image430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13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12" Type="http://schemas.openxmlformats.org/officeDocument/2006/relationships/image" Target="NULL"/><Relationship Id="rId2" Type="http://schemas.openxmlformats.org/officeDocument/2006/relationships/image" Target="../media/image450.png"/><Relationship Id="rId1" Type="http://schemas.openxmlformats.org/officeDocument/2006/relationships/slideLayout" Target="../slideLayouts/slideLayout13.xml"/><Relationship Id="rId6" Type="http://schemas.openxmlformats.org/officeDocument/2006/relationships/image" Target="NULL"/><Relationship Id="rId11" Type="http://schemas.openxmlformats.org/officeDocument/2006/relationships/image" Target="NULL"/><Relationship Id="rId5" Type="http://schemas.openxmlformats.org/officeDocument/2006/relationships/image" Target="NULL"/><Relationship Id="rId10" Type="http://schemas.openxmlformats.org/officeDocument/2006/relationships/image" Target="NULL"/><Relationship Id="rId4" Type="http://schemas.openxmlformats.org/officeDocument/2006/relationships/image" Target="NULL"/><Relationship Id="rId9" Type="http://schemas.openxmlformats.org/officeDocument/2006/relationships/image" Target="NULL"/><Relationship Id="rId14" Type="http://schemas.openxmlformats.org/officeDocument/2006/relationships/image" Target="NUL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13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12" Type="http://schemas.openxmlformats.org/officeDocument/2006/relationships/image" Target="NULL"/><Relationship Id="rId2" Type="http://schemas.openxmlformats.org/officeDocument/2006/relationships/image" Target="NULL"/><Relationship Id="rId1" Type="http://schemas.openxmlformats.org/officeDocument/2006/relationships/slideLayout" Target="../slideLayouts/slideLayout13.xml"/><Relationship Id="rId6" Type="http://schemas.openxmlformats.org/officeDocument/2006/relationships/image" Target="NULL"/><Relationship Id="rId11" Type="http://schemas.openxmlformats.org/officeDocument/2006/relationships/image" Target="NULL"/><Relationship Id="rId5" Type="http://schemas.openxmlformats.org/officeDocument/2006/relationships/image" Target="NULL"/><Relationship Id="rId10" Type="http://schemas.openxmlformats.org/officeDocument/2006/relationships/image" Target="NULL"/><Relationship Id="rId4" Type="http://schemas.openxmlformats.org/officeDocument/2006/relationships/image" Target="NULL"/><Relationship Id="rId9" Type="http://schemas.openxmlformats.org/officeDocument/2006/relationships/image" Target="NUL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12" Type="http://schemas.openxmlformats.org/officeDocument/2006/relationships/image" Target="NULL"/><Relationship Id="rId2" Type="http://schemas.openxmlformats.org/officeDocument/2006/relationships/image" Target="NULL"/><Relationship Id="rId1" Type="http://schemas.openxmlformats.org/officeDocument/2006/relationships/slideLayout" Target="../slideLayouts/slideLayout13.xml"/><Relationship Id="rId6" Type="http://schemas.openxmlformats.org/officeDocument/2006/relationships/image" Target="NULL"/><Relationship Id="rId11" Type="http://schemas.openxmlformats.org/officeDocument/2006/relationships/image" Target="NULL"/><Relationship Id="rId5" Type="http://schemas.openxmlformats.org/officeDocument/2006/relationships/image" Target="NULL"/><Relationship Id="rId10" Type="http://schemas.openxmlformats.org/officeDocument/2006/relationships/image" Target="NULL"/><Relationship Id="rId4" Type="http://schemas.openxmlformats.org/officeDocument/2006/relationships/image" Target="NULL"/><Relationship Id="rId9" Type="http://schemas.openxmlformats.org/officeDocument/2006/relationships/image" Target="NUL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A169B8C-C613-5194-0894-54831B3305C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fr-FR" sz="6600" dirty="0"/>
              <a:t>Barrière </a:t>
            </a:r>
            <a:r>
              <a:rPr lang="fr-FR" sz="6600" dirty="0" err="1"/>
              <a:t>Sympact</a:t>
            </a:r>
            <a:endParaRPr lang="fr-FR" sz="6600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2914DB3-05EE-DC10-8133-D85DE6A654F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dirty="0"/>
              <a:t>Éléments de corrigés des </a:t>
            </a:r>
            <a:r>
              <a:rPr lang="fr-FR" dirty="0" err="1"/>
              <a:t>tp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2898434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B794E1E6-E0CB-0314-482E-A48AE59E08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02</a:t>
            </a:r>
            <a:br>
              <a:rPr lang="fr-FR" dirty="0"/>
            </a:br>
            <a:r>
              <a:rPr lang="fr-FR" dirty="0"/>
              <a:t>Chaîne fonctionnelle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31164354-1A91-E980-2D9B-9062246D64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84944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E5C1CAA4-BEC8-E034-06F5-82D8ED3BFB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Chaine fonctionnelle du Moteur à courant continu</a:t>
            </a:r>
          </a:p>
        </p:txBody>
      </p:sp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F7822C3A-6752-03D9-8DF8-C9BF49763BD8}"/>
              </a:ext>
            </a:extLst>
          </p:cNvPr>
          <p:cNvSpPr/>
          <p:nvPr/>
        </p:nvSpPr>
        <p:spPr>
          <a:xfrm>
            <a:off x="1056905" y="1330378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04F7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04F77"/>
                </a:solidFill>
                <a:latin typeface="Arial Nova" panose="020B0504020202020204" pitchFamily="34" charset="0"/>
              </a:rPr>
              <a:t>Acquérir</a:t>
            </a: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FEC70D79-FF53-E1E6-8F5D-7DB4552BDEB8}"/>
              </a:ext>
            </a:extLst>
          </p:cNvPr>
          <p:cNvSpPr/>
          <p:nvPr/>
        </p:nvSpPr>
        <p:spPr>
          <a:xfrm>
            <a:off x="1056905" y="2105523"/>
            <a:ext cx="1440000" cy="496283"/>
          </a:xfrm>
          <a:prstGeom prst="roundRect">
            <a:avLst>
              <a:gd name="adj" fmla="val 11914"/>
            </a:avLst>
          </a:prstGeom>
          <a:solidFill>
            <a:srgbClr val="DFE3EB"/>
          </a:solidFill>
          <a:ln w="19050">
            <a:solidFill>
              <a:srgbClr val="DFE3E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800" dirty="0">
                <a:solidFill>
                  <a:srgbClr val="004F77"/>
                </a:solidFill>
                <a:latin typeface="Arial Nova" panose="020B0504020202020204" pitchFamily="34" charset="0"/>
              </a:rPr>
              <a:t>Potentiomètre rotatif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492C39D7-C7C7-3458-7E55-FC4FCBD955B0}"/>
              </a:ext>
            </a:extLst>
          </p:cNvPr>
          <p:cNvSpPr/>
          <p:nvPr/>
        </p:nvSpPr>
        <p:spPr>
          <a:xfrm>
            <a:off x="3229319" y="1328842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04F7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C7391"/>
                </a:solidFill>
                <a:latin typeface="Arial Nova" panose="020B0504020202020204" pitchFamily="34" charset="0"/>
              </a:rPr>
              <a:t>Traiter</a:t>
            </a:r>
          </a:p>
        </p:txBody>
      </p: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5E73C37F-4A2D-AB41-B3A3-7332F9A357A2}"/>
              </a:ext>
            </a:extLst>
          </p:cNvPr>
          <p:cNvSpPr/>
          <p:nvPr/>
        </p:nvSpPr>
        <p:spPr>
          <a:xfrm>
            <a:off x="3218894" y="2121703"/>
            <a:ext cx="1440000" cy="540000"/>
          </a:xfrm>
          <a:prstGeom prst="roundRect">
            <a:avLst>
              <a:gd name="adj" fmla="val 11914"/>
            </a:avLst>
          </a:prstGeom>
          <a:solidFill>
            <a:srgbClr val="E4EBF0"/>
          </a:solidFill>
          <a:ln w="19050">
            <a:solidFill>
              <a:srgbClr val="E4EB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000" dirty="0">
              <a:solidFill>
                <a:srgbClr val="0C7391"/>
              </a:solidFill>
              <a:latin typeface="Arial Nova" panose="020B0504020202020204" pitchFamily="34" charset="0"/>
            </a:endParaRPr>
          </a:p>
        </p:txBody>
      </p:sp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8BE8DB55-CD2C-9609-869B-BFB5FBA5A6D3}"/>
              </a:ext>
            </a:extLst>
          </p:cNvPr>
          <p:cNvSpPr/>
          <p:nvPr/>
        </p:nvSpPr>
        <p:spPr>
          <a:xfrm>
            <a:off x="5389319" y="1306501"/>
            <a:ext cx="1440000" cy="576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8A55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8A559"/>
                </a:solidFill>
                <a:latin typeface="Arial Nova" panose="020B0504020202020204" pitchFamily="34" charset="0"/>
              </a:rPr>
              <a:t>Communiquer</a:t>
            </a:r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E7C50B13-9945-267C-9C0F-3901C1922B55}"/>
              </a:ext>
            </a:extLst>
          </p:cNvPr>
          <p:cNvSpPr/>
          <p:nvPr/>
        </p:nvSpPr>
        <p:spPr>
          <a:xfrm>
            <a:off x="5389319" y="2100470"/>
            <a:ext cx="1406281" cy="534390"/>
          </a:xfrm>
          <a:prstGeom prst="roundRect">
            <a:avLst>
              <a:gd name="adj" fmla="val 11914"/>
            </a:avLst>
          </a:prstGeom>
          <a:solidFill>
            <a:srgbClr val="E8F3E8"/>
          </a:solidFill>
          <a:ln w="19050">
            <a:solidFill>
              <a:srgbClr val="E8F3E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200" dirty="0">
              <a:solidFill>
                <a:srgbClr val="08A559"/>
              </a:solidFill>
              <a:latin typeface="Arial Nova" panose="020B0504020202020204" pitchFamily="34" charset="0"/>
            </a:endParaRPr>
          </a:p>
        </p:txBody>
      </p:sp>
      <p:sp>
        <p:nvSpPr>
          <p:cNvPr id="12" name="Rectangle : coins arrondis 11">
            <a:extLst>
              <a:ext uri="{FF2B5EF4-FFF2-40B4-BE49-F238E27FC236}">
                <a16:creationId xmlns:a16="http://schemas.microsoft.com/office/drawing/2014/main" id="{8CFBB7BE-C306-859A-CF41-F04DD9BC455C}"/>
              </a:ext>
            </a:extLst>
          </p:cNvPr>
          <p:cNvSpPr/>
          <p:nvPr/>
        </p:nvSpPr>
        <p:spPr>
          <a:xfrm>
            <a:off x="1056905" y="3323232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FDAD5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FDAD57"/>
                </a:solidFill>
                <a:latin typeface="Arial Nova" panose="020B0504020202020204" pitchFamily="34" charset="0"/>
              </a:rPr>
              <a:t>Alimenter</a:t>
            </a:r>
          </a:p>
        </p:txBody>
      </p:sp>
      <p:sp>
        <p:nvSpPr>
          <p:cNvPr id="13" name="Rectangle : coins arrondis 12">
            <a:extLst>
              <a:ext uri="{FF2B5EF4-FFF2-40B4-BE49-F238E27FC236}">
                <a16:creationId xmlns:a16="http://schemas.microsoft.com/office/drawing/2014/main" id="{D364B3FD-91A8-1B5F-5FD3-55E164E3B9AE}"/>
              </a:ext>
            </a:extLst>
          </p:cNvPr>
          <p:cNvSpPr/>
          <p:nvPr/>
        </p:nvSpPr>
        <p:spPr>
          <a:xfrm>
            <a:off x="1056905" y="4017987"/>
            <a:ext cx="1440000" cy="540000"/>
          </a:xfrm>
          <a:prstGeom prst="roundRect">
            <a:avLst>
              <a:gd name="adj" fmla="val 11914"/>
            </a:avLst>
          </a:prstGeom>
          <a:solidFill>
            <a:srgbClr val="FEE6CC"/>
          </a:solidFill>
          <a:ln w="19050">
            <a:solidFill>
              <a:srgbClr val="FEE6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dirty="0">
                <a:solidFill>
                  <a:srgbClr val="FDAD57"/>
                </a:solidFill>
                <a:latin typeface="Arial Nova" panose="020B0504020202020204" pitchFamily="34" charset="0"/>
              </a:rPr>
              <a:t>Transformateur</a:t>
            </a:r>
          </a:p>
          <a:p>
            <a:pPr algn="ctr"/>
            <a:r>
              <a:rPr lang="fr-FR" sz="1050" dirty="0">
                <a:solidFill>
                  <a:srgbClr val="FDAD57"/>
                </a:solidFill>
                <a:latin typeface="Arial Nova" panose="020B0504020202020204" pitchFamily="34" charset="0"/>
              </a:rPr>
              <a:t>(Redresseur, Filtre, convertisseur)</a:t>
            </a:r>
          </a:p>
        </p:txBody>
      </p:sp>
      <p:sp>
        <p:nvSpPr>
          <p:cNvPr id="14" name="Rectangle : coins arrondis 13">
            <a:extLst>
              <a:ext uri="{FF2B5EF4-FFF2-40B4-BE49-F238E27FC236}">
                <a16:creationId xmlns:a16="http://schemas.microsoft.com/office/drawing/2014/main" id="{96A2B729-7EE6-8CA6-72B2-5A16AA5A785A}"/>
              </a:ext>
            </a:extLst>
          </p:cNvPr>
          <p:cNvSpPr/>
          <p:nvPr/>
        </p:nvSpPr>
        <p:spPr>
          <a:xfrm>
            <a:off x="3218894" y="3318469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C739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C7391"/>
                </a:solidFill>
                <a:latin typeface="Arial Nova" panose="020B0504020202020204" pitchFamily="34" charset="0"/>
              </a:rPr>
              <a:t>Distribuer</a:t>
            </a:r>
          </a:p>
        </p:txBody>
      </p: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3841B1B6-C546-170C-78BF-906D65F5DAA8}"/>
              </a:ext>
            </a:extLst>
          </p:cNvPr>
          <p:cNvSpPr/>
          <p:nvPr/>
        </p:nvSpPr>
        <p:spPr>
          <a:xfrm>
            <a:off x="3229319" y="4003689"/>
            <a:ext cx="1440000" cy="572255"/>
          </a:xfrm>
          <a:prstGeom prst="roundRect">
            <a:avLst>
              <a:gd name="adj" fmla="val 11914"/>
            </a:avLst>
          </a:prstGeom>
          <a:solidFill>
            <a:srgbClr val="9EC7D3"/>
          </a:solidFill>
          <a:ln w="19050">
            <a:solidFill>
              <a:srgbClr val="9EC7D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rgbClr val="0C7391"/>
                </a:solidFill>
                <a:latin typeface="Arial Nova" panose="020B0504020202020204" pitchFamily="34" charset="0"/>
              </a:rPr>
              <a:t>Variateur</a:t>
            </a:r>
            <a:endParaRPr lang="fr-FR" dirty="0">
              <a:solidFill>
                <a:srgbClr val="0C7391"/>
              </a:solidFill>
              <a:latin typeface="Arial Nova" panose="020B0504020202020204" pitchFamily="34" charset="0"/>
            </a:endParaRPr>
          </a:p>
        </p:txBody>
      </p:sp>
      <p:sp>
        <p:nvSpPr>
          <p:cNvPr id="16" name="Rectangle : coins arrondis 15">
            <a:extLst>
              <a:ext uri="{FF2B5EF4-FFF2-40B4-BE49-F238E27FC236}">
                <a16:creationId xmlns:a16="http://schemas.microsoft.com/office/drawing/2014/main" id="{B8181AD4-9AB8-CA7B-EFBF-8B9CD4369264}"/>
              </a:ext>
            </a:extLst>
          </p:cNvPr>
          <p:cNvSpPr/>
          <p:nvPr/>
        </p:nvSpPr>
        <p:spPr>
          <a:xfrm>
            <a:off x="5380883" y="3323232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6834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68348B"/>
                </a:solidFill>
                <a:latin typeface="Arial Nova" panose="020B0504020202020204" pitchFamily="34" charset="0"/>
              </a:rPr>
              <a:t>Convertir</a:t>
            </a:r>
          </a:p>
        </p:txBody>
      </p:sp>
      <p:sp>
        <p:nvSpPr>
          <p:cNvPr id="17" name="Rectangle : coins arrondis 16">
            <a:extLst>
              <a:ext uri="{FF2B5EF4-FFF2-40B4-BE49-F238E27FC236}">
                <a16:creationId xmlns:a16="http://schemas.microsoft.com/office/drawing/2014/main" id="{7E462E27-42D7-734B-5E6F-B78EF40987B6}"/>
              </a:ext>
            </a:extLst>
          </p:cNvPr>
          <p:cNvSpPr/>
          <p:nvPr/>
        </p:nvSpPr>
        <p:spPr>
          <a:xfrm>
            <a:off x="5389319" y="4003690"/>
            <a:ext cx="1440000" cy="540000"/>
          </a:xfrm>
          <a:prstGeom prst="roundRect">
            <a:avLst>
              <a:gd name="adj" fmla="val 11914"/>
            </a:avLst>
          </a:prstGeom>
          <a:solidFill>
            <a:srgbClr val="C3AED1"/>
          </a:solidFill>
          <a:ln w="19050">
            <a:solidFill>
              <a:srgbClr val="C3AED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68348B"/>
                </a:solidFill>
                <a:latin typeface="Arial Nova" panose="020B0504020202020204" pitchFamily="34" charset="0"/>
              </a:rPr>
              <a:t>Moteur asynchrone</a:t>
            </a:r>
          </a:p>
        </p:txBody>
      </p:sp>
      <p:sp>
        <p:nvSpPr>
          <p:cNvPr id="18" name="Rectangle : coins arrondis 17">
            <a:extLst>
              <a:ext uri="{FF2B5EF4-FFF2-40B4-BE49-F238E27FC236}">
                <a16:creationId xmlns:a16="http://schemas.microsoft.com/office/drawing/2014/main" id="{AA76E29F-1BCE-DD76-499C-CE8F3E850A8E}"/>
              </a:ext>
            </a:extLst>
          </p:cNvPr>
          <p:cNvSpPr/>
          <p:nvPr/>
        </p:nvSpPr>
        <p:spPr>
          <a:xfrm>
            <a:off x="7542872" y="3326339"/>
            <a:ext cx="1365662" cy="53439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EE685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EE685D"/>
                </a:solidFill>
                <a:latin typeface="Arial Nova" panose="020B0504020202020204" pitchFamily="34" charset="0"/>
              </a:rPr>
              <a:t>Transmettre</a:t>
            </a:r>
          </a:p>
        </p:txBody>
      </p:sp>
      <p:sp>
        <p:nvSpPr>
          <p:cNvPr id="19" name="Rectangle : coins arrondis 18">
            <a:extLst>
              <a:ext uri="{FF2B5EF4-FFF2-40B4-BE49-F238E27FC236}">
                <a16:creationId xmlns:a16="http://schemas.microsoft.com/office/drawing/2014/main" id="{A66FC087-C9BC-9FD1-6C13-AD7571852AD4}"/>
              </a:ext>
            </a:extLst>
          </p:cNvPr>
          <p:cNvSpPr/>
          <p:nvPr/>
        </p:nvSpPr>
        <p:spPr>
          <a:xfrm>
            <a:off x="7549319" y="3983186"/>
            <a:ext cx="1365662" cy="652851"/>
          </a:xfrm>
          <a:prstGeom prst="roundRect">
            <a:avLst>
              <a:gd name="adj" fmla="val 11914"/>
            </a:avLst>
          </a:prstGeom>
          <a:solidFill>
            <a:srgbClr val="F7B8B3"/>
          </a:solidFill>
          <a:ln w="19050">
            <a:solidFill>
              <a:srgbClr val="F7B8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rgbClr val="EE685D"/>
                </a:solidFill>
                <a:latin typeface="Arial Nova" panose="020B0504020202020204" pitchFamily="34" charset="0"/>
              </a:rPr>
              <a:t>Réducteur </a:t>
            </a:r>
          </a:p>
          <a:p>
            <a:pPr algn="ctr"/>
            <a:r>
              <a:rPr lang="fr-FR" sz="1100" dirty="0">
                <a:solidFill>
                  <a:srgbClr val="EE685D"/>
                </a:solidFill>
                <a:latin typeface="Arial Nova" panose="020B0504020202020204" pitchFamily="34" charset="0"/>
              </a:rPr>
              <a:t>(1:20)</a:t>
            </a:r>
          </a:p>
          <a:p>
            <a:pPr algn="ctr"/>
            <a:r>
              <a:rPr lang="fr-FR" sz="1100" dirty="0">
                <a:solidFill>
                  <a:srgbClr val="EE685D"/>
                </a:solidFill>
                <a:latin typeface="Arial Nova" panose="020B0504020202020204" pitchFamily="34" charset="0"/>
              </a:rPr>
              <a:t>Transformation de </a:t>
            </a:r>
            <a:r>
              <a:rPr lang="fr-FR" sz="1100" dirty="0" err="1">
                <a:solidFill>
                  <a:srgbClr val="EE685D"/>
                </a:solidFill>
                <a:latin typeface="Arial Nova" panose="020B0504020202020204" pitchFamily="34" charset="0"/>
              </a:rPr>
              <a:t>mvt</a:t>
            </a:r>
            <a:endParaRPr lang="fr-FR" sz="1100" dirty="0">
              <a:solidFill>
                <a:srgbClr val="EE685D"/>
              </a:solidFill>
              <a:latin typeface="Arial Nova" panose="020B0504020202020204" pitchFamily="34" charset="0"/>
            </a:endParaRPr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7282EFC0-8E54-A4E0-6953-44E98A7B8B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826" y="1384349"/>
            <a:ext cx="434918" cy="152010"/>
          </a:xfrm>
          <a:prstGeom prst="rect">
            <a:avLst/>
          </a:prstGeom>
        </p:spPr>
      </p:pic>
      <p:cxnSp>
        <p:nvCxnSpPr>
          <p:cNvPr id="21" name="Connecteur droit avec flèche 20">
            <a:extLst>
              <a:ext uri="{FF2B5EF4-FFF2-40B4-BE49-F238E27FC236}">
                <a16:creationId xmlns:a16="http://schemas.microsoft.com/office/drawing/2014/main" id="{BE599621-6A35-D218-9184-0073520A41FC}"/>
              </a:ext>
            </a:extLst>
          </p:cNvPr>
          <p:cNvCxnSpPr>
            <a:cxnSpLocks/>
          </p:cNvCxnSpPr>
          <p:nvPr/>
        </p:nvCxnSpPr>
        <p:spPr>
          <a:xfrm flipV="1">
            <a:off x="2496905" y="1608451"/>
            <a:ext cx="720000" cy="1536"/>
          </a:xfrm>
          <a:prstGeom prst="straightConnector1">
            <a:avLst/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avec flèche 21">
            <a:extLst>
              <a:ext uri="{FF2B5EF4-FFF2-40B4-BE49-F238E27FC236}">
                <a16:creationId xmlns:a16="http://schemas.microsoft.com/office/drawing/2014/main" id="{25CB3708-D27C-9C0F-920D-E2174EF1D3C1}"/>
              </a:ext>
            </a:extLst>
          </p:cNvPr>
          <p:cNvCxnSpPr/>
          <p:nvPr/>
        </p:nvCxnSpPr>
        <p:spPr>
          <a:xfrm flipV="1">
            <a:off x="4669319" y="1594501"/>
            <a:ext cx="720000" cy="1536"/>
          </a:xfrm>
          <a:prstGeom prst="straightConnector1">
            <a:avLst/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Image 22">
            <a:extLst>
              <a:ext uri="{FF2B5EF4-FFF2-40B4-BE49-F238E27FC236}">
                <a16:creationId xmlns:a16="http://schemas.microsoft.com/office/drawing/2014/main" id="{6B85577F-75F2-AC91-9B29-7674830D4F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8894" y="1199142"/>
            <a:ext cx="360000" cy="360000"/>
          </a:xfrm>
          <a:prstGeom prst="rect">
            <a:avLst/>
          </a:prstGeom>
        </p:spPr>
      </p:pic>
      <p:cxnSp>
        <p:nvCxnSpPr>
          <p:cNvPr id="24" name="Connecteur droit avec flèche 23">
            <a:extLst>
              <a:ext uri="{FF2B5EF4-FFF2-40B4-BE49-F238E27FC236}">
                <a16:creationId xmlns:a16="http://schemas.microsoft.com/office/drawing/2014/main" id="{4D3E9C84-1558-D9D2-B9AE-51FFDFD2ACAC}"/>
              </a:ext>
            </a:extLst>
          </p:cNvPr>
          <p:cNvCxnSpPr>
            <a:cxnSpLocks/>
          </p:cNvCxnSpPr>
          <p:nvPr/>
        </p:nvCxnSpPr>
        <p:spPr>
          <a:xfrm flipV="1">
            <a:off x="2509319" y="3591696"/>
            <a:ext cx="720000" cy="1536"/>
          </a:xfrm>
          <a:prstGeom prst="straightConnector1">
            <a:avLst/>
          </a:prstGeom>
          <a:ln w="25400" cap="rnd">
            <a:solidFill>
              <a:srgbClr val="FDAD5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" name="Groupe 24">
            <a:extLst>
              <a:ext uri="{FF2B5EF4-FFF2-40B4-BE49-F238E27FC236}">
                <a16:creationId xmlns:a16="http://schemas.microsoft.com/office/drawing/2014/main" id="{F7A18018-C728-6B01-3037-0421AF781FBB}"/>
              </a:ext>
            </a:extLst>
          </p:cNvPr>
          <p:cNvGrpSpPr/>
          <p:nvPr/>
        </p:nvGrpSpPr>
        <p:grpSpPr>
          <a:xfrm>
            <a:off x="1596905" y="3760610"/>
            <a:ext cx="360000" cy="360000"/>
            <a:chOff x="4197400" y="3547713"/>
            <a:chExt cx="1800000" cy="1800000"/>
          </a:xfrm>
        </p:grpSpPr>
        <p:sp>
          <p:nvSpPr>
            <p:cNvPr id="26" name="Ellipse 25">
              <a:extLst>
                <a:ext uri="{FF2B5EF4-FFF2-40B4-BE49-F238E27FC236}">
                  <a16:creationId xmlns:a16="http://schemas.microsoft.com/office/drawing/2014/main" id="{AF615AC5-8CF6-FF34-1EF7-5C5D2FE5B9E8}"/>
                </a:ext>
              </a:extLst>
            </p:cNvPr>
            <p:cNvSpPr/>
            <p:nvPr/>
          </p:nvSpPr>
          <p:spPr>
            <a:xfrm>
              <a:off x="4197400" y="3547713"/>
              <a:ext cx="1800000" cy="1800000"/>
            </a:xfrm>
            <a:prstGeom prst="ellipse">
              <a:avLst/>
            </a:prstGeom>
            <a:solidFill>
              <a:srgbClr val="FFB25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27" name="Image 26">
              <a:extLst>
                <a:ext uri="{FF2B5EF4-FFF2-40B4-BE49-F238E27FC236}">
                  <a16:creationId xmlns:a16="http://schemas.microsoft.com/office/drawing/2014/main" id="{D99F6707-A222-D5E1-C4A9-E878E9F04E6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526157" y="3876470"/>
              <a:ext cx="1142486" cy="1142486"/>
            </a:xfrm>
            <a:prstGeom prst="rect">
              <a:avLst/>
            </a:prstGeom>
          </p:spPr>
        </p:pic>
      </p:grpSp>
      <p:pic>
        <p:nvPicPr>
          <p:cNvPr id="28" name="Image 27">
            <a:extLst>
              <a:ext uri="{FF2B5EF4-FFF2-40B4-BE49-F238E27FC236}">
                <a16:creationId xmlns:a16="http://schemas.microsoft.com/office/drawing/2014/main" id="{35145E60-25D8-7A86-65AE-7F3729EC78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044" y="3446765"/>
            <a:ext cx="360000" cy="360000"/>
          </a:xfrm>
          <a:prstGeom prst="rect">
            <a:avLst/>
          </a:prstGeom>
        </p:spPr>
      </p:pic>
      <p:pic>
        <p:nvPicPr>
          <p:cNvPr id="29" name="Image 28">
            <a:extLst>
              <a:ext uri="{FF2B5EF4-FFF2-40B4-BE49-F238E27FC236}">
                <a16:creationId xmlns:a16="http://schemas.microsoft.com/office/drawing/2014/main" id="{3C7DD139-EB5F-1D13-171E-251FB77C6B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76905" y="3173953"/>
            <a:ext cx="360000" cy="360000"/>
          </a:xfrm>
          <a:prstGeom prst="rect">
            <a:avLst/>
          </a:prstGeom>
        </p:spPr>
      </p:pic>
      <p:cxnSp>
        <p:nvCxnSpPr>
          <p:cNvPr id="34" name="Connecteur droit avec flèche 33">
            <a:extLst>
              <a:ext uri="{FF2B5EF4-FFF2-40B4-BE49-F238E27FC236}">
                <a16:creationId xmlns:a16="http://schemas.microsoft.com/office/drawing/2014/main" id="{6E52C4D0-B55B-30AA-F92B-6E09F0A4D9C9}"/>
              </a:ext>
            </a:extLst>
          </p:cNvPr>
          <p:cNvCxnSpPr>
            <a:cxnSpLocks/>
          </p:cNvCxnSpPr>
          <p:nvPr/>
        </p:nvCxnSpPr>
        <p:spPr>
          <a:xfrm flipV="1">
            <a:off x="4669319" y="3578864"/>
            <a:ext cx="720000" cy="1536"/>
          </a:xfrm>
          <a:prstGeom prst="straightConnector1">
            <a:avLst/>
          </a:prstGeom>
          <a:ln w="25400" cap="rnd">
            <a:solidFill>
              <a:srgbClr val="0C739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5" name="Image 34">
            <a:extLst>
              <a:ext uri="{FF2B5EF4-FFF2-40B4-BE49-F238E27FC236}">
                <a16:creationId xmlns:a16="http://schemas.microsoft.com/office/drawing/2014/main" id="{F31071D2-3D9A-9512-E018-EA9EA1D5A0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38894" y="3173953"/>
            <a:ext cx="360000" cy="360000"/>
          </a:xfrm>
          <a:prstGeom prst="rect">
            <a:avLst/>
          </a:prstGeom>
        </p:spPr>
      </p:pic>
      <p:cxnSp>
        <p:nvCxnSpPr>
          <p:cNvPr id="39" name="Connecteur droit avec flèche 38">
            <a:extLst>
              <a:ext uri="{FF2B5EF4-FFF2-40B4-BE49-F238E27FC236}">
                <a16:creationId xmlns:a16="http://schemas.microsoft.com/office/drawing/2014/main" id="{75B4C387-2DFC-8DD6-0817-E4B93F7F3F85}"/>
              </a:ext>
            </a:extLst>
          </p:cNvPr>
          <p:cNvCxnSpPr>
            <a:cxnSpLocks/>
          </p:cNvCxnSpPr>
          <p:nvPr/>
        </p:nvCxnSpPr>
        <p:spPr>
          <a:xfrm flipV="1">
            <a:off x="6829319" y="3588469"/>
            <a:ext cx="720000" cy="1536"/>
          </a:xfrm>
          <a:prstGeom prst="straightConnector1">
            <a:avLst/>
          </a:prstGeom>
          <a:ln w="25400" cap="rnd">
            <a:solidFill>
              <a:srgbClr val="68348B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3" name="Image 42">
            <a:extLst>
              <a:ext uri="{FF2B5EF4-FFF2-40B4-BE49-F238E27FC236}">
                <a16:creationId xmlns:a16="http://schemas.microsoft.com/office/drawing/2014/main" id="{F1B5964F-3473-92A5-6A3A-F03DA766A9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93108" y="3199220"/>
            <a:ext cx="360000" cy="360000"/>
          </a:xfrm>
          <a:prstGeom prst="rect">
            <a:avLst/>
          </a:prstGeom>
        </p:spPr>
      </p:pic>
      <p:cxnSp>
        <p:nvCxnSpPr>
          <p:cNvPr id="44" name="Connecteur : en angle 43">
            <a:extLst>
              <a:ext uri="{FF2B5EF4-FFF2-40B4-BE49-F238E27FC236}">
                <a16:creationId xmlns:a16="http://schemas.microsoft.com/office/drawing/2014/main" id="{2C5943AA-979A-103D-FC4E-264A925A4FF0}"/>
              </a:ext>
            </a:extLst>
          </p:cNvPr>
          <p:cNvCxnSpPr>
            <a:cxnSpLocks/>
            <a:stCxn id="10" idx="3"/>
            <a:endCxn id="45" idx="3"/>
          </p:cNvCxnSpPr>
          <p:nvPr/>
        </p:nvCxnSpPr>
        <p:spPr>
          <a:xfrm flipH="1">
            <a:off x="6795600" y="1594501"/>
            <a:ext cx="33719" cy="1346496"/>
          </a:xfrm>
          <a:prstGeom prst="bentConnector3">
            <a:avLst>
              <a:gd name="adj1" fmla="val -1067152"/>
            </a:avLst>
          </a:prstGeom>
          <a:ln w="25400">
            <a:solidFill>
              <a:srgbClr val="08A559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Rectangle : coins arrondis 44">
            <a:extLst>
              <a:ext uri="{FF2B5EF4-FFF2-40B4-BE49-F238E27FC236}">
                <a16:creationId xmlns:a16="http://schemas.microsoft.com/office/drawing/2014/main" id="{4EDA86AC-B60C-0765-FBC6-4E7119B8D620}"/>
              </a:ext>
            </a:extLst>
          </p:cNvPr>
          <p:cNvSpPr/>
          <p:nvPr/>
        </p:nvSpPr>
        <p:spPr>
          <a:xfrm>
            <a:off x="5389319" y="2775318"/>
            <a:ext cx="1406281" cy="331358"/>
          </a:xfrm>
          <a:prstGeom prst="roundRect">
            <a:avLst>
              <a:gd name="adj" fmla="val 11914"/>
            </a:avLst>
          </a:prstGeom>
          <a:solidFill>
            <a:srgbClr val="08A559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chemeClr val="bg1"/>
                </a:solidFill>
                <a:latin typeface="Arial Nova" panose="020B0504020202020204" pitchFamily="34" charset="0"/>
              </a:rPr>
              <a:t>Ordres (PWM)</a:t>
            </a:r>
          </a:p>
        </p:txBody>
      </p:sp>
      <p:cxnSp>
        <p:nvCxnSpPr>
          <p:cNvPr id="46" name="Connecteur : en angle 45">
            <a:extLst>
              <a:ext uri="{FF2B5EF4-FFF2-40B4-BE49-F238E27FC236}">
                <a16:creationId xmlns:a16="http://schemas.microsoft.com/office/drawing/2014/main" id="{C9DF5005-6531-4D0B-0B32-A0A73479B4F0}"/>
              </a:ext>
            </a:extLst>
          </p:cNvPr>
          <p:cNvCxnSpPr>
            <a:cxnSpLocks/>
            <a:stCxn id="45" idx="1"/>
            <a:endCxn id="14" idx="0"/>
          </p:cNvCxnSpPr>
          <p:nvPr/>
        </p:nvCxnSpPr>
        <p:spPr>
          <a:xfrm rot="10800000" flipV="1">
            <a:off x="3938895" y="2940997"/>
            <a:ext cx="1450425" cy="377472"/>
          </a:xfrm>
          <a:prstGeom prst="bentConnector2">
            <a:avLst/>
          </a:prstGeom>
          <a:ln w="25400">
            <a:solidFill>
              <a:srgbClr val="08A559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7" name="Image 46">
            <a:extLst>
              <a:ext uri="{FF2B5EF4-FFF2-40B4-BE49-F238E27FC236}">
                <a16:creationId xmlns:a16="http://schemas.microsoft.com/office/drawing/2014/main" id="{5684C887-250C-3EE4-51A9-97E49BAEEC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108" y="2723464"/>
            <a:ext cx="180000" cy="180000"/>
          </a:xfrm>
          <a:prstGeom prst="rect">
            <a:avLst/>
          </a:prstGeom>
        </p:spPr>
      </p:pic>
      <p:pic>
        <p:nvPicPr>
          <p:cNvPr id="48" name="Image 47">
            <a:extLst>
              <a:ext uri="{FF2B5EF4-FFF2-40B4-BE49-F238E27FC236}">
                <a16:creationId xmlns:a16="http://schemas.microsoft.com/office/drawing/2014/main" id="{A2DBB512-E0D6-1DCF-AD42-945E614530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5152" y="2999093"/>
            <a:ext cx="180000" cy="180000"/>
          </a:xfrm>
          <a:prstGeom prst="rect">
            <a:avLst/>
          </a:prstGeom>
        </p:spPr>
      </p:pic>
      <p:sp>
        <p:nvSpPr>
          <p:cNvPr id="49" name="Rectangle : coins arrondis 48">
            <a:extLst>
              <a:ext uri="{FF2B5EF4-FFF2-40B4-BE49-F238E27FC236}">
                <a16:creationId xmlns:a16="http://schemas.microsoft.com/office/drawing/2014/main" id="{41C8C10B-28B1-AAD9-17B3-48F680D32BCC}"/>
              </a:ext>
            </a:extLst>
          </p:cNvPr>
          <p:cNvSpPr/>
          <p:nvPr/>
        </p:nvSpPr>
        <p:spPr>
          <a:xfrm>
            <a:off x="9634981" y="3314700"/>
            <a:ext cx="1365662" cy="1194790"/>
          </a:xfrm>
          <a:prstGeom prst="roundRect">
            <a:avLst>
              <a:gd name="adj" fmla="val 11914"/>
            </a:avLst>
          </a:prstGeom>
          <a:solidFill>
            <a:srgbClr val="B2CAD6"/>
          </a:solidFill>
          <a:ln w="19050">
            <a:solidFill>
              <a:srgbClr val="B2CAD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0D587E"/>
                </a:solidFill>
                <a:latin typeface="Arial Nova" panose="020B0504020202020204" pitchFamily="34" charset="0"/>
              </a:rPr>
              <a:t>Barrière</a:t>
            </a:r>
          </a:p>
        </p:txBody>
      </p:sp>
      <p:cxnSp>
        <p:nvCxnSpPr>
          <p:cNvPr id="50" name="Connecteur droit avec flèche 49">
            <a:extLst>
              <a:ext uri="{FF2B5EF4-FFF2-40B4-BE49-F238E27FC236}">
                <a16:creationId xmlns:a16="http://schemas.microsoft.com/office/drawing/2014/main" id="{505D6021-1B16-1674-733B-C648AC112904}"/>
              </a:ext>
            </a:extLst>
          </p:cNvPr>
          <p:cNvCxnSpPr>
            <a:cxnSpLocks/>
          </p:cNvCxnSpPr>
          <p:nvPr/>
        </p:nvCxnSpPr>
        <p:spPr>
          <a:xfrm flipV="1">
            <a:off x="8911620" y="3588469"/>
            <a:ext cx="720000" cy="1536"/>
          </a:xfrm>
          <a:prstGeom prst="straightConnector1">
            <a:avLst/>
          </a:prstGeom>
          <a:ln w="25400" cap="rnd">
            <a:solidFill>
              <a:srgbClr val="68348B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2" name="Groupe 51">
            <a:extLst>
              <a:ext uri="{FF2B5EF4-FFF2-40B4-BE49-F238E27FC236}">
                <a16:creationId xmlns:a16="http://schemas.microsoft.com/office/drawing/2014/main" id="{C3681FD9-BFE4-7350-1964-9C093DDF1B5E}"/>
              </a:ext>
            </a:extLst>
          </p:cNvPr>
          <p:cNvGrpSpPr/>
          <p:nvPr/>
        </p:nvGrpSpPr>
        <p:grpSpPr>
          <a:xfrm>
            <a:off x="3770117" y="1810931"/>
            <a:ext cx="360000" cy="360000"/>
            <a:chOff x="6138169" y="4069439"/>
            <a:chExt cx="1800000" cy="1800000"/>
          </a:xfrm>
        </p:grpSpPr>
        <p:sp>
          <p:nvSpPr>
            <p:cNvPr id="53" name="Ellipse 52">
              <a:extLst>
                <a:ext uri="{FF2B5EF4-FFF2-40B4-BE49-F238E27FC236}">
                  <a16:creationId xmlns:a16="http://schemas.microsoft.com/office/drawing/2014/main" id="{599396A5-DEE6-FF8C-4576-A72DC9E6130D}"/>
                </a:ext>
              </a:extLst>
            </p:cNvPr>
            <p:cNvSpPr/>
            <p:nvPr/>
          </p:nvSpPr>
          <p:spPr>
            <a:xfrm>
              <a:off x="6138169" y="4069439"/>
              <a:ext cx="1800000" cy="1800000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54" name="Image 53">
              <a:extLst>
                <a:ext uri="{FF2B5EF4-FFF2-40B4-BE49-F238E27FC236}">
                  <a16:creationId xmlns:a16="http://schemas.microsoft.com/office/drawing/2014/main" id="{F05DEF27-F929-BD20-2E07-1628A11DB34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243433" y="4174703"/>
              <a:ext cx="1589472" cy="1589472"/>
            </a:xfrm>
            <a:prstGeom prst="rect">
              <a:avLst/>
            </a:prstGeom>
          </p:spPr>
        </p:pic>
      </p:grpSp>
      <p:cxnSp>
        <p:nvCxnSpPr>
          <p:cNvPr id="55" name="Connecteur droit avec flèche 54">
            <a:extLst>
              <a:ext uri="{FF2B5EF4-FFF2-40B4-BE49-F238E27FC236}">
                <a16:creationId xmlns:a16="http://schemas.microsoft.com/office/drawing/2014/main" id="{CEC25A5B-4B64-B67F-296D-04E6B189266D}"/>
              </a:ext>
            </a:extLst>
          </p:cNvPr>
          <p:cNvCxnSpPr/>
          <p:nvPr/>
        </p:nvCxnSpPr>
        <p:spPr>
          <a:xfrm flipV="1">
            <a:off x="6829319" y="1516430"/>
            <a:ext cx="720000" cy="1536"/>
          </a:xfrm>
          <a:prstGeom prst="straightConnector1">
            <a:avLst/>
          </a:prstGeom>
          <a:ln w="25400">
            <a:solidFill>
              <a:srgbClr val="08A559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7" name="Groupe 56">
            <a:extLst>
              <a:ext uri="{FF2B5EF4-FFF2-40B4-BE49-F238E27FC236}">
                <a16:creationId xmlns:a16="http://schemas.microsoft.com/office/drawing/2014/main" id="{CA7F3E2C-9FA7-42D8-DEF0-9439478A5709}"/>
              </a:ext>
            </a:extLst>
          </p:cNvPr>
          <p:cNvGrpSpPr/>
          <p:nvPr/>
        </p:nvGrpSpPr>
        <p:grpSpPr>
          <a:xfrm rot="5400000" flipV="1">
            <a:off x="10181964" y="3934713"/>
            <a:ext cx="835963" cy="1617775"/>
            <a:chOff x="9150640" y="2423323"/>
            <a:chExt cx="835963" cy="2135794"/>
          </a:xfrm>
        </p:grpSpPr>
        <p:sp>
          <p:nvSpPr>
            <p:cNvPr id="58" name="Flèche : virage 57">
              <a:extLst>
                <a:ext uri="{FF2B5EF4-FFF2-40B4-BE49-F238E27FC236}">
                  <a16:creationId xmlns:a16="http://schemas.microsoft.com/office/drawing/2014/main" id="{A404FB7A-E23C-BD6A-6263-4B2DE2013DB7}"/>
                </a:ext>
              </a:extLst>
            </p:cNvPr>
            <p:cNvSpPr/>
            <p:nvPr/>
          </p:nvSpPr>
          <p:spPr>
            <a:xfrm rot="5400000">
              <a:off x="8500725" y="3073238"/>
              <a:ext cx="2135794" cy="835963"/>
            </a:xfrm>
            <a:prstGeom prst="bentArrow">
              <a:avLst>
                <a:gd name="adj1" fmla="val 31434"/>
                <a:gd name="adj2" fmla="val 25000"/>
                <a:gd name="adj3" fmla="val 17852"/>
                <a:gd name="adj4" fmla="val 20160"/>
              </a:avLst>
            </a:prstGeom>
            <a:solidFill>
              <a:srgbClr val="B2CAD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>
                <a:solidFill>
                  <a:schemeClr val="tx1"/>
                </a:solidFill>
              </a:endParaRPr>
            </a:p>
          </p:txBody>
        </p:sp>
        <p:sp>
          <p:nvSpPr>
            <p:cNvPr id="59" name="ZoneTexte 58">
              <a:extLst>
                <a:ext uri="{FF2B5EF4-FFF2-40B4-BE49-F238E27FC236}">
                  <a16:creationId xmlns:a16="http://schemas.microsoft.com/office/drawing/2014/main" id="{D9969D2B-BFBA-54A7-C4C5-06DFD5138BC1}"/>
                </a:ext>
              </a:extLst>
            </p:cNvPr>
            <p:cNvSpPr txBox="1"/>
            <p:nvPr/>
          </p:nvSpPr>
          <p:spPr>
            <a:xfrm rot="16200000">
              <a:off x="8815678" y="3247763"/>
              <a:ext cx="1918043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fr-FR" sz="900" dirty="0">
                  <a:solidFill>
                    <a:schemeClr val="bg1"/>
                  </a:solidFill>
                  <a:latin typeface="Arial Nova" panose="020B0504020202020204" pitchFamily="34" charset="0"/>
                </a:rPr>
                <a:t>Barrière fermée (ouverte)</a:t>
              </a:r>
            </a:p>
          </p:txBody>
        </p:sp>
      </p:grpSp>
      <p:grpSp>
        <p:nvGrpSpPr>
          <p:cNvPr id="60" name="Groupe 59">
            <a:extLst>
              <a:ext uri="{FF2B5EF4-FFF2-40B4-BE49-F238E27FC236}">
                <a16:creationId xmlns:a16="http://schemas.microsoft.com/office/drawing/2014/main" id="{32A82909-C4F5-9AA0-D150-C388F421C774}"/>
              </a:ext>
            </a:extLst>
          </p:cNvPr>
          <p:cNvGrpSpPr/>
          <p:nvPr/>
        </p:nvGrpSpPr>
        <p:grpSpPr>
          <a:xfrm>
            <a:off x="8594947" y="2417284"/>
            <a:ext cx="1971603" cy="882797"/>
            <a:chOff x="9058475" y="2836568"/>
            <a:chExt cx="1566152" cy="577810"/>
          </a:xfrm>
        </p:grpSpPr>
        <p:sp>
          <p:nvSpPr>
            <p:cNvPr id="61" name="Flèche : virage 60">
              <a:extLst>
                <a:ext uri="{FF2B5EF4-FFF2-40B4-BE49-F238E27FC236}">
                  <a16:creationId xmlns:a16="http://schemas.microsoft.com/office/drawing/2014/main" id="{FED08932-ADD7-D2A1-8E5A-D62CEEB1B93F}"/>
                </a:ext>
              </a:extLst>
            </p:cNvPr>
            <p:cNvSpPr/>
            <p:nvPr/>
          </p:nvSpPr>
          <p:spPr>
            <a:xfrm rot="5400000">
              <a:off x="9563593" y="2353345"/>
              <a:ext cx="572849" cy="1549218"/>
            </a:xfrm>
            <a:prstGeom prst="bentArrow">
              <a:avLst>
                <a:gd name="adj1" fmla="val 38639"/>
                <a:gd name="adj2" fmla="val 38302"/>
                <a:gd name="adj3" fmla="val 16744"/>
                <a:gd name="adj4" fmla="val 20160"/>
              </a:avLst>
            </a:prstGeom>
            <a:solidFill>
              <a:srgbClr val="B2CAD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>
                <a:solidFill>
                  <a:schemeClr val="tx1"/>
                </a:solidFill>
              </a:endParaRPr>
            </a:p>
          </p:txBody>
        </p:sp>
        <p:sp>
          <p:nvSpPr>
            <p:cNvPr id="62" name="ZoneTexte 61">
              <a:extLst>
                <a:ext uri="{FF2B5EF4-FFF2-40B4-BE49-F238E27FC236}">
                  <a16:creationId xmlns:a16="http://schemas.microsoft.com/office/drawing/2014/main" id="{2C25BFE2-5262-D3BC-BDD8-923C0B8002AD}"/>
                </a:ext>
              </a:extLst>
            </p:cNvPr>
            <p:cNvSpPr txBox="1"/>
            <p:nvPr/>
          </p:nvSpPr>
          <p:spPr>
            <a:xfrm>
              <a:off x="9058475" y="2836568"/>
              <a:ext cx="1384681" cy="14101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fr-FR" sz="800" dirty="0">
                  <a:solidFill>
                    <a:schemeClr val="bg1"/>
                  </a:solidFill>
                  <a:latin typeface="Arial Nova" panose="020B0504020202020204" pitchFamily="34" charset="0"/>
                </a:rPr>
                <a:t>Barrière ouverte (fermée)</a:t>
              </a:r>
            </a:p>
          </p:txBody>
        </p:sp>
      </p:grpSp>
      <p:pic>
        <p:nvPicPr>
          <p:cNvPr id="63" name="Image 62">
            <a:extLst>
              <a:ext uri="{FF2B5EF4-FFF2-40B4-BE49-F238E27FC236}">
                <a16:creationId xmlns:a16="http://schemas.microsoft.com/office/drawing/2014/main" id="{8DAAFC9A-79A3-4B2C-A73E-32BE33F624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545" y="1536359"/>
            <a:ext cx="434918" cy="15201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4" name="ZoneTexte 63">
                <a:extLst>
                  <a:ext uri="{FF2B5EF4-FFF2-40B4-BE49-F238E27FC236}">
                    <a16:creationId xmlns:a16="http://schemas.microsoft.com/office/drawing/2014/main" id="{A29D106A-C634-EC49-818B-7FFD6B86043E}"/>
                  </a:ext>
                </a:extLst>
              </p:cNvPr>
              <p:cNvSpPr txBox="1"/>
              <p:nvPr/>
            </p:nvSpPr>
            <p:spPr>
              <a:xfrm>
                <a:off x="170158" y="3784816"/>
                <a:ext cx="116196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rPr>
                  <a:t>230 V </a:t>
                </a:r>
                <a14:m>
                  <m:oMath xmlns:m="http://schemas.openxmlformats.org/officeDocument/2006/math">
                    <m:r>
                      <a:rPr lang="fr-FR" sz="1200" b="1" i="1" smtClean="0">
                        <a:solidFill>
                          <a:srgbClr val="FFB25A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~</m:t>
                    </m:r>
                  </m:oMath>
                </a14:m>
                <a:endParaRPr lang="fr-FR" sz="1200" b="1" dirty="0">
                  <a:solidFill>
                    <a:srgbClr val="FFB25A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64" name="ZoneTexte 63">
                <a:extLst>
                  <a:ext uri="{FF2B5EF4-FFF2-40B4-BE49-F238E27FC236}">
                    <a16:creationId xmlns:a16="http://schemas.microsoft.com/office/drawing/2014/main" id="{A29D106A-C634-EC49-818B-7FFD6B8604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158" y="3784816"/>
                <a:ext cx="1161960" cy="276999"/>
              </a:xfrm>
              <a:prstGeom prst="rect">
                <a:avLst/>
              </a:prstGeom>
              <a:blipFill>
                <a:blip r:embed="rId9"/>
                <a:stretch>
                  <a:fillRect t="-2222" b="-1777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ZoneTexte 64">
                <a:extLst>
                  <a:ext uri="{FF2B5EF4-FFF2-40B4-BE49-F238E27FC236}">
                    <a16:creationId xmlns:a16="http://schemas.microsoft.com/office/drawing/2014/main" id="{98529472-463C-B655-7D36-3F43A14EC5EF}"/>
                  </a:ext>
                </a:extLst>
              </p:cNvPr>
              <p:cNvSpPr txBox="1"/>
              <p:nvPr/>
            </p:nvSpPr>
            <p:spPr>
              <a:xfrm>
                <a:off x="2282648" y="3611652"/>
                <a:ext cx="116196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rPr>
                  <a:t> 7,5 V </a:t>
                </a:r>
                <a14:m>
                  <m:oMath xmlns:m="http://schemas.openxmlformats.org/officeDocument/2006/math">
                    <m:r>
                      <a:rPr lang="fr-FR" sz="1200" b="1" i="0" smtClean="0">
                        <a:solidFill>
                          <a:srgbClr val="FFB25A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=</m:t>
                    </m:r>
                  </m:oMath>
                </a14:m>
                <a:endParaRPr lang="fr-FR" sz="1100" b="1" dirty="0">
                  <a:solidFill>
                    <a:srgbClr val="FFB25A"/>
                  </a:solidFill>
                  <a:latin typeface="Arial Nova" panose="020B05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</a:rPr>
                        <m:t>𝑷</m:t>
                      </m:r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</a:rPr>
                        <m:t>𝑼𝑰</m:t>
                      </m:r>
                    </m:oMath>
                  </m:oMathPara>
                </a14:m>
                <a:endParaRPr lang="fr-FR" sz="1200" b="1" dirty="0">
                  <a:solidFill>
                    <a:srgbClr val="FFB25A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65" name="ZoneTexte 64">
                <a:extLst>
                  <a:ext uri="{FF2B5EF4-FFF2-40B4-BE49-F238E27FC236}">
                    <a16:creationId xmlns:a16="http://schemas.microsoft.com/office/drawing/2014/main" id="{98529472-463C-B655-7D36-3F43A14EC5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2648" y="3611652"/>
                <a:ext cx="1161960" cy="46166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3" name="Groupe 92">
            <a:extLst>
              <a:ext uri="{FF2B5EF4-FFF2-40B4-BE49-F238E27FC236}">
                <a16:creationId xmlns:a16="http://schemas.microsoft.com/office/drawing/2014/main" id="{633A414C-079F-72BC-C836-01640E3DA896}"/>
              </a:ext>
            </a:extLst>
          </p:cNvPr>
          <p:cNvGrpSpPr/>
          <p:nvPr/>
        </p:nvGrpSpPr>
        <p:grpSpPr>
          <a:xfrm>
            <a:off x="1216851" y="1780222"/>
            <a:ext cx="360000" cy="360000"/>
            <a:chOff x="5404964" y="4396133"/>
            <a:chExt cx="1800000" cy="1800000"/>
          </a:xfrm>
        </p:grpSpPr>
        <p:sp>
          <p:nvSpPr>
            <p:cNvPr id="94" name="Ellipse 93">
              <a:extLst>
                <a:ext uri="{FF2B5EF4-FFF2-40B4-BE49-F238E27FC236}">
                  <a16:creationId xmlns:a16="http://schemas.microsoft.com/office/drawing/2014/main" id="{7DA91EB8-E9B2-6DC6-B932-B3F8200FCB4C}"/>
                </a:ext>
              </a:extLst>
            </p:cNvPr>
            <p:cNvSpPr/>
            <p:nvPr/>
          </p:nvSpPr>
          <p:spPr>
            <a:xfrm>
              <a:off x="5404964" y="4396133"/>
              <a:ext cx="1800000" cy="1800000"/>
            </a:xfrm>
            <a:prstGeom prst="ellipse">
              <a:avLst/>
            </a:prstGeom>
            <a:solidFill>
              <a:srgbClr val="00517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95" name="Image 94">
              <a:extLst>
                <a:ext uri="{FF2B5EF4-FFF2-40B4-BE49-F238E27FC236}">
                  <a16:creationId xmlns:a16="http://schemas.microsoft.com/office/drawing/2014/main" id="{C57FF404-E034-F790-1839-6255F70696F2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5543445" y="4536296"/>
              <a:ext cx="1358232" cy="1440000"/>
            </a:xfrm>
            <a:prstGeom prst="rect">
              <a:avLst/>
            </a:prstGeom>
          </p:spPr>
        </p:pic>
      </p:grpSp>
      <p:sp>
        <p:nvSpPr>
          <p:cNvPr id="72" name="Rectangle 71">
            <a:extLst>
              <a:ext uri="{FF2B5EF4-FFF2-40B4-BE49-F238E27FC236}">
                <a16:creationId xmlns:a16="http://schemas.microsoft.com/office/drawing/2014/main" id="{22DFAA51-C6D3-9FCC-9035-87E9C9207526}"/>
              </a:ext>
            </a:extLst>
          </p:cNvPr>
          <p:cNvSpPr/>
          <p:nvPr/>
        </p:nvSpPr>
        <p:spPr>
          <a:xfrm>
            <a:off x="461781" y="4858776"/>
            <a:ext cx="8528438" cy="1018492"/>
          </a:xfrm>
          <a:prstGeom prst="rect">
            <a:avLst/>
          </a:prstGeom>
          <a:solidFill>
            <a:srgbClr val="DFE3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9263" algn="just"/>
            <a:r>
              <a:rPr lang="fr-FR" sz="1400" dirty="0">
                <a:solidFill>
                  <a:srgbClr val="00547F"/>
                </a:solidFill>
              </a:rPr>
              <a:t>Le potentiomètre rotatif n’est présent que pour des raisons pédagogiques. Des butées permettent au système de ne </a:t>
            </a:r>
            <a:r>
              <a:rPr lang="fr-FR" sz="1400">
                <a:solidFill>
                  <a:srgbClr val="00547F"/>
                </a:solidFill>
              </a:rPr>
              <a:t>pas dépasser la course.</a:t>
            </a:r>
            <a:endParaRPr lang="fr-FR" sz="1400" dirty="0">
              <a:solidFill>
                <a:srgbClr val="00547F"/>
              </a:solidFill>
            </a:endParaRPr>
          </a:p>
        </p:txBody>
      </p:sp>
      <p:grpSp>
        <p:nvGrpSpPr>
          <p:cNvPr id="103" name="Groupe 102">
            <a:extLst>
              <a:ext uri="{FF2B5EF4-FFF2-40B4-BE49-F238E27FC236}">
                <a16:creationId xmlns:a16="http://schemas.microsoft.com/office/drawing/2014/main" id="{58AD15BE-FF0B-AB8F-1B32-BB8FEEBA2DEA}"/>
              </a:ext>
            </a:extLst>
          </p:cNvPr>
          <p:cNvGrpSpPr/>
          <p:nvPr/>
        </p:nvGrpSpPr>
        <p:grpSpPr>
          <a:xfrm>
            <a:off x="3747478" y="3711688"/>
            <a:ext cx="360000" cy="360000"/>
            <a:chOff x="4235640" y="2696679"/>
            <a:chExt cx="1800000" cy="1800000"/>
          </a:xfrm>
        </p:grpSpPr>
        <p:sp>
          <p:nvSpPr>
            <p:cNvPr id="104" name="Ellipse 103">
              <a:extLst>
                <a:ext uri="{FF2B5EF4-FFF2-40B4-BE49-F238E27FC236}">
                  <a16:creationId xmlns:a16="http://schemas.microsoft.com/office/drawing/2014/main" id="{617E9B91-42CB-D7A6-CB9D-2F41FFC4BB96}"/>
                </a:ext>
              </a:extLst>
            </p:cNvPr>
            <p:cNvSpPr/>
            <p:nvPr/>
          </p:nvSpPr>
          <p:spPr>
            <a:xfrm>
              <a:off x="4235640" y="2696679"/>
              <a:ext cx="1800000" cy="1800000"/>
            </a:xfrm>
            <a:prstGeom prst="ellipse">
              <a:avLst/>
            </a:prstGeom>
            <a:solidFill>
              <a:srgbClr val="0C739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105" name="Image 104">
              <a:extLst>
                <a:ext uri="{FF2B5EF4-FFF2-40B4-BE49-F238E27FC236}">
                  <a16:creationId xmlns:a16="http://schemas.microsoft.com/office/drawing/2014/main" id="{99E60331-B84D-5566-9183-29714B6CECF8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4451640" y="3100228"/>
              <a:ext cx="1368000" cy="992903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ZoneTexte 1">
                <a:extLst>
                  <a:ext uri="{FF2B5EF4-FFF2-40B4-BE49-F238E27FC236}">
                    <a16:creationId xmlns:a16="http://schemas.microsoft.com/office/drawing/2014/main" id="{B39CA18C-C050-2248-E6F6-D99BB87303C8}"/>
                  </a:ext>
                </a:extLst>
              </p:cNvPr>
              <p:cNvSpPr txBox="1"/>
              <p:nvPr/>
            </p:nvSpPr>
            <p:spPr>
              <a:xfrm>
                <a:off x="4452429" y="3639956"/>
                <a:ext cx="116196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rPr>
                  <a:t> 7,5 V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</a:rPr>
                        <m:t>𝑷</m:t>
                      </m:r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</a:rPr>
                        <m:t>𝑼𝑰</m:t>
                      </m:r>
                    </m:oMath>
                  </m:oMathPara>
                </a14:m>
                <a:endParaRPr lang="fr-FR" sz="1200" b="1" dirty="0">
                  <a:solidFill>
                    <a:srgbClr val="FFB25A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2" name="ZoneTexte 1">
                <a:extLst>
                  <a:ext uri="{FF2B5EF4-FFF2-40B4-BE49-F238E27FC236}">
                    <a16:creationId xmlns:a16="http://schemas.microsoft.com/office/drawing/2014/main" id="{B39CA18C-C050-2248-E6F6-D99BB87303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2429" y="3639956"/>
                <a:ext cx="1161960" cy="461665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1" name="Groupe 30">
            <a:extLst>
              <a:ext uri="{FF2B5EF4-FFF2-40B4-BE49-F238E27FC236}">
                <a16:creationId xmlns:a16="http://schemas.microsoft.com/office/drawing/2014/main" id="{89225F91-8C4A-4D28-806F-C285AA8AEAEF}"/>
              </a:ext>
            </a:extLst>
          </p:cNvPr>
          <p:cNvGrpSpPr/>
          <p:nvPr/>
        </p:nvGrpSpPr>
        <p:grpSpPr>
          <a:xfrm>
            <a:off x="2017649" y="1767756"/>
            <a:ext cx="360000" cy="360000"/>
            <a:chOff x="6054233" y="4960569"/>
            <a:chExt cx="1800000" cy="1800000"/>
          </a:xfrm>
        </p:grpSpPr>
        <p:sp>
          <p:nvSpPr>
            <p:cNvPr id="32" name="Ellipse 31">
              <a:extLst>
                <a:ext uri="{FF2B5EF4-FFF2-40B4-BE49-F238E27FC236}">
                  <a16:creationId xmlns:a16="http://schemas.microsoft.com/office/drawing/2014/main" id="{002BBCC8-7149-2E70-FA08-89D364A2E7EE}"/>
                </a:ext>
              </a:extLst>
            </p:cNvPr>
            <p:cNvSpPr/>
            <p:nvPr/>
          </p:nvSpPr>
          <p:spPr>
            <a:xfrm>
              <a:off x="6054233" y="4960569"/>
              <a:ext cx="1800000" cy="1800000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b="1"/>
            </a:p>
          </p:txBody>
        </p:sp>
        <p:pic>
          <p:nvPicPr>
            <p:cNvPr id="33" name="Image 32">
              <a:extLst>
                <a:ext uri="{FF2B5EF4-FFF2-40B4-BE49-F238E27FC236}">
                  <a16:creationId xmlns:a16="http://schemas.microsoft.com/office/drawing/2014/main" id="{6C676998-302E-BC6E-6F7D-BB576DC31682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6298697" y="5322283"/>
              <a:ext cx="1311072" cy="1076572"/>
            </a:xfrm>
            <a:prstGeom prst="rect">
              <a:avLst/>
            </a:prstGeom>
          </p:spPr>
        </p:pic>
      </p:grpSp>
      <p:grpSp>
        <p:nvGrpSpPr>
          <p:cNvPr id="36" name="Groupe 35">
            <a:extLst>
              <a:ext uri="{FF2B5EF4-FFF2-40B4-BE49-F238E27FC236}">
                <a16:creationId xmlns:a16="http://schemas.microsoft.com/office/drawing/2014/main" id="{4EF7F7D8-2F1F-EFB2-7B01-FE36DBE37CAC}"/>
              </a:ext>
            </a:extLst>
          </p:cNvPr>
          <p:cNvGrpSpPr/>
          <p:nvPr/>
        </p:nvGrpSpPr>
        <p:grpSpPr>
          <a:xfrm>
            <a:off x="1531686" y="1762048"/>
            <a:ext cx="360000" cy="360000"/>
            <a:chOff x="8612196" y="3801520"/>
            <a:chExt cx="1800000" cy="1800000"/>
          </a:xfrm>
        </p:grpSpPr>
        <p:sp>
          <p:nvSpPr>
            <p:cNvPr id="37" name="Ellipse 36">
              <a:extLst>
                <a:ext uri="{FF2B5EF4-FFF2-40B4-BE49-F238E27FC236}">
                  <a16:creationId xmlns:a16="http://schemas.microsoft.com/office/drawing/2014/main" id="{592B6240-4C9F-EF53-43C9-2EF4042F1297}"/>
                </a:ext>
              </a:extLst>
            </p:cNvPr>
            <p:cNvSpPr/>
            <p:nvPr/>
          </p:nvSpPr>
          <p:spPr>
            <a:xfrm>
              <a:off x="8612196" y="3801520"/>
              <a:ext cx="1800000" cy="1800000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b="1"/>
            </a:p>
          </p:txBody>
        </p:sp>
        <p:pic>
          <p:nvPicPr>
            <p:cNvPr id="38" name="Image 37">
              <a:extLst>
                <a:ext uri="{FF2B5EF4-FFF2-40B4-BE49-F238E27FC236}">
                  <a16:creationId xmlns:a16="http://schemas.microsoft.com/office/drawing/2014/main" id="{9B612B94-26B1-6868-1365-E552161EFE70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8696428" y="3885752"/>
              <a:ext cx="1631536" cy="1631536"/>
            </a:xfrm>
            <a:prstGeom prst="rect">
              <a:avLst/>
            </a:prstGeom>
          </p:spPr>
        </p:pic>
      </p:grpSp>
      <p:grpSp>
        <p:nvGrpSpPr>
          <p:cNvPr id="40" name="Groupe 39">
            <a:extLst>
              <a:ext uri="{FF2B5EF4-FFF2-40B4-BE49-F238E27FC236}">
                <a16:creationId xmlns:a16="http://schemas.microsoft.com/office/drawing/2014/main" id="{35931AB4-0EF3-CC11-6A37-25E736DC8855}"/>
              </a:ext>
            </a:extLst>
          </p:cNvPr>
          <p:cNvGrpSpPr/>
          <p:nvPr/>
        </p:nvGrpSpPr>
        <p:grpSpPr>
          <a:xfrm>
            <a:off x="2430172" y="1780222"/>
            <a:ext cx="360000" cy="360000"/>
            <a:chOff x="7698044" y="3453428"/>
            <a:chExt cx="1800000" cy="1800000"/>
          </a:xfrm>
        </p:grpSpPr>
        <p:sp>
          <p:nvSpPr>
            <p:cNvPr id="41" name="Ellipse 40">
              <a:extLst>
                <a:ext uri="{FF2B5EF4-FFF2-40B4-BE49-F238E27FC236}">
                  <a16:creationId xmlns:a16="http://schemas.microsoft.com/office/drawing/2014/main" id="{662F5EF4-F0F0-CACE-D022-BD474B949765}"/>
                </a:ext>
              </a:extLst>
            </p:cNvPr>
            <p:cNvSpPr/>
            <p:nvPr/>
          </p:nvSpPr>
          <p:spPr>
            <a:xfrm>
              <a:off x="7698044" y="3453428"/>
              <a:ext cx="1800000" cy="1800000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b="1"/>
            </a:p>
          </p:txBody>
        </p:sp>
        <p:pic>
          <p:nvPicPr>
            <p:cNvPr id="42" name="Image 41">
              <a:extLst>
                <a:ext uri="{FF2B5EF4-FFF2-40B4-BE49-F238E27FC236}">
                  <a16:creationId xmlns:a16="http://schemas.microsoft.com/office/drawing/2014/main" id="{207B4028-D127-40B0-9A2E-251E6B641A7B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7939554" y="3812716"/>
              <a:ext cx="1316981" cy="1081424"/>
            </a:xfrm>
            <a:prstGeom prst="rect">
              <a:avLst/>
            </a:prstGeom>
          </p:spPr>
        </p:pic>
      </p:grpSp>
      <p:grpSp>
        <p:nvGrpSpPr>
          <p:cNvPr id="76" name="Groupe 75">
            <a:extLst>
              <a:ext uri="{FF2B5EF4-FFF2-40B4-BE49-F238E27FC236}">
                <a16:creationId xmlns:a16="http://schemas.microsoft.com/office/drawing/2014/main" id="{19663B7E-D161-9EFA-9C0C-DD72CA7CD5F3}"/>
              </a:ext>
            </a:extLst>
          </p:cNvPr>
          <p:cNvGrpSpPr/>
          <p:nvPr/>
        </p:nvGrpSpPr>
        <p:grpSpPr>
          <a:xfrm>
            <a:off x="4569414" y="3996930"/>
            <a:ext cx="288000" cy="288000"/>
            <a:chOff x="6054233" y="4960569"/>
            <a:chExt cx="1800000" cy="1800000"/>
          </a:xfrm>
        </p:grpSpPr>
        <p:sp>
          <p:nvSpPr>
            <p:cNvPr id="83" name="Ellipse 82">
              <a:extLst>
                <a:ext uri="{FF2B5EF4-FFF2-40B4-BE49-F238E27FC236}">
                  <a16:creationId xmlns:a16="http://schemas.microsoft.com/office/drawing/2014/main" id="{16D5DB05-5A42-D1F5-377B-CDBD0872CC09}"/>
                </a:ext>
              </a:extLst>
            </p:cNvPr>
            <p:cNvSpPr/>
            <p:nvPr/>
          </p:nvSpPr>
          <p:spPr>
            <a:xfrm>
              <a:off x="6054233" y="4960569"/>
              <a:ext cx="1800000" cy="1800000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b="1"/>
            </a:p>
          </p:txBody>
        </p:sp>
        <p:pic>
          <p:nvPicPr>
            <p:cNvPr id="84" name="Image 83">
              <a:extLst>
                <a:ext uri="{FF2B5EF4-FFF2-40B4-BE49-F238E27FC236}">
                  <a16:creationId xmlns:a16="http://schemas.microsoft.com/office/drawing/2014/main" id="{7369074B-A1C6-2F25-51BF-F9B0973126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6298697" y="5322283"/>
              <a:ext cx="1311072" cy="1076572"/>
            </a:xfrm>
            <a:prstGeom prst="rect">
              <a:avLst/>
            </a:prstGeom>
          </p:spPr>
        </p:pic>
      </p:grpSp>
      <p:grpSp>
        <p:nvGrpSpPr>
          <p:cNvPr id="85" name="Groupe 84">
            <a:extLst>
              <a:ext uri="{FF2B5EF4-FFF2-40B4-BE49-F238E27FC236}">
                <a16:creationId xmlns:a16="http://schemas.microsoft.com/office/drawing/2014/main" id="{F437ECE9-9E2D-BFC7-A0DF-EF636FA1ABBB}"/>
              </a:ext>
            </a:extLst>
          </p:cNvPr>
          <p:cNvGrpSpPr/>
          <p:nvPr/>
        </p:nvGrpSpPr>
        <p:grpSpPr>
          <a:xfrm>
            <a:off x="4569414" y="4316881"/>
            <a:ext cx="288000" cy="288000"/>
            <a:chOff x="7698044" y="3453428"/>
            <a:chExt cx="1800000" cy="1800000"/>
          </a:xfrm>
        </p:grpSpPr>
        <p:sp>
          <p:nvSpPr>
            <p:cNvPr id="86" name="Ellipse 85">
              <a:extLst>
                <a:ext uri="{FF2B5EF4-FFF2-40B4-BE49-F238E27FC236}">
                  <a16:creationId xmlns:a16="http://schemas.microsoft.com/office/drawing/2014/main" id="{E6CC4587-1D7D-076B-B029-3A21569085CF}"/>
                </a:ext>
              </a:extLst>
            </p:cNvPr>
            <p:cNvSpPr/>
            <p:nvPr/>
          </p:nvSpPr>
          <p:spPr>
            <a:xfrm>
              <a:off x="7698044" y="3453428"/>
              <a:ext cx="1800000" cy="1800000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b="1"/>
            </a:p>
          </p:txBody>
        </p:sp>
        <p:pic>
          <p:nvPicPr>
            <p:cNvPr id="91" name="Image 90">
              <a:extLst>
                <a:ext uri="{FF2B5EF4-FFF2-40B4-BE49-F238E27FC236}">
                  <a16:creationId xmlns:a16="http://schemas.microsoft.com/office/drawing/2014/main" id="{41791507-689A-EC44-DCDE-0324A105C199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7939554" y="3812716"/>
              <a:ext cx="1316981" cy="1081424"/>
            </a:xfrm>
            <a:prstGeom prst="rect">
              <a:avLst/>
            </a:prstGeom>
          </p:spPr>
        </p:pic>
      </p:grpSp>
      <p:grpSp>
        <p:nvGrpSpPr>
          <p:cNvPr id="101" name="Groupe 100">
            <a:extLst>
              <a:ext uri="{FF2B5EF4-FFF2-40B4-BE49-F238E27FC236}">
                <a16:creationId xmlns:a16="http://schemas.microsoft.com/office/drawing/2014/main" id="{3A416195-885D-B412-950E-1F349C5CC6AB}"/>
              </a:ext>
            </a:extLst>
          </p:cNvPr>
          <p:cNvGrpSpPr/>
          <p:nvPr/>
        </p:nvGrpSpPr>
        <p:grpSpPr>
          <a:xfrm>
            <a:off x="7528615" y="3732095"/>
            <a:ext cx="360000" cy="360000"/>
            <a:chOff x="5447928" y="2816932"/>
            <a:chExt cx="1800000" cy="1800000"/>
          </a:xfrm>
        </p:grpSpPr>
        <p:sp>
          <p:nvSpPr>
            <p:cNvPr id="108" name="Ellipse 107">
              <a:extLst>
                <a:ext uri="{FF2B5EF4-FFF2-40B4-BE49-F238E27FC236}">
                  <a16:creationId xmlns:a16="http://schemas.microsoft.com/office/drawing/2014/main" id="{689719FF-319E-F4C6-E150-B6C708728D00}"/>
                </a:ext>
              </a:extLst>
            </p:cNvPr>
            <p:cNvSpPr/>
            <p:nvPr/>
          </p:nvSpPr>
          <p:spPr>
            <a:xfrm>
              <a:off x="5447928" y="2816932"/>
              <a:ext cx="1800000" cy="1800000"/>
            </a:xfrm>
            <a:prstGeom prst="ellipse">
              <a:avLst/>
            </a:prstGeom>
            <a:solidFill>
              <a:srgbClr val="EF72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109" name="Image 108">
              <a:extLst>
                <a:ext uri="{FF2B5EF4-FFF2-40B4-BE49-F238E27FC236}">
                  <a16:creationId xmlns:a16="http://schemas.microsoft.com/office/drawing/2014/main" id="{1AC2262C-D76B-934A-5E65-99DB0E926C90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flipH="1">
              <a:off x="5627848" y="2996852"/>
              <a:ext cx="1440160" cy="1440160"/>
            </a:xfrm>
            <a:prstGeom prst="rect">
              <a:avLst/>
            </a:prstGeom>
          </p:spPr>
        </p:pic>
      </p:grpSp>
      <p:pic>
        <p:nvPicPr>
          <p:cNvPr id="56" name="Image 55">
            <a:extLst>
              <a:ext uri="{FF2B5EF4-FFF2-40B4-BE49-F238E27FC236}">
                <a16:creationId xmlns:a16="http://schemas.microsoft.com/office/drawing/2014/main" id="{D4576F57-5AAB-FD75-0B39-CF56E4A144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78660" y="3217205"/>
            <a:ext cx="360000" cy="36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1" name="ZoneTexte 50">
                <a:extLst>
                  <a:ext uri="{FF2B5EF4-FFF2-40B4-BE49-F238E27FC236}">
                    <a16:creationId xmlns:a16="http://schemas.microsoft.com/office/drawing/2014/main" id="{6D25FEB6-8D32-0047-ABCC-BC9DE89AF675}"/>
                  </a:ext>
                </a:extLst>
              </p:cNvPr>
              <p:cNvSpPr txBox="1"/>
              <p:nvPr/>
            </p:nvSpPr>
            <p:spPr>
              <a:xfrm>
                <a:off x="6388732" y="3969305"/>
                <a:ext cx="1601173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𝑷</m:t>
                      </m:r>
                      <m:r>
                        <a:rPr lang="fr-FR" sz="11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1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𝑪</m:t>
                          </m:r>
                        </m:e>
                        <m:sub>
                          <m:r>
                            <a:rPr lang="fr-FR" sz="11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  <m:sSub>
                        <m:sSubPr>
                          <m:ctrlPr>
                            <a:rPr lang="fr-FR" sz="11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𝝎</m:t>
                          </m:r>
                        </m:e>
                        <m:sub>
                          <m:r>
                            <a:rPr lang="fr-FR" sz="11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</m:oMath>
                  </m:oMathPara>
                </a14:m>
                <a:endParaRPr lang="fr-FR" sz="11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1" name="ZoneTexte 50">
                <a:extLst>
                  <a:ext uri="{FF2B5EF4-FFF2-40B4-BE49-F238E27FC236}">
                    <a16:creationId xmlns:a16="http://schemas.microsoft.com/office/drawing/2014/main" id="{6D25FEB6-8D32-0047-ABCC-BC9DE89AF6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8732" y="3969305"/>
                <a:ext cx="1601173" cy="26161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5" name="Connecteur : en angle 74">
            <a:extLst>
              <a:ext uri="{FF2B5EF4-FFF2-40B4-BE49-F238E27FC236}">
                <a16:creationId xmlns:a16="http://schemas.microsoft.com/office/drawing/2014/main" id="{9A176452-8264-FDB3-BCB6-A57D3DD6A811}"/>
              </a:ext>
            </a:extLst>
          </p:cNvPr>
          <p:cNvCxnSpPr>
            <a:cxnSpLocks/>
            <a:stCxn id="43" idx="2"/>
            <a:endCxn id="6" idx="1"/>
          </p:cNvCxnSpPr>
          <p:nvPr/>
        </p:nvCxnSpPr>
        <p:spPr>
          <a:xfrm rot="5400000" flipH="1">
            <a:off x="3135586" y="-478302"/>
            <a:ext cx="1958842" cy="6116203"/>
          </a:xfrm>
          <a:prstGeom prst="bentConnector4">
            <a:avLst>
              <a:gd name="adj1" fmla="val -56683"/>
              <a:gd name="adj2" fmla="val 103738"/>
            </a:avLst>
          </a:prstGeom>
          <a:ln w="25400">
            <a:solidFill>
              <a:srgbClr val="08A559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8" name="Groupe 67">
            <a:extLst>
              <a:ext uri="{FF2B5EF4-FFF2-40B4-BE49-F238E27FC236}">
                <a16:creationId xmlns:a16="http://schemas.microsoft.com/office/drawing/2014/main" id="{B841AA18-EE52-BF71-8A77-FCA95EC11591}"/>
              </a:ext>
            </a:extLst>
          </p:cNvPr>
          <p:cNvGrpSpPr/>
          <p:nvPr/>
        </p:nvGrpSpPr>
        <p:grpSpPr>
          <a:xfrm>
            <a:off x="6939108" y="3626991"/>
            <a:ext cx="288000" cy="288000"/>
            <a:chOff x="5404964" y="4396133"/>
            <a:chExt cx="1800000" cy="1800000"/>
          </a:xfrm>
        </p:grpSpPr>
        <p:sp>
          <p:nvSpPr>
            <p:cNvPr id="69" name="Ellipse 68">
              <a:extLst>
                <a:ext uri="{FF2B5EF4-FFF2-40B4-BE49-F238E27FC236}">
                  <a16:creationId xmlns:a16="http://schemas.microsoft.com/office/drawing/2014/main" id="{65F49912-F500-977C-390A-F4CE59EA478C}"/>
                </a:ext>
              </a:extLst>
            </p:cNvPr>
            <p:cNvSpPr/>
            <p:nvPr/>
          </p:nvSpPr>
          <p:spPr>
            <a:xfrm>
              <a:off x="5404964" y="4396133"/>
              <a:ext cx="1800000" cy="1800000"/>
            </a:xfrm>
            <a:prstGeom prst="ellipse">
              <a:avLst/>
            </a:prstGeom>
            <a:solidFill>
              <a:srgbClr val="00517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70" name="Image 69">
              <a:extLst>
                <a:ext uri="{FF2B5EF4-FFF2-40B4-BE49-F238E27FC236}">
                  <a16:creationId xmlns:a16="http://schemas.microsoft.com/office/drawing/2014/main" id="{E46C5A9A-E0F4-935F-E346-29D344A63AA9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5543445" y="4536296"/>
              <a:ext cx="1358232" cy="1440000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1" name="ZoneTexte 70">
                <a:extLst>
                  <a:ext uri="{FF2B5EF4-FFF2-40B4-BE49-F238E27FC236}">
                    <a16:creationId xmlns:a16="http://schemas.microsoft.com/office/drawing/2014/main" id="{D9833143-E31B-E5B9-1329-DE97200F50C2}"/>
                  </a:ext>
                </a:extLst>
              </p:cNvPr>
              <p:cNvSpPr txBox="1"/>
              <p:nvPr/>
            </p:nvSpPr>
            <p:spPr>
              <a:xfrm>
                <a:off x="8465959" y="3675960"/>
                <a:ext cx="1601173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𝑷</m:t>
                      </m:r>
                      <m:r>
                        <a:rPr lang="fr-FR" sz="11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1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𝑪</m:t>
                          </m:r>
                        </m:e>
                        <m:sub>
                          <m:r>
                            <a:rPr lang="fr-FR" sz="11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𝒓</m:t>
                          </m:r>
                        </m:sub>
                      </m:sSub>
                      <m:sSub>
                        <m:sSubPr>
                          <m:ctrlPr>
                            <a:rPr lang="fr-FR" sz="11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𝝎</m:t>
                          </m:r>
                        </m:e>
                        <m:sub>
                          <m:r>
                            <a:rPr lang="fr-FR" sz="11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𝒓</m:t>
                          </m:r>
                        </m:sub>
                      </m:sSub>
                    </m:oMath>
                  </m:oMathPara>
                </a14:m>
                <a:endParaRPr lang="fr-FR" sz="11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1" name="ZoneTexte 70">
                <a:extLst>
                  <a:ext uri="{FF2B5EF4-FFF2-40B4-BE49-F238E27FC236}">
                    <a16:creationId xmlns:a16="http://schemas.microsoft.com/office/drawing/2014/main" id="{D9833143-E31B-E5B9-1329-DE97200F50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65959" y="3675960"/>
                <a:ext cx="1601173" cy="26161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43F6E0C2-9291-1B51-ED18-3EA8FCE274BD}"/>
              </a:ext>
            </a:extLst>
          </p:cNvPr>
          <p:cNvCxnSpPr/>
          <p:nvPr/>
        </p:nvCxnSpPr>
        <p:spPr>
          <a:xfrm flipV="1">
            <a:off x="0" y="195943"/>
            <a:ext cx="11734800" cy="5540828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40608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B794E1E6-E0CB-0314-482E-A48AE59E08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xx</a:t>
            </a:r>
            <a:br>
              <a:rPr lang="fr-FR" dirty="0"/>
            </a:br>
            <a:r>
              <a:rPr lang="fr-FR" dirty="0"/>
              <a:t>Loi Entrée-Sortie Géométrique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F27957C-90BC-4C2B-9008-D878CB51C0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02989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1B93E5D-BFFA-4BE0-BFB2-10B8A1E228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Loi Géométrique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9D4F5323-88C8-4E40-AC9C-10343472792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fr-FR" dirty="0"/>
                  <a:t>On a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𝐴𝐵</m:t>
                        </m:r>
                      </m:e>
                    </m:acc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𝐵𝐶</m:t>
                        </m:r>
                      </m:e>
                    </m:acc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𝐶𝐴</m:t>
                        </m:r>
                      </m:e>
                    </m:acc>
                    <m:r>
                      <a:rPr lang="fr-FR" b="0" i="0" smtClean="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acc>
                  </m:oMath>
                </a14:m>
                <a:endParaRPr lang="fr-FR" dirty="0"/>
              </a:p>
              <a:p>
                <a:r>
                  <a:rPr lang="fr-FR" dirty="0"/>
                  <a:t> </a:t>
                </a:r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𝐻</m:t>
                    </m:r>
                    <m:acc>
                      <m:accPr>
                        <m:chr m:val="⃗"/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acc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𝑅</m:t>
                    </m:r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acc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)</m:t>
                    </m:r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fr-FR" b="0" i="0" smtClean="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acc>
                  </m:oMath>
                </a14:m>
                <a:endParaRPr lang="fr-FR" dirty="0"/>
              </a:p>
              <a:p>
                <a:r>
                  <a:rPr lang="fr-FR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func>
                              <m:funcPr>
                                <m:ctrlP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 b="0" i="0" smtClean="0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d>
                              <m:d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  <m:func>
                              <m:funcPr>
                                <m:ctrlP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 b="0" i="0" smtClean="0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</m:e>
                            </m:func>
                            <m:r>
                              <a:rPr lang="fr-FR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func>
                              <m:funcPr>
                                <m:ctrlP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 b="0" i="0" smtClean="0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d>
                              <m:d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  <m:func>
                              <m:funcPr>
                                <m:ctrlP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 b="0" i="0" smtClean="0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</m:e>
                            </m:func>
                            <m:r>
                              <a:rPr lang="fr-FR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eqArr>
                      </m:e>
                    </m:d>
                  </m:oMath>
                </a14:m>
                <a:endParaRPr lang="fr-FR" dirty="0"/>
              </a:p>
              <a:p>
                <a:r>
                  <a:rPr lang="fr-FR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func>
                              <m:funcPr>
                                <m:ctrlP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 b="0" i="0" smtClean="0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func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d>
                              <m:d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  <m:func>
                              <m:funcPr>
                                <m:ctrlP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 b="0" i="0" smtClean="0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</m:e>
                            </m:func>
                          </m:e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func>
                              <m:funcPr>
                                <m:ctrlP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 b="0" i="0" smtClean="0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func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d>
                              <m:d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  <m:func>
                              <m:funcPr>
                                <m:ctrlP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 b="0" i="0" smtClean="0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</m:e>
                            </m:func>
                          </m:e>
                        </m:eqArr>
                      </m:e>
                    </m:d>
                  </m:oMath>
                </a14:m>
                <a:endParaRPr lang="fr-FR" b="0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func>
                      <m:func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cos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fName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func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func>
                          </m:e>
                        </m:d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fr-FR" b="0" dirty="0"/>
              </a:p>
              <a:p>
                <a14:m>
                  <m:oMath xmlns:m="http://schemas.openxmlformats.org/officeDocument/2006/math">
                    <m:func>
                      <m:func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tan</m:t>
                        </m:r>
                      </m:fName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𝜑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= </m:t>
                        </m:r>
                      </m:e>
                    </m:func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𝐻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𝑅</m:t>
                        </m:r>
                        <m:func>
                          <m:func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func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𝑅</m:t>
                        </m:r>
                        <m:func>
                          <m:func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func>
                      </m:den>
                    </m:f>
                  </m:oMath>
                </a14:m>
                <a:endParaRPr lang="fr-FR" dirty="0"/>
              </a:p>
              <a:p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9D4F5323-88C8-4E40-AC9C-1034347279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25" t="-92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e 3">
            <a:extLst>
              <a:ext uri="{FF2B5EF4-FFF2-40B4-BE49-F238E27FC236}">
                <a16:creationId xmlns:a16="http://schemas.microsoft.com/office/drawing/2014/main" id="{5A4FC2A9-75AA-56CC-A923-3BF29111EEE4}"/>
              </a:ext>
            </a:extLst>
          </p:cNvPr>
          <p:cNvGrpSpPr/>
          <p:nvPr/>
        </p:nvGrpSpPr>
        <p:grpSpPr>
          <a:xfrm>
            <a:off x="2713541" y="4360549"/>
            <a:ext cx="4318898" cy="2091847"/>
            <a:chOff x="3409371" y="1866793"/>
            <a:chExt cx="4318898" cy="2091847"/>
          </a:xfrm>
        </p:grpSpPr>
        <p:cxnSp>
          <p:nvCxnSpPr>
            <p:cNvPr id="5" name="Connecteur droit 4">
              <a:extLst>
                <a:ext uri="{FF2B5EF4-FFF2-40B4-BE49-F238E27FC236}">
                  <a16:creationId xmlns:a16="http://schemas.microsoft.com/office/drawing/2014/main" id="{ECFA4771-6AA8-5A31-CF05-412FB569A77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486426" y="2254307"/>
              <a:ext cx="1032230" cy="759328"/>
            </a:xfrm>
            <a:prstGeom prst="line">
              <a:avLst/>
            </a:prstGeom>
            <a:noFill/>
            <a:ln w="9525">
              <a:solidFill>
                <a:srgbClr val="7030A0"/>
              </a:solidFill>
              <a:headEnd type="stealth" w="med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" name="Connecteur droit 5">
              <a:extLst>
                <a:ext uri="{FF2B5EF4-FFF2-40B4-BE49-F238E27FC236}">
                  <a16:creationId xmlns:a16="http://schemas.microsoft.com/office/drawing/2014/main" id="{FF665CC6-6E7B-CC30-7256-0B54D948628F}"/>
                </a:ext>
              </a:extLst>
            </p:cNvPr>
            <p:cNvCxnSpPr>
              <a:cxnSpLocks/>
              <a:stCxn id="50" idx="5"/>
              <a:endCxn id="15" idx="1"/>
            </p:cNvCxnSpPr>
            <p:nvPr/>
          </p:nvCxnSpPr>
          <p:spPr>
            <a:xfrm flipH="1" flipV="1">
              <a:off x="6045088" y="1928547"/>
              <a:ext cx="1032230" cy="759328"/>
            </a:xfrm>
            <a:prstGeom prst="line">
              <a:avLst/>
            </a:prstGeom>
            <a:noFill/>
            <a:ln w="19050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7" name="Groupe 6">
              <a:extLst>
                <a:ext uri="{FF2B5EF4-FFF2-40B4-BE49-F238E27FC236}">
                  <a16:creationId xmlns:a16="http://schemas.microsoft.com/office/drawing/2014/main" id="{359CCE4D-B36C-3402-03BA-941CEA63AF2F}"/>
                </a:ext>
              </a:extLst>
            </p:cNvPr>
            <p:cNvGrpSpPr/>
            <p:nvPr/>
          </p:nvGrpSpPr>
          <p:grpSpPr>
            <a:xfrm rot="13500000">
              <a:off x="6629023" y="2007921"/>
              <a:ext cx="288000" cy="1796903"/>
              <a:chOff x="3631019" y="2472069"/>
              <a:chExt cx="288000" cy="1796903"/>
            </a:xfrm>
          </p:grpSpPr>
          <p:grpSp>
            <p:nvGrpSpPr>
              <p:cNvPr id="51" name="Groupe 50">
                <a:extLst>
                  <a:ext uri="{FF2B5EF4-FFF2-40B4-BE49-F238E27FC236}">
                    <a16:creationId xmlns:a16="http://schemas.microsoft.com/office/drawing/2014/main" id="{1FE3C519-3AEF-C59E-21DD-A517515B32A5}"/>
                  </a:ext>
                </a:extLst>
              </p:cNvPr>
              <p:cNvGrpSpPr/>
              <p:nvPr/>
            </p:nvGrpSpPr>
            <p:grpSpPr>
              <a:xfrm>
                <a:off x="3631019" y="2966483"/>
                <a:ext cx="288000" cy="1302489"/>
                <a:chOff x="3631019" y="2966483"/>
                <a:chExt cx="288000" cy="1302489"/>
              </a:xfrm>
            </p:grpSpPr>
            <p:sp>
              <p:nvSpPr>
                <p:cNvPr id="53" name="Arc 52">
                  <a:extLst>
                    <a:ext uri="{FF2B5EF4-FFF2-40B4-BE49-F238E27FC236}">
                      <a16:creationId xmlns:a16="http://schemas.microsoft.com/office/drawing/2014/main" id="{F73DD66A-91BA-3482-D5E7-25765A3BA83E}"/>
                    </a:ext>
                  </a:extLst>
                </p:cNvPr>
                <p:cNvSpPr/>
                <p:nvPr/>
              </p:nvSpPr>
              <p:spPr>
                <a:xfrm>
                  <a:off x="3631019" y="2966483"/>
                  <a:ext cx="288000" cy="288000"/>
                </a:xfrm>
                <a:prstGeom prst="arc">
                  <a:avLst>
                    <a:gd name="adj1" fmla="val 10671135"/>
                    <a:gd name="adj2" fmla="val 0"/>
                  </a:avLst>
                </a:prstGeom>
                <a:noFill/>
                <a:ln w="19050">
                  <a:solidFill>
                    <a:srgbClr val="FFC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>
                    <a:solidFill>
                      <a:srgbClr val="FF0000"/>
                    </a:solidFill>
                  </a:endParaRPr>
                </a:p>
              </p:txBody>
            </p:sp>
            <p:cxnSp>
              <p:nvCxnSpPr>
                <p:cNvPr id="54" name="Connecteur droit 53">
                  <a:extLst>
                    <a:ext uri="{FF2B5EF4-FFF2-40B4-BE49-F238E27FC236}">
                      <a16:creationId xmlns:a16="http://schemas.microsoft.com/office/drawing/2014/main" id="{B6AA2085-0A97-DB49-F6E8-AFCE3B7E1FF3}"/>
                    </a:ext>
                  </a:extLst>
                </p:cNvPr>
                <p:cNvCxnSpPr>
                  <a:cxnSpLocks/>
                  <a:stCxn id="53" idx="0"/>
                </p:cNvCxnSpPr>
                <p:nvPr/>
              </p:nvCxnSpPr>
              <p:spPr>
                <a:xfrm>
                  <a:off x="3631120" y="3115880"/>
                  <a:ext cx="0" cy="1153092"/>
                </a:xfrm>
                <a:prstGeom prst="line">
                  <a:avLst/>
                </a:prstGeom>
                <a:noFill/>
                <a:ln w="19050">
                  <a:solidFill>
                    <a:srgbClr val="FFC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</p:grpSp>
          <p:cxnSp>
            <p:nvCxnSpPr>
              <p:cNvPr id="52" name="Connecteur droit 51">
                <a:extLst>
                  <a:ext uri="{FF2B5EF4-FFF2-40B4-BE49-F238E27FC236}">
                    <a16:creationId xmlns:a16="http://schemas.microsoft.com/office/drawing/2014/main" id="{932862D1-EE95-76CB-2858-EF70BB3F0A4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780342" y="2472069"/>
                <a:ext cx="0" cy="494414"/>
              </a:xfrm>
              <a:prstGeom prst="line">
                <a:avLst/>
              </a:prstGeom>
              <a:noFill/>
              <a:ln w="1905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8" name="Forme libre : forme 7">
              <a:extLst>
                <a:ext uri="{FF2B5EF4-FFF2-40B4-BE49-F238E27FC236}">
                  <a16:creationId xmlns:a16="http://schemas.microsoft.com/office/drawing/2014/main" id="{8D8600F4-C9EF-C40E-FF10-0BE34FCE4E9E}"/>
                </a:ext>
              </a:extLst>
            </p:cNvPr>
            <p:cNvSpPr/>
            <p:nvPr/>
          </p:nvSpPr>
          <p:spPr>
            <a:xfrm>
              <a:off x="5968217" y="3719230"/>
              <a:ext cx="254643" cy="94628"/>
            </a:xfrm>
            <a:custGeom>
              <a:avLst/>
              <a:gdLst>
                <a:gd name="connsiteX0" fmla="*/ 0 w 254643"/>
                <a:gd name="connsiteY0" fmla="*/ 0 h 140389"/>
                <a:gd name="connsiteX1" fmla="*/ 92598 w 254643"/>
                <a:gd name="connsiteY1" fmla="*/ 138897 h 140389"/>
                <a:gd name="connsiteX2" fmla="*/ 138897 w 254643"/>
                <a:gd name="connsiteY2" fmla="*/ 75236 h 140389"/>
                <a:gd name="connsiteX3" fmla="*/ 202557 w 254643"/>
                <a:gd name="connsiteY3" fmla="*/ 104173 h 140389"/>
                <a:gd name="connsiteX4" fmla="*/ 254643 w 254643"/>
                <a:gd name="connsiteY4" fmla="*/ 5788 h 1403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4643" h="140389">
                  <a:moveTo>
                    <a:pt x="0" y="0"/>
                  </a:moveTo>
                  <a:cubicBezTo>
                    <a:pt x="34724" y="63179"/>
                    <a:pt x="69448" y="126358"/>
                    <a:pt x="92598" y="138897"/>
                  </a:cubicBezTo>
                  <a:cubicBezTo>
                    <a:pt x="115748" y="151436"/>
                    <a:pt x="120571" y="81023"/>
                    <a:pt x="138897" y="75236"/>
                  </a:cubicBezTo>
                  <a:cubicBezTo>
                    <a:pt x="157223" y="69449"/>
                    <a:pt x="183266" y="115748"/>
                    <a:pt x="202557" y="104173"/>
                  </a:cubicBezTo>
                  <a:cubicBezTo>
                    <a:pt x="221848" y="92598"/>
                    <a:pt x="238245" y="49193"/>
                    <a:pt x="254643" y="5788"/>
                  </a:cubicBezTo>
                </a:path>
              </a:pathLst>
            </a:cu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" name="Ellipse 8">
              <a:extLst>
                <a:ext uri="{FF2B5EF4-FFF2-40B4-BE49-F238E27FC236}">
                  <a16:creationId xmlns:a16="http://schemas.microsoft.com/office/drawing/2014/main" id="{094BC53A-7AB8-465E-CC82-5C0768F8628B}"/>
                </a:ext>
              </a:extLst>
            </p:cNvPr>
            <p:cNvSpPr/>
            <p:nvPr/>
          </p:nvSpPr>
          <p:spPr>
            <a:xfrm>
              <a:off x="6024000" y="3509979"/>
              <a:ext cx="144000" cy="144000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5670AB11-A611-82E1-A346-839A3510F4FC}"/>
                </a:ext>
              </a:extLst>
            </p:cNvPr>
            <p:cNvCxnSpPr>
              <a:cxnSpLocks/>
              <a:stCxn id="9" idx="4"/>
            </p:cNvCxnSpPr>
            <p:nvPr/>
          </p:nvCxnSpPr>
          <p:spPr>
            <a:xfrm>
              <a:off x="6096000" y="3653979"/>
              <a:ext cx="0" cy="59870"/>
            </a:xfrm>
            <a:prstGeom prst="lin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52B4DD97-9D7A-C866-F8AC-20ED0B234E50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095539" y="3572539"/>
              <a:ext cx="0" cy="288000"/>
            </a:xfrm>
            <a:prstGeom prst="lin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2" name="Groupe 11">
              <a:extLst>
                <a:ext uri="{FF2B5EF4-FFF2-40B4-BE49-F238E27FC236}">
                  <a16:creationId xmlns:a16="http://schemas.microsoft.com/office/drawing/2014/main" id="{628439A6-B7EA-1D9E-9011-781180923805}"/>
                </a:ext>
              </a:extLst>
            </p:cNvPr>
            <p:cNvGrpSpPr/>
            <p:nvPr/>
          </p:nvGrpSpPr>
          <p:grpSpPr>
            <a:xfrm>
              <a:off x="6882867" y="2493424"/>
              <a:ext cx="287079" cy="287079"/>
              <a:chOff x="6882867" y="2493424"/>
              <a:chExt cx="287079" cy="287079"/>
            </a:xfrm>
          </p:grpSpPr>
          <p:sp>
            <p:nvSpPr>
              <p:cNvPr id="49" name="Ellipse 48">
                <a:extLst>
                  <a:ext uri="{FF2B5EF4-FFF2-40B4-BE49-F238E27FC236}">
                    <a16:creationId xmlns:a16="http://schemas.microsoft.com/office/drawing/2014/main" id="{FE0B5E02-1C4D-4765-BF8D-ACC0C5A4AC8C}"/>
                  </a:ext>
                </a:extLst>
              </p:cNvPr>
              <p:cNvSpPr/>
              <p:nvPr/>
            </p:nvSpPr>
            <p:spPr>
              <a:xfrm>
                <a:off x="6882867" y="2493424"/>
                <a:ext cx="287079" cy="287079"/>
              </a:xfrm>
              <a:prstGeom prst="ellipse">
                <a:avLst/>
              </a:prstGeom>
              <a:noFill/>
              <a:ln w="19050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0" name="Ellipse 49">
                <a:extLst>
                  <a:ext uri="{FF2B5EF4-FFF2-40B4-BE49-F238E27FC236}">
                    <a16:creationId xmlns:a16="http://schemas.microsoft.com/office/drawing/2014/main" id="{31004ECE-6592-F5EF-13EA-B2C7383EEED4}"/>
                  </a:ext>
                </a:extLst>
              </p:cNvPr>
              <p:cNvSpPr/>
              <p:nvPr/>
            </p:nvSpPr>
            <p:spPr>
              <a:xfrm>
                <a:off x="6954406" y="2564963"/>
                <a:ext cx="144000" cy="144000"/>
              </a:xfrm>
              <a:prstGeom prst="ellipse">
                <a:avLst/>
              </a:prstGeom>
              <a:solidFill>
                <a:schemeClr val="bg1"/>
              </a:solidFill>
              <a:ln w="19050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</p:grpSp>
        <p:cxnSp>
          <p:nvCxnSpPr>
            <p:cNvPr id="13" name="Connecteur droit 12">
              <a:extLst>
                <a:ext uri="{FF2B5EF4-FFF2-40B4-BE49-F238E27FC236}">
                  <a16:creationId xmlns:a16="http://schemas.microsoft.com/office/drawing/2014/main" id="{B6D7AF92-4970-E23C-1A3D-C111933FCDEF}"/>
                </a:ext>
              </a:extLst>
            </p:cNvPr>
            <p:cNvCxnSpPr>
              <a:cxnSpLocks/>
              <a:stCxn id="50" idx="7"/>
              <a:endCxn id="49" idx="7"/>
            </p:cNvCxnSpPr>
            <p:nvPr/>
          </p:nvCxnSpPr>
          <p:spPr>
            <a:xfrm flipV="1">
              <a:off x="7077318" y="2535466"/>
              <a:ext cx="50586" cy="50585"/>
            </a:xfrm>
            <a:prstGeom prst="line">
              <a:avLst/>
            </a:prstGeom>
            <a:noFill/>
            <a:ln w="1905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" name="Connecteur droit 13">
              <a:extLst>
                <a:ext uri="{FF2B5EF4-FFF2-40B4-BE49-F238E27FC236}">
                  <a16:creationId xmlns:a16="http://schemas.microsoft.com/office/drawing/2014/main" id="{0DB692AF-B18C-C55E-0528-0AC55213425E}"/>
                </a:ext>
              </a:extLst>
            </p:cNvPr>
            <p:cNvCxnSpPr>
              <a:cxnSpLocks/>
              <a:stCxn id="9" idx="0"/>
              <a:endCxn id="15" idx="4"/>
            </p:cNvCxnSpPr>
            <p:nvPr/>
          </p:nvCxnSpPr>
          <p:spPr>
            <a:xfrm flipV="1">
              <a:off x="6096000" y="2051459"/>
              <a:ext cx="0" cy="1458520"/>
            </a:xfrm>
            <a:prstGeom prst="lin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5" name="Ellipse 14">
              <a:extLst>
                <a:ext uri="{FF2B5EF4-FFF2-40B4-BE49-F238E27FC236}">
                  <a16:creationId xmlns:a16="http://schemas.microsoft.com/office/drawing/2014/main" id="{C3341C7D-2CCC-A460-C62E-66A37989973E}"/>
                </a:ext>
              </a:extLst>
            </p:cNvPr>
            <p:cNvSpPr/>
            <p:nvPr/>
          </p:nvSpPr>
          <p:spPr>
            <a:xfrm>
              <a:off x="6024000" y="1907459"/>
              <a:ext cx="144000" cy="1440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6" name="Connecteur droit 15">
              <a:extLst>
                <a:ext uri="{FF2B5EF4-FFF2-40B4-BE49-F238E27FC236}">
                  <a16:creationId xmlns:a16="http://schemas.microsoft.com/office/drawing/2014/main" id="{4683747D-9AFF-9F08-F371-3A9A6DEB1BD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68000" y="3581979"/>
              <a:ext cx="1560269" cy="0"/>
            </a:xfrm>
            <a:prstGeom prst="line">
              <a:avLst/>
            </a:prstGeom>
            <a:noFill/>
            <a:ln w="19050">
              <a:solidFill>
                <a:srgbClr val="FFC000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ZoneTexte 16">
                  <a:extLst>
                    <a:ext uri="{FF2B5EF4-FFF2-40B4-BE49-F238E27FC236}">
                      <a16:creationId xmlns:a16="http://schemas.microsoft.com/office/drawing/2014/main" id="{AF9A8B69-E39F-1A00-DA18-F4CFFB8F280C}"/>
                    </a:ext>
                  </a:extLst>
                </p:cNvPr>
                <p:cNvSpPr txBox="1"/>
                <p:nvPr/>
              </p:nvSpPr>
              <p:spPr>
                <a:xfrm>
                  <a:off x="5776743" y="3499248"/>
                  <a:ext cx="134524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2" name="ZoneTexte 21">
                  <a:extLst>
                    <a:ext uri="{FF2B5EF4-FFF2-40B4-BE49-F238E27FC236}">
                      <a16:creationId xmlns:a16="http://schemas.microsoft.com/office/drawing/2014/main" id="{C2E4F8C3-F434-96D1-D957-61C00BD93D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76743" y="3499248"/>
                  <a:ext cx="134524" cy="184666"/>
                </a:xfrm>
                <a:prstGeom prst="rect">
                  <a:avLst/>
                </a:prstGeom>
                <a:blipFill>
                  <a:blip r:embed="rId3"/>
                  <a:stretch>
                    <a:fillRect l="-27273" r="-27273" b="-666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ZoneTexte 17">
                  <a:extLst>
                    <a:ext uri="{FF2B5EF4-FFF2-40B4-BE49-F238E27FC236}">
                      <a16:creationId xmlns:a16="http://schemas.microsoft.com/office/drawing/2014/main" id="{A5660E42-ABA5-DD82-10E5-6432AFE0E29F}"/>
                    </a:ext>
                  </a:extLst>
                </p:cNvPr>
                <p:cNvSpPr txBox="1"/>
                <p:nvPr/>
              </p:nvSpPr>
              <p:spPr>
                <a:xfrm>
                  <a:off x="5828020" y="1866793"/>
                  <a:ext cx="140359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3" name="ZoneTexte 22">
                  <a:extLst>
                    <a:ext uri="{FF2B5EF4-FFF2-40B4-BE49-F238E27FC236}">
                      <a16:creationId xmlns:a16="http://schemas.microsoft.com/office/drawing/2014/main" id="{9FB84DBE-85C0-EB17-D7EC-DF910C1DAC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28020" y="1866793"/>
                  <a:ext cx="140359" cy="184666"/>
                </a:xfrm>
                <a:prstGeom prst="rect">
                  <a:avLst/>
                </a:prstGeom>
                <a:blipFill>
                  <a:blip r:embed="rId4"/>
                  <a:stretch>
                    <a:fillRect l="-26087" r="-21739" b="-666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ZoneTexte 18">
                  <a:extLst>
                    <a:ext uri="{FF2B5EF4-FFF2-40B4-BE49-F238E27FC236}">
                      <a16:creationId xmlns:a16="http://schemas.microsoft.com/office/drawing/2014/main" id="{5B27DE74-2FE4-B97B-FF2F-FE94A9D50E7A}"/>
                    </a:ext>
                  </a:extLst>
                </p:cNvPr>
                <p:cNvSpPr txBox="1"/>
                <p:nvPr/>
              </p:nvSpPr>
              <p:spPr>
                <a:xfrm>
                  <a:off x="6892521" y="2272989"/>
                  <a:ext cx="133370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4" name="ZoneTexte 23">
                  <a:extLst>
                    <a:ext uri="{FF2B5EF4-FFF2-40B4-BE49-F238E27FC236}">
                      <a16:creationId xmlns:a16="http://schemas.microsoft.com/office/drawing/2014/main" id="{E9FC3B66-3F19-4AE1-7F97-556E3D403FB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92521" y="2272989"/>
                  <a:ext cx="133370" cy="184666"/>
                </a:xfrm>
                <a:prstGeom prst="rect">
                  <a:avLst/>
                </a:prstGeom>
                <a:blipFill>
                  <a:blip r:embed="rId5"/>
                  <a:stretch>
                    <a:fillRect l="-27273" r="-22727" b="-322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ZoneTexte 19">
                  <a:extLst>
                    <a:ext uri="{FF2B5EF4-FFF2-40B4-BE49-F238E27FC236}">
                      <a16:creationId xmlns:a16="http://schemas.microsoft.com/office/drawing/2014/main" id="{652EE9A5-CC6D-4355-8D3B-410DB713DB35}"/>
                    </a:ext>
                  </a:extLst>
                </p:cNvPr>
                <p:cNvSpPr txBox="1"/>
                <p:nvPr/>
              </p:nvSpPr>
              <p:spPr>
                <a:xfrm>
                  <a:off x="7169946" y="2777974"/>
                  <a:ext cx="97847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5" name="ZoneTexte 24">
                  <a:extLst>
                    <a:ext uri="{FF2B5EF4-FFF2-40B4-BE49-F238E27FC236}">
                      <a16:creationId xmlns:a16="http://schemas.microsoft.com/office/drawing/2014/main" id="{08DBE11C-25F7-7C45-0B50-720E95ECDD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69946" y="2777974"/>
                  <a:ext cx="97847" cy="184666"/>
                </a:xfrm>
                <a:prstGeom prst="rect">
                  <a:avLst/>
                </a:prstGeom>
                <a:blipFill>
                  <a:blip r:embed="rId6"/>
                  <a:stretch>
                    <a:fillRect l="-37500" r="-31250" b="-322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9E68254C-4536-7A73-5CB8-E294B7CE8BD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162811" y="2899505"/>
              <a:ext cx="610252" cy="600724"/>
            </a:xfrm>
            <a:prstGeom prst="line">
              <a:avLst/>
            </a:prstGeom>
            <a:noFill/>
            <a:ln w="9525">
              <a:solidFill>
                <a:srgbClr val="FFC000"/>
              </a:solidFill>
              <a:tailEnd type="stealth" w="med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2" name="Ellipse 21">
              <a:extLst>
                <a:ext uri="{FF2B5EF4-FFF2-40B4-BE49-F238E27FC236}">
                  <a16:creationId xmlns:a16="http://schemas.microsoft.com/office/drawing/2014/main" id="{E2C4655F-D48D-0C67-3464-E00F9BF8894B}"/>
                </a:ext>
              </a:extLst>
            </p:cNvPr>
            <p:cNvSpPr/>
            <p:nvPr/>
          </p:nvSpPr>
          <p:spPr>
            <a:xfrm>
              <a:off x="6842582" y="3044390"/>
              <a:ext cx="225543" cy="225543"/>
            </a:xfrm>
            <a:prstGeom prst="ellipse">
              <a:avLst/>
            </a:prstGeom>
            <a:noFill/>
            <a:ln w="1905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b="1" dirty="0">
                  <a:solidFill>
                    <a:srgbClr val="FFC000"/>
                  </a:solidFill>
                </a:rPr>
                <a:t>1</a:t>
              </a:r>
              <a:endParaRPr lang="fr-FR" b="1" dirty="0">
                <a:solidFill>
                  <a:srgbClr val="FFC000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ZoneTexte 22">
                  <a:extLst>
                    <a:ext uri="{FF2B5EF4-FFF2-40B4-BE49-F238E27FC236}">
                      <a16:creationId xmlns:a16="http://schemas.microsoft.com/office/drawing/2014/main" id="{4BD6BC14-0D90-8469-BB6F-1F978EFE5E8B}"/>
                    </a:ext>
                  </a:extLst>
                </p:cNvPr>
                <p:cNvSpPr txBox="1"/>
                <p:nvPr/>
              </p:nvSpPr>
              <p:spPr>
                <a:xfrm>
                  <a:off x="6528305" y="2769491"/>
                  <a:ext cx="184088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8" name="ZoneTexte 27">
                  <a:extLst>
                    <a:ext uri="{FF2B5EF4-FFF2-40B4-BE49-F238E27FC236}">
                      <a16:creationId xmlns:a16="http://schemas.microsoft.com/office/drawing/2014/main" id="{042E8A4A-5B95-D7C8-0501-A72DDAEF98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28305" y="2769491"/>
                  <a:ext cx="184088" cy="184666"/>
                </a:xfrm>
                <a:prstGeom prst="rect">
                  <a:avLst/>
                </a:prstGeom>
                <a:blipFill>
                  <a:blip r:embed="rId7"/>
                  <a:stretch>
                    <a:fillRect l="-13333" r="-3333" b="-13333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ZoneTexte 23">
                  <a:extLst>
                    <a:ext uri="{FF2B5EF4-FFF2-40B4-BE49-F238E27FC236}">
                      <a16:creationId xmlns:a16="http://schemas.microsoft.com/office/drawing/2014/main" id="{BE7800C7-A4F0-556F-F054-73FDFF7D46A0}"/>
                    </a:ext>
                  </a:extLst>
                </p:cNvPr>
                <p:cNvSpPr txBox="1"/>
                <p:nvPr/>
              </p:nvSpPr>
              <p:spPr>
                <a:xfrm>
                  <a:off x="7500980" y="2803916"/>
                  <a:ext cx="187680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9" name="ZoneTexte 28">
                  <a:extLst>
                    <a:ext uri="{FF2B5EF4-FFF2-40B4-BE49-F238E27FC236}">
                      <a16:creationId xmlns:a16="http://schemas.microsoft.com/office/drawing/2014/main" id="{8AB41663-5B8D-9A4A-226A-2A44CA316B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00980" y="2803916"/>
                  <a:ext cx="187680" cy="184666"/>
                </a:xfrm>
                <a:prstGeom prst="rect">
                  <a:avLst/>
                </a:prstGeom>
                <a:blipFill>
                  <a:blip r:embed="rId8"/>
                  <a:stretch>
                    <a:fillRect l="-9677" r="-3226" b="-13333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Ellipse 24">
              <a:extLst>
                <a:ext uri="{FF2B5EF4-FFF2-40B4-BE49-F238E27FC236}">
                  <a16:creationId xmlns:a16="http://schemas.microsoft.com/office/drawing/2014/main" id="{761215B8-4F9C-1EEE-E610-41528EAA5723}"/>
                </a:ext>
              </a:extLst>
            </p:cNvPr>
            <p:cNvSpPr/>
            <p:nvPr/>
          </p:nvSpPr>
          <p:spPr>
            <a:xfrm>
              <a:off x="5821263" y="2915918"/>
              <a:ext cx="225543" cy="225543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b="1" dirty="0">
                  <a:solidFill>
                    <a:schemeClr val="tx1"/>
                  </a:solidFill>
                </a:rPr>
                <a:t>0</a:t>
              </a:r>
              <a:endParaRPr lang="fr-FR" b="1" dirty="0">
                <a:solidFill>
                  <a:schemeClr val="tx1"/>
                </a:solidFill>
              </a:endParaRPr>
            </a:p>
          </p:txBody>
        </p:sp>
        <p:sp>
          <p:nvSpPr>
            <p:cNvPr id="26" name="Ellipse 25">
              <a:extLst>
                <a:ext uri="{FF2B5EF4-FFF2-40B4-BE49-F238E27FC236}">
                  <a16:creationId xmlns:a16="http://schemas.microsoft.com/office/drawing/2014/main" id="{3765A372-FFE5-364A-C9A4-B385C54D5BE9}"/>
                </a:ext>
              </a:extLst>
            </p:cNvPr>
            <p:cNvSpPr/>
            <p:nvPr/>
          </p:nvSpPr>
          <p:spPr>
            <a:xfrm>
              <a:off x="6503049" y="2041465"/>
              <a:ext cx="225543" cy="225543"/>
            </a:xfrm>
            <a:prstGeom prst="ellipse">
              <a:avLst/>
            </a:prstGeom>
            <a:noFill/>
            <a:ln w="19050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b="1" dirty="0">
                  <a:solidFill>
                    <a:srgbClr val="7030A0"/>
                  </a:solidFill>
                </a:rPr>
                <a:t>2</a:t>
              </a:r>
              <a:endParaRPr lang="fr-FR" b="1" dirty="0">
                <a:solidFill>
                  <a:srgbClr val="7030A0"/>
                </a:solidFill>
              </a:endParaRPr>
            </a:p>
          </p:txBody>
        </p:sp>
        <p:sp>
          <p:nvSpPr>
            <p:cNvPr id="27" name="Ellipse 26">
              <a:extLst>
                <a:ext uri="{FF2B5EF4-FFF2-40B4-BE49-F238E27FC236}">
                  <a16:creationId xmlns:a16="http://schemas.microsoft.com/office/drawing/2014/main" id="{F3B41D34-F271-5E52-92AE-B85BCDCFBAA0}"/>
                </a:ext>
              </a:extLst>
            </p:cNvPr>
            <p:cNvSpPr/>
            <p:nvPr/>
          </p:nvSpPr>
          <p:spPr>
            <a:xfrm>
              <a:off x="7126815" y="2245846"/>
              <a:ext cx="225543" cy="225543"/>
            </a:xfrm>
            <a:prstGeom prst="ellipse">
              <a:avLst/>
            </a:prstGeom>
            <a:noFill/>
            <a:ln w="1905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b="1" dirty="0">
                  <a:solidFill>
                    <a:srgbClr val="00B050"/>
                  </a:solidFill>
                </a:rPr>
                <a:t>3</a:t>
              </a:r>
              <a:endParaRPr lang="fr-FR" b="1" dirty="0">
                <a:solidFill>
                  <a:srgbClr val="00B050"/>
                </a:solidFill>
              </a:endParaRPr>
            </a:p>
          </p:txBody>
        </p:sp>
        <p:grpSp>
          <p:nvGrpSpPr>
            <p:cNvPr id="28" name="Groupe 27">
              <a:extLst>
                <a:ext uri="{FF2B5EF4-FFF2-40B4-BE49-F238E27FC236}">
                  <a16:creationId xmlns:a16="http://schemas.microsoft.com/office/drawing/2014/main" id="{4EB353A3-168C-C049-DC86-CD24E21854A7}"/>
                </a:ext>
              </a:extLst>
            </p:cNvPr>
            <p:cNvGrpSpPr/>
            <p:nvPr/>
          </p:nvGrpSpPr>
          <p:grpSpPr>
            <a:xfrm>
              <a:off x="3943586" y="2708964"/>
              <a:ext cx="722488" cy="722488"/>
              <a:chOff x="3943586" y="2708964"/>
              <a:chExt cx="722488" cy="722488"/>
            </a:xfrm>
          </p:grpSpPr>
          <p:cxnSp>
            <p:nvCxnSpPr>
              <p:cNvPr id="47" name="Connecteur droit 46">
                <a:extLst>
                  <a:ext uri="{FF2B5EF4-FFF2-40B4-BE49-F238E27FC236}">
                    <a16:creationId xmlns:a16="http://schemas.microsoft.com/office/drawing/2014/main" id="{97D792C0-4C59-DB88-211C-402644DF93F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943586" y="3429000"/>
                <a:ext cx="722488" cy="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headEnd type="stealth" w="sm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48" name="Connecteur droit 47">
                <a:extLst>
                  <a:ext uri="{FF2B5EF4-FFF2-40B4-BE49-F238E27FC236}">
                    <a16:creationId xmlns:a16="http://schemas.microsoft.com/office/drawing/2014/main" id="{B4480C0B-C4F3-B2DE-92F3-4D9FFAFD62F6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>
                <a:off x="3582343" y="3070207"/>
                <a:ext cx="722488" cy="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headEnd type="stealth" w="sm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29" name="Groupe 28">
              <a:extLst>
                <a:ext uri="{FF2B5EF4-FFF2-40B4-BE49-F238E27FC236}">
                  <a16:creationId xmlns:a16="http://schemas.microsoft.com/office/drawing/2014/main" id="{CFDDDC5D-5EE9-B063-DB2D-0A4F9571587A}"/>
                </a:ext>
              </a:extLst>
            </p:cNvPr>
            <p:cNvGrpSpPr/>
            <p:nvPr/>
          </p:nvGrpSpPr>
          <p:grpSpPr>
            <a:xfrm rot="20521398">
              <a:off x="3814215" y="2617044"/>
              <a:ext cx="722488" cy="722488"/>
              <a:chOff x="3943586" y="2708964"/>
              <a:chExt cx="722488" cy="722488"/>
            </a:xfrm>
          </p:grpSpPr>
          <p:cxnSp>
            <p:nvCxnSpPr>
              <p:cNvPr id="45" name="Connecteur droit 44">
                <a:extLst>
                  <a:ext uri="{FF2B5EF4-FFF2-40B4-BE49-F238E27FC236}">
                    <a16:creationId xmlns:a16="http://schemas.microsoft.com/office/drawing/2014/main" id="{39597CC2-DFC6-415C-0BE0-4241872F221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943586" y="3429000"/>
                <a:ext cx="722488" cy="1"/>
              </a:xfrm>
              <a:prstGeom prst="line">
                <a:avLst/>
              </a:prstGeom>
              <a:noFill/>
              <a:ln w="9525">
                <a:solidFill>
                  <a:srgbClr val="FFC000"/>
                </a:solidFill>
                <a:headEnd type="stealth" w="sm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46" name="Connecteur droit 45">
                <a:extLst>
                  <a:ext uri="{FF2B5EF4-FFF2-40B4-BE49-F238E27FC236}">
                    <a16:creationId xmlns:a16="http://schemas.microsoft.com/office/drawing/2014/main" id="{532EF698-9ABE-884D-A9F9-FAD336B2C936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>
                <a:off x="3582343" y="3070207"/>
                <a:ext cx="722488" cy="1"/>
              </a:xfrm>
              <a:prstGeom prst="line">
                <a:avLst/>
              </a:prstGeom>
              <a:noFill/>
              <a:ln w="9525">
                <a:solidFill>
                  <a:srgbClr val="FFC000"/>
                </a:solidFill>
                <a:headEnd type="stealth" w="sm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30" name="Groupe 29">
              <a:extLst>
                <a:ext uri="{FF2B5EF4-FFF2-40B4-BE49-F238E27FC236}">
                  <a16:creationId xmlns:a16="http://schemas.microsoft.com/office/drawing/2014/main" id="{2590D64E-5823-19A8-37A9-C7E7BE2C2205}"/>
                </a:ext>
              </a:extLst>
            </p:cNvPr>
            <p:cNvGrpSpPr/>
            <p:nvPr/>
          </p:nvGrpSpPr>
          <p:grpSpPr>
            <a:xfrm rot="19800000">
              <a:off x="3713252" y="2571836"/>
              <a:ext cx="722488" cy="722488"/>
              <a:chOff x="3943586" y="2708964"/>
              <a:chExt cx="722488" cy="722488"/>
            </a:xfrm>
          </p:grpSpPr>
          <p:cxnSp>
            <p:nvCxnSpPr>
              <p:cNvPr id="43" name="Connecteur droit 42">
                <a:extLst>
                  <a:ext uri="{FF2B5EF4-FFF2-40B4-BE49-F238E27FC236}">
                    <a16:creationId xmlns:a16="http://schemas.microsoft.com/office/drawing/2014/main" id="{00DB4694-8790-585A-1AE7-A10C270E0D2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943586" y="3429000"/>
                <a:ext cx="722488" cy="1"/>
              </a:xfrm>
              <a:prstGeom prst="line">
                <a:avLst/>
              </a:prstGeom>
              <a:noFill/>
              <a:ln w="9525">
                <a:solidFill>
                  <a:srgbClr val="7030A0"/>
                </a:solidFill>
                <a:headEnd type="stealth" w="sm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44" name="Connecteur droit 43">
                <a:extLst>
                  <a:ext uri="{FF2B5EF4-FFF2-40B4-BE49-F238E27FC236}">
                    <a16:creationId xmlns:a16="http://schemas.microsoft.com/office/drawing/2014/main" id="{C547FBF8-13DB-A422-61A5-B8DE9927F9EB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>
                <a:off x="3582343" y="3070207"/>
                <a:ext cx="722488" cy="1"/>
              </a:xfrm>
              <a:prstGeom prst="line">
                <a:avLst/>
              </a:prstGeom>
              <a:noFill/>
              <a:ln w="9525">
                <a:solidFill>
                  <a:srgbClr val="7030A0"/>
                </a:solidFill>
                <a:headEnd type="stealth" w="sm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ZoneTexte 30">
                  <a:extLst>
                    <a:ext uri="{FF2B5EF4-FFF2-40B4-BE49-F238E27FC236}">
                      <a16:creationId xmlns:a16="http://schemas.microsoft.com/office/drawing/2014/main" id="{86825C59-4961-B868-1A52-BB66DEDC765A}"/>
                    </a:ext>
                  </a:extLst>
                </p:cNvPr>
                <p:cNvSpPr txBox="1"/>
                <p:nvPr/>
              </p:nvSpPr>
              <p:spPr>
                <a:xfrm>
                  <a:off x="4659428" y="3332093"/>
                  <a:ext cx="156325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000" dirty="0"/>
                </a:p>
              </p:txBody>
            </p:sp>
          </mc:Choice>
          <mc:Fallback xmlns="">
            <p:sp>
              <p:nvSpPr>
                <p:cNvPr id="42" name="ZoneTexte 41">
                  <a:extLst>
                    <a:ext uri="{FF2B5EF4-FFF2-40B4-BE49-F238E27FC236}">
                      <a16:creationId xmlns:a16="http://schemas.microsoft.com/office/drawing/2014/main" id="{B89B714C-CD8A-1B97-5148-2A31B57C08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59428" y="3332093"/>
                  <a:ext cx="156325" cy="153888"/>
                </a:xfrm>
                <a:prstGeom prst="rect">
                  <a:avLst/>
                </a:prstGeom>
                <a:blipFill>
                  <a:blip r:embed="rId9"/>
                  <a:stretch>
                    <a:fillRect l="-11538" r="-3846" b="-16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ZoneTexte 31">
                  <a:extLst>
                    <a:ext uri="{FF2B5EF4-FFF2-40B4-BE49-F238E27FC236}">
                      <a16:creationId xmlns:a16="http://schemas.microsoft.com/office/drawing/2014/main" id="{699F2871-4CA1-D54E-2D6E-46D90830BE3C}"/>
                    </a:ext>
                  </a:extLst>
                </p:cNvPr>
                <p:cNvSpPr txBox="1"/>
                <p:nvPr/>
              </p:nvSpPr>
              <p:spPr>
                <a:xfrm>
                  <a:off x="4654444" y="3118661"/>
                  <a:ext cx="153375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000" dirty="0"/>
                </a:p>
              </p:txBody>
            </p:sp>
          </mc:Choice>
          <mc:Fallback xmlns="">
            <p:sp>
              <p:nvSpPr>
                <p:cNvPr id="43" name="ZoneTexte 42">
                  <a:extLst>
                    <a:ext uri="{FF2B5EF4-FFF2-40B4-BE49-F238E27FC236}">
                      <a16:creationId xmlns:a16="http://schemas.microsoft.com/office/drawing/2014/main" id="{8153749F-BF8F-52BC-E7C5-7858116BC3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54444" y="3118661"/>
                  <a:ext cx="153375" cy="153888"/>
                </a:xfrm>
                <a:prstGeom prst="rect">
                  <a:avLst/>
                </a:prstGeom>
                <a:blipFill>
                  <a:blip r:embed="rId10"/>
                  <a:stretch>
                    <a:fillRect l="-12000" r="-8000" b="-16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ZoneTexte 32">
                  <a:extLst>
                    <a:ext uri="{FF2B5EF4-FFF2-40B4-BE49-F238E27FC236}">
                      <a16:creationId xmlns:a16="http://schemas.microsoft.com/office/drawing/2014/main" id="{30CFB238-5521-C6DB-96BC-3BCD51041741}"/>
                    </a:ext>
                  </a:extLst>
                </p:cNvPr>
                <p:cNvSpPr txBox="1"/>
                <p:nvPr/>
              </p:nvSpPr>
              <p:spPr>
                <a:xfrm>
                  <a:off x="4555756" y="2978683"/>
                  <a:ext cx="156325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000" dirty="0"/>
                </a:p>
              </p:txBody>
            </p:sp>
          </mc:Choice>
          <mc:Fallback xmlns="">
            <p:sp>
              <p:nvSpPr>
                <p:cNvPr id="44" name="ZoneTexte 43">
                  <a:extLst>
                    <a:ext uri="{FF2B5EF4-FFF2-40B4-BE49-F238E27FC236}">
                      <a16:creationId xmlns:a16="http://schemas.microsoft.com/office/drawing/2014/main" id="{86C7715B-028D-DE2D-2F09-E2B075ACFB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5756" y="2978683"/>
                  <a:ext cx="156325" cy="153888"/>
                </a:xfrm>
                <a:prstGeom prst="rect">
                  <a:avLst/>
                </a:prstGeom>
                <a:blipFill>
                  <a:blip r:embed="rId11"/>
                  <a:stretch>
                    <a:fillRect l="-11538" r="-3846" b="-16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ZoneTexte 33">
                  <a:extLst>
                    <a:ext uri="{FF2B5EF4-FFF2-40B4-BE49-F238E27FC236}">
                      <a16:creationId xmlns:a16="http://schemas.microsoft.com/office/drawing/2014/main" id="{281FC340-4C0F-00DE-54D1-3F50885FED67}"/>
                    </a:ext>
                  </a:extLst>
                </p:cNvPr>
                <p:cNvSpPr txBox="1"/>
                <p:nvPr/>
              </p:nvSpPr>
              <p:spPr>
                <a:xfrm>
                  <a:off x="3864357" y="2550172"/>
                  <a:ext cx="156902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000" dirty="0"/>
                </a:p>
              </p:txBody>
            </p:sp>
          </mc:Choice>
          <mc:Fallback xmlns="">
            <p:sp>
              <p:nvSpPr>
                <p:cNvPr id="45" name="ZoneTexte 44">
                  <a:extLst>
                    <a:ext uri="{FF2B5EF4-FFF2-40B4-BE49-F238E27FC236}">
                      <a16:creationId xmlns:a16="http://schemas.microsoft.com/office/drawing/2014/main" id="{F01A7A0C-CEFA-13BE-1840-F838C3CC2B1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64357" y="2550172"/>
                  <a:ext cx="156902" cy="153888"/>
                </a:xfrm>
                <a:prstGeom prst="rect">
                  <a:avLst/>
                </a:prstGeom>
                <a:blipFill>
                  <a:blip r:embed="rId12"/>
                  <a:stretch>
                    <a:fillRect l="-24000" r="-8000" b="-24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ZoneTexte 34">
                  <a:extLst>
                    <a:ext uri="{FF2B5EF4-FFF2-40B4-BE49-F238E27FC236}">
                      <a16:creationId xmlns:a16="http://schemas.microsoft.com/office/drawing/2014/main" id="{33433B76-8F0F-26C6-D82D-70530050022C}"/>
                    </a:ext>
                  </a:extLst>
                </p:cNvPr>
                <p:cNvSpPr txBox="1"/>
                <p:nvPr/>
              </p:nvSpPr>
              <p:spPr>
                <a:xfrm>
                  <a:off x="3625745" y="2584081"/>
                  <a:ext cx="153953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000" dirty="0"/>
                </a:p>
              </p:txBody>
            </p:sp>
          </mc:Choice>
          <mc:Fallback xmlns="">
            <p:sp>
              <p:nvSpPr>
                <p:cNvPr id="46" name="ZoneTexte 45">
                  <a:extLst>
                    <a:ext uri="{FF2B5EF4-FFF2-40B4-BE49-F238E27FC236}">
                      <a16:creationId xmlns:a16="http://schemas.microsoft.com/office/drawing/2014/main" id="{C45A7F48-01C9-4FCA-E52D-29FDC97827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25745" y="2584081"/>
                  <a:ext cx="153953" cy="153888"/>
                </a:xfrm>
                <a:prstGeom prst="rect">
                  <a:avLst/>
                </a:prstGeom>
                <a:blipFill>
                  <a:blip r:embed="rId13"/>
                  <a:stretch>
                    <a:fillRect l="-24000" r="-8000" b="-2307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6" name="Ellipse 35">
              <a:extLst>
                <a:ext uri="{FF2B5EF4-FFF2-40B4-BE49-F238E27FC236}">
                  <a16:creationId xmlns:a16="http://schemas.microsoft.com/office/drawing/2014/main" id="{AF2BB349-06F4-0A6F-3031-B6A0083FE96A}"/>
                </a:ext>
              </a:extLst>
            </p:cNvPr>
            <p:cNvSpPr/>
            <p:nvPr/>
          </p:nvSpPr>
          <p:spPr>
            <a:xfrm>
              <a:off x="3891138" y="3373761"/>
              <a:ext cx="108000" cy="108000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7" name="Ellipse 36">
              <a:extLst>
                <a:ext uri="{FF2B5EF4-FFF2-40B4-BE49-F238E27FC236}">
                  <a16:creationId xmlns:a16="http://schemas.microsoft.com/office/drawing/2014/main" id="{177A508D-72D9-403F-E789-5C24F1E17063}"/>
                </a:ext>
              </a:extLst>
            </p:cNvPr>
            <p:cNvSpPr/>
            <p:nvPr/>
          </p:nvSpPr>
          <p:spPr>
            <a:xfrm>
              <a:off x="3927138" y="3409761"/>
              <a:ext cx="36000" cy="36000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ZoneTexte 37">
                  <a:extLst>
                    <a:ext uri="{FF2B5EF4-FFF2-40B4-BE49-F238E27FC236}">
                      <a16:creationId xmlns:a16="http://schemas.microsoft.com/office/drawing/2014/main" id="{25F290F6-DFB4-9453-E2FC-C2175B80A89A}"/>
                    </a:ext>
                  </a:extLst>
                </p:cNvPr>
                <p:cNvSpPr txBox="1"/>
                <p:nvPr/>
              </p:nvSpPr>
              <p:spPr>
                <a:xfrm>
                  <a:off x="3419103" y="2654598"/>
                  <a:ext cx="156902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000" dirty="0"/>
                </a:p>
              </p:txBody>
            </p:sp>
          </mc:Choice>
          <mc:Fallback xmlns="">
            <p:sp>
              <p:nvSpPr>
                <p:cNvPr id="49" name="ZoneTexte 48">
                  <a:extLst>
                    <a:ext uri="{FF2B5EF4-FFF2-40B4-BE49-F238E27FC236}">
                      <a16:creationId xmlns:a16="http://schemas.microsoft.com/office/drawing/2014/main" id="{FA47477D-B9E3-CD7F-2EC3-E4A1DDC330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19103" y="2654598"/>
                  <a:ext cx="156902" cy="153888"/>
                </a:xfrm>
                <a:prstGeom prst="rect">
                  <a:avLst/>
                </a:prstGeom>
                <a:blipFill>
                  <a:blip r:embed="rId14"/>
                  <a:stretch>
                    <a:fillRect l="-24000" r="-8000" b="-28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Arc 38">
              <a:extLst>
                <a:ext uri="{FF2B5EF4-FFF2-40B4-BE49-F238E27FC236}">
                  <a16:creationId xmlns:a16="http://schemas.microsoft.com/office/drawing/2014/main" id="{17FA947C-21A5-B464-AAD9-BDF74C7459F0}"/>
                </a:ext>
              </a:extLst>
            </p:cNvPr>
            <p:cNvSpPr/>
            <p:nvPr/>
          </p:nvSpPr>
          <p:spPr>
            <a:xfrm>
              <a:off x="3587295" y="3065670"/>
              <a:ext cx="720000" cy="720000"/>
            </a:xfrm>
            <a:prstGeom prst="arc">
              <a:avLst>
                <a:gd name="adj1" fmla="val 19762850"/>
                <a:gd name="adj2" fmla="val 0"/>
              </a:avLst>
            </a:prstGeom>
            <a:ln>
              <a:solidFill>
                <a:srgbClr val="7030A0"/>
              </a:solidFill>
              <a:headEnd type="stealth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0" name="Arc 39">
              <a:extLst>
                <a:ext uri="{FF2B5EF4-FFF2-40B4-BE49-F238E27FC236}">
                  <a16:creationId xmlns:a16="http://schemas.microsoft.com/office/drawing/2014/main" id="{64CECCD0-CA2B-4726-1AEC-EE85EFA2FA5B}"/>
                </a:ext>
              </a:extLst>
            </p:cNvPr>
            <p:cNvSpPr/>
            <p:nvPr/>
          </p:nvSpPr>
          <p:spPr>
            <a:xfrm>
              <a:off x="3409371" y="2884256"/>
              <a:ext cx="1074384" cy="1074384"/>
            </a:xfrm>
            <a:prstGeom prst="arc">
              <a:avLst>
                <a:gd name="adj1" fmla="val 20568333"/>
                <a:gd name="adj2" fmla="val 0"/>
              </a:avLst>
            </a:prstGeom>
            <a:ln>
              <a:solidFill>
                <a:srgbClr val="FFC000"/>
              </a:solidFill>
              <a:headEnd type="stealth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ZoneTexte 40">
                  <a:extLst>
                    <a:ext uri="{FF2B5EF4-FFF2-40B4-BE49-F238E27FC236}">
                      <a16:creationId xmlns:a16="http://schemas.microsoft.com/office/drawing/2014/main" id="{EDD68A10-9730-B309-AD75-8AD4FD2C770C}"/>
                    </a:ext>
                  </a:extLst>
                </p:cNvPr>
                <p:cNvSpPr txBox="1"/>
                <p:nvPr/>
              </p:nvSpPr>
              <p:spPr>
                <a:xfrm>
                  <a:off x="4137485" y="3020667"/>
                  <a:ext cx="104772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0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oMath>
                    </m:oMathPara>
                  </a14:m>
                  <a:endParaRPr lang="fr-FR" sz="1000" dirty="0"/>
                </a:p>
              </p:txBody>
            </p:sp>
          </mc:Choice>
          <mc:Fallback xmlns="">
            <p:sp>
              <p:nvSpPr>
                <p:cNvPr id="52" name="ZoneTexte 51">
                  <a:extLst>
                    <a:ext uri="{FF2B5EF4-FFF2-40B4-BE49-F238E27FC236}">
                      <a16:creationId xmlns:a16="http://schemas.microsoft.com/office/drawing/2014/main" id="{89F8A80B-CEBA-FF29-DEFB-681300EC3D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37485" y="3020667"/>
                  <a:ext cx="104772" cy="153888"/>
                </a:xfrm>
                <a:prstGeom prst="rect">
                  <a:avLst/>
                </a:prstGeom>
                <a:blipFill>
                  <a:blip r:embed="rId15"/>
                  <a:stretch>
                    <a:fillRect l="-35294" r="-23529" b="-12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ZoneTexte 41">
                  <a:extLst>
                    <a:ext uri="{FF2B5EF4-FFF2-40B4-BE49-F238E27FC236}">
                      <a16:creationId xmlns:a16="http://schemas.microsoft.com/office/drawing/2014/main" id="{7896EF6E-EAC4-890C-5FBA-B6B652A7BA3E}"/>
                    </a:ext>
                  </a:extLst>
                </p:cNvPr>
                <p:cNvSpPr txBox="1"/>
                <p:nvPr/>
              </p:nvSpPr>
              <p:spPr>
                <a:xfrm>
                  <a:off x="4506802" y="3252239"/>
                  <a:ext cx="118174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000" b="0" i="1" smtClean="0">
                            <a:latin typeface="Cambria Math" panose="02040503050406030204" pitchFamily="18" charset="0"/>
                          </a:rPr>
                          <m:t>𝜑</m:t>
                        </m:r>
                      </m:oMath>
                    </m:oMathPara>
                  </a14:m>
                  <a:endParaRPr lang="fr-FR" sz="1000" dirty="0"/>
                </a:p>
              </p:txBody>
            </p:sp>
          </mc:Choice>
          <mc:Fallback xmlns="">
            <p:sp>
              <p:nvSpPr>
                <p:cNvPr id="53" name="ZoneTexte 52">
                  <a:extLst>
                    <a:ext uri="{FF2B5EF4-FFF2-40B4-BE49-F238E27FC236}">
                      <a16:creationId xmlns:a16="http://schemas.microsoft.com/office/drawing/2014/main" id="{9BDAE280-837F-4C88-D34F-E90707630C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06802" y="3252239"/>
                  <a:ext cx="118174" cy="153888"/>
                </a:xfrm>
                <a:prstGeom prst="rect">
                  <a:avLst/>
                </a:prstGeom>
                <a:blipFill>
                  <a:blip r:embed="rId16"/>
                  <a:stretch>
                    <a:fillRect l="-26316" r="-26316" b="-28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56" name="Image 55" descr="Une image contenant ligne, Tracé, diagramme, texte&#10;&#10;Le contenu généré par l’IA peut être incorrect.">
            <a:extLst>
              <a:ext uri="{FF2B5EF4-FFF2-40B4-BE49-F238E27FC236}">
                <a16:creationId xmlns:a16="http://schemas.microsoft.com/office/drawing/2014/main" id="{EE24A1C5-2CE4-0C55-DB86-49D6F5DAA2D3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2033" y="-47909"/>
            <a:ext cx="5852172" cy="4389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28415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B794E1E6-E0CB-0314-482E-A48AE59E08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Identification des caractéristiques du ressort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31164354-1A91-E980-2D9B-9062246D64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6677969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7A33607-064F-0078-AD28-0BC7EEB6BF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Modélisation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3DD830C4-C9B4-ED73-821C-717443F25B3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183629" y="981887"/>
                <a:ext cx="5890575" cy="5253339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fr-FR" dirty="0"/>
                  <a:t>Caractéristiques de la barrière</a:t>
                </a:r>
              </a:p>
              <a:p>
                <a:pPr lvl="1"/>
                <a:r>
                  <a:rPr lang="fr-FR" dirty="0"/>
                  <a:t>Lisse :</a:t>
                </a: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𝑂</m:t>
                        </m:r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e>
                    </m:acc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fr-FR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</m:oMath>
                </a14:m>
                <a:endParaRPr lang="fr-FR" dirty="0"/>
              </a:p>
              <a:p>
                <a:pPr lvl="2"/>
                <a:r>
                  <a:rPr lang="fr-FR" dirty="0"/>
                  <a:t>Longueur : </a:t>
                </a:r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=0,84 </m:t>
                    </m:r>
                    <m:r>
                      <m:rPr>
                        <m:sty m:val="p"/>
                      </m:rPr>
                      <a:rPr lang="fr-FR" b="0" i="0" smtClean="0">
                        <a:latin typeface="Cambria Math" panose="02040503050406030204" pitchFamily="18" charset="0"/>
                      </a:rPr>
                      <m:t>m</m:t>
                    </m:r>
                  </m:oMath>
                </a14:m>
                <a:endParaRPr lang="fr-FR" b="0" dirty="0"/>
              </a:p>
              <a:p>
                <a:pPr lvl="2"/>
                <a:r>
                  <a:rPr lang="fr-FR" dirty="0"/>
                  <a:t>Masse : </a:t>
                </a:r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=0,84 </m:t>
                    </m:r>
                    <m:r>
                      <m:rPr>
                        <m:sty m:val="p"/>
                      </m:rPr>
                      <a:rPr lang="fr-FR" b="0" i="0" smtClean="0">
                        <a:latin typeface="Cambria Math" panose="02040503050406030204" pitchFamily="18" charset="0"/>
                      </a:rPr>
                      <m:t>kg</m:t>
                    </m:r>
                  </m:oMath>
                </a14:m>
                <a:endParaRPr lang="fr-FR" b="0" dirty="0"/>
              </a:p>
              <a:p>
                <a:pPr lvl="1"/>
                <a:r>
                  <a:rPr lang="fr-FR" dirty="0"/>
                  <a:t>Masse fixe </a:t>
                </a: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𝑂</m:t>
                        </m:r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𝐹</m:t>
                            </m:r>
                          </m:sub>
                        </m:sSub>
                      </m:e>
                    </m:acc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</m:oMath>
                </a14:m>
                <a:r>
                  <a:rPr lang="fr-FR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</m:oMath>
                </a14:m>
                <a:endParaRPr lang="fr-FR" dirty="0"/>
              </a:p>
              <a:p>
                <a:pPr lvl="2"/>
                <a:r>
                  <a:rPr lang="fr-FR" dirty="0"/>
                  <a:t>Longueur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=0,825 </m:t>
                    </m:r>
                    <m:r>
                      <m:rPr>
                        <m:sty m:val="p"/>
                      </m:rPr>
                      <a:rPr lang="fr-FR" b="0" i="0" smtClean="0">
                        <a:latin typeface="Cambria Math" panose="02040503050406030204" pitchFamily="18" charset="0"/>
                      </a:rPr>
                      <m:t>m</m:t>
                    </m:r>
                  </m:oMath>
                </a14:m>
                <a:endParaRPr lang="fr-FR" b="0" dirty="0"/>
              </a:p>
              <a:p>
                <a:pPr lvl="2"/>
                <a:r>
                  <a:rPr lang="fr-FR" dirty="0"/>
                  <a:t>Masse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=2,8 </m:t>
                    </m:r>
                    <m:r>
                      <m:rPr>
                        <m:sty m:val="p"/>
                      </m:rPr>
                      <a:rPr lang="fr-FR" b="0" i="0" smtClean="0">
                        <a:latin typeface="Cambria Math" panose="02040503050406030204" pitchFamily="18" charset="0"/>
                      </a:rPr>
                      <m:t>kg</m:t>
                    </m:r>
                  </m:oMath>
                </a14:m>
                <a:endParaRPr lang="fr-FR" b="0" dirty="0"/>
              </a:p>
              <a:p>
                <a:pPr lvl="1"/>
                <a:r>
                  <a:rPr lang="fr-FR" dirty="0"/>
                  <a:t>Masse mobile </a:t>
                </a: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𝑂</m:t>
                        </m:r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𝑀</m:t>
                            </m:r>
                          </m:sub>
                        </m:sSub>
                      </m:e>
                    </m:acc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fr-FR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</m:oMath>
                </a14:m>
                <a:endParaRPr lang="fr-FR" dirty="0"/>
              </a:p>
              <a:p>
                <a:pPr lvl="2"/>
                <a:r>
                  <a:rPr lang="fr-FR" dirty="0"/>
                  <a:t>Masse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=2,8 </m:t>
                    </m:r>
                    <m:r>
                      <m:rPr>
                        <m:sty m:val="p"/>
                      </m:rPr>
                      <a:rPr lang="fr-FR" b="0" i="0" smtClean="0">
                        <a:latin typeface="Cambria Math" panose="02040503050406030204" pitchFamily="18" charset="0"/>
                      </a:rPr>
                      <m:t>kg</m:t>
                    </m:r>
                  </m:oMath>
                </a14:m>
                <a:endParaRPr lang="fr-FR" b="0" dirty="0"/>
              </a:p>
              <a:p>
                <a:pPr lvl="1"/>
                <a:r>
                  <a:rPr lang="fr-FR" b="0" dirty="0"/>
                  <a:t>On a donc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𝑝𝑒𝑠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𝑀𝑔</m:t>
                    </m:r>
                    <m:func>
                      <m:func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 b="0" i="0" smtClean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</m:func>
                    <m:r>
                      <a:rPr lang="fr-FR" i="1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𝑔</m:t>
                    </m:r>
                    <m:func>
                      <m:func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</m:func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𝜆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𝑔</m:t>
                    </m:r>
                    <m:func>
                      <m:func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 b="0" i="0" smtClean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</m:func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−</m:t>
                    </m:r>
                    <m:d>
                      <m:dPr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</m:num>
                          <m:den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r>
                          <a:rPr lang="fr-FR" i="1"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𝜆</m:t>
                        </m:r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𝑔</m:t>
                    </m:r>
                    <m:func>
                      <m:func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</m:func>
                  </m:oMath>
                </a14:m>
                <a:endParaRPr lang="fr-FR" b="0" dirty="0"/>
              </a:p>
              <a:p>
                <a:r>
                  <a:rPr lang="fr-FR" dirty="0"/>
                  <a:t>Modélisation du couple ressort</a:t>
                </a:r>
              </a:p>
              <a:p>
                <a:pPr lvl="1"/>
                <a:r>
                  <a:rPr lang="fr-FR" dirty="0"/>
                  <a:t>Lorsque </a:t>
                </a:r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𝜑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fr-F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𝑘</m:t>
                    </m:r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𝜑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num>
                          <m:den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d>
                  </m:oMath>
                </a14:m>
                <a:endParaRPr lang="fr-FR" dirty="0"/>
              </a:p>
              <a:p>
                <a:pPr lvl="1"/>
                <a:r>
                  <a:rPr lang="fr-FR" dirty="0"/>
                  <a:t>Lorsque </a:t>
                </a:r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𝜑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fr-F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𝑘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fr-FR" dirty="0"/>
              </a:p>
              <a:p>
                <a:pPr lvl="1"/>
                <a:r>
                  <a:rPr lang="fr-FR" dirty="0"/>
                  <a:t>On a donc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fr-FR" dirty="0"/>
                  <a:t> </a:t>
                </a:r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</a:rPr>
                      <m:t>𝑘</m:t>
                    </m:r>
                    <m:d>
                      <m:d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𝜑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fr-FR" i="1"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</m:num>
                          <m:den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3DD830C4-C9B4-ED73-821C-717443F25B3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183629" y="981887"/>
                <a:ext cx="5890575" cy="5253339"/>
              </a:xfrm>
              <a:blipFill>
                <a:blip r:embed="rId2"/>
                <a:stretch>
                  <a:fillRect l="-1965" t="-208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5" name="Groupe 44">
            <a:extLst>
              <a:ext uri="{FF2B5EF4-FFF2-40B4-BE49-F238E27FC236}">
                <a16:creationId xmlns:a16="http://schemas.microsoft.com/office/drawing/2014/main" id="{A4F265BC-CB69-56CD-0B1E-406ED4430832}"/>
              </a:ext>
            </a:extLst>
          </p:cNvPr>
          <p:cNvGrpSpPr/>
          <p:nvPr/>
        </p:nvGrpSpPr>
        <p:grpSpPr>
          <a:xfrm>
            <a:off x="852143" y="1587481"/>
            <a:ext cx="1406382" cy="1408468"/>
            <a:chOff x="3409371" y="2550172"/>
            <a:chExt cx="1406382" cy="1408468"/>
          </a:xfrm>
        </p:grpSpPr>
        <p:grpSp>
          <p:nvGrpSpPr>
            <p:cNvPr id="46" name="Groupe 45">
              <a:extLst>
                <a:ext uri="{FF2B5EF4-FFF2-40B4-BE49-F238E27FC236}">
                  <a16:creationId xmlns:a16="http://schemas.microsoft.com/office/drawing/2014/main" id="{540A0239-DC08-B92F-1D3A-E2BB3C5E82D8}"/>
                </a:ext>
              </a:extLst>
            </p:cNvPr>
            <p:cNvGrpSpPr/>
            <p:nvPr/>
          </p:nvGrpSpPr>
          <p:grpSpPr>
            <a:xfrm>
              <a:off x="3943586" y="2708964"/>
              <a:ext cx="722488" cy="722488"/>
              <a:chOff x="3943586" y="2708964"/>
              <a:chExt cx="722488" cy="722488"/>
            </a:xfrm>
          </p:grpSpPr>
          <p:cxnSp>
            <p:nvCxnSpPr>
              <p:cNvPr id="58" name="Connecteur droit 57">
                <a:extLst>
                  <a:ext uri="{FF2B5EF4-FFF2-40B4-BE49-F238E27FC236}">
                    <a16:creationId xmlns:a16="http://schemas.microsoft.com/office/drawing/2014/main" id="{99BDD135-05DC-BA97-08DC-875CFCB8E85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943586" y="3429000"/>
                <a:ext cx="722488" cy="1"/>
              </a:xfrm>
              <a:prstGeom prst="line">
                <a:avLst/>
              </a:prstGeom>
              <a:noFill/>
              <a:ln w="9525" cap="flat" cmpd="sng" algn="ctr">
                <a:solidFill>
                  <a:sysClr val="windowText" lastClr="000000"/>
                </a:solidFill>
                <a:prstDash val="solid"/>
                <a:miter lim="800000"/>
                <a:headEnd type="stealth" w="sm" len="med"/>
              </a:ln>
              <a:effectLst/>
            </p:spPr>
          </p:cxnSp>
          <p:cxnSp>
            <p:nvCxnSpPr>
              <p:cNvPr id="59" name="Connecteur droit 58">
                <a:extLst>
                  <a:ext uri="{FF2B5EF4-FFF2-40B4-BE49-F238E27FC236}">
                    <a16:creationId xmlns:a16="http://schemas.microsoft.com/office/drawing/2014/main" id="{9DDF9D3B-2E13-D7C3-2472-E08DD6925316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>
                <a:off x="3582343" y="3070207"/>
                <a:ext cx="722488" cy="1"/>
              </a:xfrm>
              <a:prstGeom prst="line">
                <a:avLst/>
              </a:prstGeom>
              <a:noFill/>
              <a:ln w="9525" cap="flat" cmpd="sng" algn="ctr">
                <a:solidFill>
                  <a:sysClr val="windowText" lastClr="000000"/>
                </a:solidFill>
                <a:prstDash val="solid"/>
                <a:miter lim="800000"/>
                <a:headEnd type="stealth" w="sm" len="med"/>
              </a:ln>
              <a:effectLst/>
            </p:spPr>
          </p:cxnSp>
        </p:grpSp>
        <p:grpSp>
          <p:nvGrpSpPr>
            <p:cNvPr id="47" name="Groupe 46">
              <a:extLst>
                <a:ext uri="{FF2B5EF4-FFF2-40B4-BE49-F238E27FC236}">
                  <a16:creationId xmlns:a16="http://schemas.microsoft.com/office/drawing/2014/main" id="{6322E44A-B96C-826D-F9B2-6B07F3785515}"/>
                </a:ext>
              </a:extLst>
            </p:cNvPr>
            <p:cNvGrpSpPr/>
            <p:nvPr/>
          </p:nvGrpSpPr>
          <p:grpSpPr>
            <a:xfrm rot="20521398">
              <a:off x="3814215" y="2617044"/>
              <a:ext cx="722488" cy="722488"/>
              <a:chOff x="3943586" y="2708964"/>
              <a:chExt cx="722488" cy="722488"/>
            </a:xfrm>
          </p:grpSpPr>
          <p:cxnSp>
            <p:nvCxnSpPr>
              <p:cNvPr id="56" name="Connecteur droit 55">
                <a:extLst>
                  <a:ext uri="{FF2B5EF4-FFF2-40B4-BE49-F238E27FC236}">
                    <a16:creationId xmlns:a16="http://schemas.microsoft.com/office/drawing/2014/main" id="{3023B0C2-1DF2-3C07-E768-0FC8619B3F5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943586" y="3429000"/>
                <a:ext cx="722488" cy="1"/>
              </a:xfrm>
              <a:prstGeom prst="line">
                <a:avLst/>
              </a:prstGeom>
              <a:noFill/>
              <a:ln w="9525" cap="flat" cmpd="sng" algn="ctr">
                <a:solidFill>
                  <a:srgbClr val="FFC000"/>
                </a:solidFill>
                <a:prstDash val="solid"/>
                <a:miter lim="800000"/>
                <a:headEnd type="stealth" w="sm" len="med"/>
              </a:ln>
              <a:effectLst/>
            </p:spPr>
          </p:cxnSp>
          <p:cxnSp>
            <p:nvCxnSpPr>
              <p:cNvPr id="57" name="Connecteur droit 56">
                <a:extLst>
                  <a:ext uri="{FF2B5EF4-FFF2-40B4-BE49-F238E27FC236}">
                    <a16:creationId xmlns:a16="http://schemas.microsoft.com/office/drawing/2014/main" id="{5DE9D5D6-41E4-5670-F4DA-6622CEE27BA2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>
                <a:off x="3582343" y="3070207"/>
                <a:ext cx="722488" cy="1"/>
              </a:xfrm>
              <a:prstGeom prst="line">
                <a:avLst/>
              </a:prstGeom>
              <a:noFill/>
              <a:ln w="9525" cap="flat" cmpd="sng" algn="ctr">
                <a:solidFill>
                  <a:srgbClr val="FFC000"/>
                </a:solidFill>
                <a:prstDash val="solid"/>
                <a:miter lim="800000"/>
                <a:headEnd type="stealth" w="sm" len="med"/>
              </a:ln>
              <a:effectLst/>
            </p:spPr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ZoneTexte 47">
                  <a:extLst>
                    <a:ext uri="{FF2B5EF4-FFF2-40B4-BE49-F238E27FC236}">
                      <a16:creationId xmlns:a16="http://schemas.microsoft.com/office/drawing/2014/main" id="{FADB6200-A68F-376C-37B6-9E91458C9970}"/>
                    </a:ext>
                  </a:extLst>
                </p:cNvPr>
                <p:cNvSpPr txBox="1"/>
                <p:nvPr/>
              </p:nvSpPr>
              <p:spPr>
                <a:xfrm>
                  <a:off x="4659428" y="3332093"/>
                  <a:ext cx="156325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kumimoji="0" lang="fr-FR" sz="10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kumimoji="0" lang="fr-FR" sz="10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fr-FR" sz="10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0" lang="fr-FR" sz="10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kumimoji="0" lang="fr-FR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</a:endParaRPr>
                </a:p>
              </p:txBody>
            </p:sp>
          </mc:Choice>
          <mc:Fallback xmlns="">
            <p:sp>
              <p:nvSpPr>
                <p:cNvPr id="56" name="ZoneTexte 55">
                  <a:extLst>
                    <a:ext uri="{FF2B5EF4-FFF2-40B4-BE49-F238E27FC236}">
                      <a16:creationId xmlns:a16="http://schemas.microsoft.com/office/drawing/2014/main" id="{A4FB5276-55AE-4E91-9B8B-568C4909B2C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59428" y="3332093"/>
                  <a:ext cx="156325" cy="153888"/>
                </a:xfrm>
                <a:prstGeom prst="rect">
                  <a:avLst/>
                </a:prstGeom>
                <a:blipFill>
                  <a:blip r:embed="rId3"/>
                  <a:stretch>
                    <a:fillRect l="-11538" r="-3846" b="-16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ZoneTexte 48">
                  <a:extLst>
                    <a:ext uri="{FF2B5EF4-FFF2-40B4-BE49-F238E27FC236}">
                      <a16:creationId xmlns:a16="http://schemas.microsoft.com/office/drawing/2014/main" id="{165CF216-F5C7-2370-2A44-F1FD5001F6AA}"/>
                    </a:ext>
                  </a:extLst>
                </p:cNvPr>
                <p:cNvSpPr txBox="1"/>
                <p:nvPr/>
              </p:nvSpPr>
              <p:spPr>
                <a:xfrm>
                  <a:off x="4654444" y="3118661"/>
                  <a:ext cx="153375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kumimoji="0" lang="fr-FR" sz="10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kumimoji="0" lang="fr-FR" sz="10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fr-FR" sz="10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0" lang="fr-FR" sz="10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kumimoji="0" lang="fr-FR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</a:endParaRPr>
                </a:p>
              </p:txBody>
            </p:sp>
          </mc:Choice>
          <mc:Fallback xmlns="">
            <p:sp>
              <p:nvSpPr>
                <p:cNvPr id="57" name="ZoneTexte 56">
                  <a:extLst>
                    <a:ext uri="{FF2B5EF4-FFF2-40B4-BE49-F238E27FC236}">
                      <a16:creationId xmlns:a16="http://schemas.microsoft.com/office/drawing/2014/main" id="{75B94B40-E4F0-4F78-8ED3-A4BD815828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54444" y="3118661"/>
                  <a:ext cx="153375" cy="153888"/>
                </a:xfrm>
                <a:prstGeom prst="rect">
                  <a:avLst/>
                </a:prstGeom>
                <a:blipFill>
                  <a:blip r:embed="rId4"/>
                  <a:stretch>
                    <a:fillRect l="-11538" r="-3846" b="-16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ZoneTexte 49">
                  <a:extLst>
                    <a:ext uri="{FF2B5EF4-FFF2-40B4-BE49-F238E27FC236}">
                      <a16:creationId xmlns:a16="http://schemas.microsoft.com/office/drawing/2014/main" id="{5253B151-3A92-DAD6-BBCF-65B3E07BA0CE}"/>
                    </a:ext>
                  </a:extLst>
                </p:cNvPr>
                <p:cNvSpPr txBox="1"/>
                <p:nvPr/>
              </p:nvSpPr>
              <p:spPr>
                <a:xfrm>
                  <a:off x="3864357" y="2550172"/>
                  <a:ext cx="156902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kumimoji="0" lang="fr-FR" sz="10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kumimoji="0" lang="fr-FR" sz="10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fr-FR" sz="10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kumimoji="0" lang="fr-FR" sz="10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kumimoji="0" lang="fr-FR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</a:endParaRPr>
                </a:p>
              </p:txBody>
            </p:sp>
          </mc:Choice>
          <mc:Fallback xmlns="">
            <p:sp>
              <p:nvSpPr>
                <p:cNvPr id="58" name="ZoneTexte 57">
                  <a:extLst>
                    <a:ext uri="{FF2B5EF4-FFF2-40B4-BE49-F238E27FC236}">
                      <a16:creationId xmlns:a16="http://schemas.microsoft.com/office/drawing/2014/main" id="{93BDD4AB-6D50-47C7-8842-025AB3E7A9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64357" y="2550172"/>
                  <a:ext cx="156902" cy="153888"/>
                </a:xfrm>
                <a:prstGeom prst="rect">
                  <a:avLst/>
                </a:prstGeom>
                <a:blipFill>
                  <a:blip r:embed="rId5"/>
                  <a:stretch>
                    <a:fillRect l="-23077" r="-3846" b="-24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ZoneTexte 50">
                  <a:extLst>
                    <a:ext uri="{FF2B5EF4-FFF2-40B4-BE49-F238E27FC236}">
                      <a16:creationId xmlns:a16="http://schemas.microsoft.com/office/drawing/2014/main" id="{2DF41DF7-DB31-7965-488C-54AE933D5EC6}"/>
                    </a:ext>
                  </a:extLst>
                </p:cNvPr>
                <p:cNvSpPr txBox="1"/>
                <p:nvPr/>
              </p:nvSpPr>
              <p:spPr>
                <a:xfrm>
                  <a:off x="3625745" y="2584081"/>
                  <a:ext cx="153953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kumimoji="0" lang="fr-FR" sz="10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kumimoji="0" lang="fr-FR" sz="10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fr-FR" sz="10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kumimoji="0" lang="fr-FR" sz="10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kumimoji="0" lang="fr-FR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</a:endParaRPr>
                </a:p>
              </p:txBody>
            </p:sp>
          </mc:Choice>
          <mc:Fallback xmlns="">
            <p:sp>
              <p:nvSpPr>
                <p:cNvPr id="59" name="ZoneTexte 58">
                  <a:extLst>
                    <a:ext uri="{FF2B5EF4-FFF2-40B4-BE49-F238E27FC236}">
                      <a16:creationId xmlns:a16="http://schemas.microsoft.com/office/drawing/2014/main" id="{96BF64D5-DB6A-43DF-AEB7-B0A632160C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25745" y="2584081"/>
                  <a:ext cx="153953" cy="153888"/>
                </a:xfrm>
                <a:prstGeom prst="rect">
                  <a:avLst/>
                </a:prstGeom>
                <a:blipFill>
                  <a:blip r:embed="rId6"/>
                  <a:stretch>
                    <a:fillRect l="-24000" r="-8000" b="-2307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2" name="Ellipse 51">
              <a:extLst>
                <a:ext uri="{FF2B5EF4-FFF2-40B4-BE49-F238E27FC236}">
                  <a16:creationId xmlns:a16="http://schemas.microsoft.com/office/drawing/2014/main" id="{DB97F5E2-0A2A-7837-4783-A4BBA3D86AB4}"/>
                </a:ext>
              </a:extLst>
            </p:cNvPr>
            <p:cNvSpPr/>
            <p:nvPr/>
          </p:nvSpPr>
          <p:spPr>
            <a:xfrm>
              <a:off x="3891138" y="3373761"/>
              <a:ext cx="108000" cy="108000"/>
            </a:xfrm>
            <a:prstGeom prst="ellipse">
              <a:avLst/>
            </a:prstGeom>
            <a:solidFill>
              <a:sysClr val="window" lastClr="FFFFFF"/>
            </a:solidFill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3" name="Ellipse 52">
              <a:extLst>
                <a:ext uri="{FF2B5EF4-FFF2-40B4-BE49-F238E27FC236}">
                  <a16:creationId xmlns:a16="http://schemas.microsoft.com/office/drawing/2014/main" id="{AF52B1B5-93B2-A069-7DD7-848058C984AB}"/>
                </a:ext>
              </a:extLst>
            </p:cNvPr>
            <p:cNvSpPr/>
            <p:nvPr/>
          </p:nvSpPr>
          <p:spPr>
            <a:xfrm>
              <a:off x="3927138" y="3409761"/>
              <a:ext cx="36000" cy="36000"/>
            </a:xfrm>
            <a:prstGeom prst="ellipse">
              <a:avLst/>
            </a:prstGeom>
            <a:solidFill>
              <a:sysClr val="windowText" lastClr="000000"/>
            </a:solidFill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4" name="Arc 53">
              <a:extLst>
                <a:ext uri="{FF2B5EF4-FFF2-40B4-BE49-F238E27FC236}">
                  <a16:creationId xmlns:a16="http://schemas.microsoft.com/office/drawing/2014/main" id="{16F5FF21-E48B-0EBC-EC55-376DBF08EEBA}"/>
                </a:ext>
              </a:extLst>
            </p:cNvPr>
            <p:cNvSpPr/>
            <p:nvPr/>
          </p:nvSpPr>
          <p:spPr>
            <a:xfrm>
              <a:off x="3409371" y="2884256"/>
              <a:ext cx="1074384" cy="1074384"/>
            </a:xfrm>
            <a:prstGeom prst="arc">
              <a:avLst>
                <a:gd name="adj1" fmla="val 20568333"/>
                <a:gd name="adj2" fmla="val 0"/>
              </a:avLst>
            </a:prstGeom>
            <a:noFill/>
            <a:ln w="6350" cap="flat" cmpd="sng" algn="ctr">
              <a:solidFill>
                <a:srgbClr val="FFC000"/>
              </a:solidFill>
              <a:prstDash val="solid"/>
              <a:miter lim="800000"/>
              <a:headEnd type="stealth" w="sm" len="me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ZoneTexte 54">
                  <a:extLst>
                    <a:ext uri="{FF2B5EF4-FFF2-40B4-BE49-F238E27FC236}">
                      <a16:creationId xmlns:a16="http://schemas.microsoft.com/office/drawing/2014/main" id="{9D2DD022-3EC6-F1E0-2AE7-B382B01D4AD4}"/>
                    </a:ext>
                  </a:extLst>
                </p:cNvPr>
                <p:cNvSpPr txBox="1"/>
                <p:nvPr/>
              </p:nvSpPr>
              <p:spPr>
                <a:xfrm>
                  <a:off x="4506802" y="3252239"/>
                  <a:ext cx="118174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fr-FR" sz="1000" b="0" i="1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𝜑</m:t>
                        </m:r>
                      </m:oMath>
                    </m:oMathPara>
                  </a14:m>
                  <a:endParaRPr kumimoji="0" lang="fr-FR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</a:endParaRPr>
                </a:p>
              </p:txBody>
            </p:sp>
          </mc:Choice>
          <mc:Fallback xmlns="">
            <p:sp>
              <p:nvSpPr>
                <p:cNvPr id="63" name="ZoneTexte 62">
                  <a:extLst>
                    <a:ext uri="{FF2B5EF4-FFF2-40B4-BE49-F238E27FC236}">
                      <a16:creationId xmlns:a16="http://schemas.microsoft.com/office/drawing/2014/main" id="{6573B8FF-FC92-4D39-A7CF-813A1EBEA5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06802" y="3252239"/>
                  <a:ext cx="118174" cy="153888"/>
                </a:xfrm>
                <a:prstGeom prst="rect">
                  <a:avLst/>
                </a:prstGeom>
                <a:blipFill>
                  <a:blip r:embed="rId7"/>
                  <a:stretch>
                    <a:fillRect l="-25000" r="-20000" b="-24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0" name="Groupe 59">
            <a:extLst>
              <a:ext uri="{FF2B5EF4-FFF2-40B4-BE49-F238E27FC236}">
                <a16:creationId xmlns:a16="http://schemas.microsoft.com/office/drawing/2014/main" id="{FBDB6DC0-7868-FA48-522A-FB074D752ADB}"/>
              </a:ext>
            </a:extLst>
          </p:cNvPr>
          <p:cNvGrpSpPr/>
          <p:nvPr/>
        </p:nvGrpSpPr>
        <p:grpSpPr>
          <a:xfrm>
            <a:off x="2684125" y="1111136"/>
            <a:ext cx="2370197" cy="2389302"/>
            <a:chOff x="740286" y="2714512"/>
            <a:chExt cx="2370197" cy="2389302"/>
          </a:xfrm>
        </p:grpSpPr>
        <p:grpSp>
          <p:nvGrpSpPr>
            <p:cNvPr id="61" name="Groupe 60">
              <a:extLst>
                <a:ext uri="{FF2B5EF4-FFF2-40B4-BE49-F238E27FC236}">
                  <a16:creationId xmlns:a16="http://schemas.microsoft.com/office/drawing/2014/main" id="{791A32F8-C79B-8673-2F97-C48609F823F6}"/>
                </a:ext>
              </a:extLst>
            </p:cNvPr>
            <p:cNvGrpSpPr/>
            <p:nvPr/>
          </p:nvGrpSpPr>
          <p:grpSpPr>
            <a:xfrm rot="13500000">
              <a:off x="1328303" y="3015030"/>
              <a:ext cx="1323247" cy="2241112"/>
              <a:chOff x="2977194" y="2472069"/>
              <a:chExt cx="1323247" cy="2241112"/>
            </a:xfrm>
          </p:grpSpPr>
          <p:grpSp>
            <p:nvGrpSpPr>
              <p:cNvPr id="82" name="Groupe 81">
                <a:extLst>
                  <a:ext uri="{FF2B5EF4-FFF2-40B4-BE49-F238E27FC236}">
                    <a16:creationId xmlns:a16="http://schemas.microsoft.com/office/drawing/2014/main" id="{E0B5EFC8-F847-15A8-3F79-78D61E020B3B}"/>
                  </a:ext>
                </a:extLst>
              </p:cNvPr>
              <p:cNvGrpSpPr/>
              <p:nvPr/>
            </p:nvGrpSpPr>
            <p:grpSpPr>
              <a:xfrm>
                <a:off x="2977194" y="2966483"/>
                <a:ext cx="1323247" cy="1746698"/>
                <a:chOff x="2977194" y="2966483"/>
                <a:chExt cx="1323247" cy="1746698"/>
              </a:xfrm>
            </p:grpSpPr>
            <p:sp>
              <p:nvSpPr>
                <p:cNvPr id="84" name="Arc 83">
                  <a:extLst>
                    <a:ext uri="{FF2B5EF4-FFF2-40B4-BE49-F238E27FC236}">
                      <a16:creationId xmlns:a16="http://schemas.microsoft.com/office/drawing/2014/main" id="{A1E72649-68A6-10D9-BC74-A506C38408F5}"/>
                    </a:ext>
                  </a:extLst>
                </p:cNvPr>
                <p:cNvSpPr/>
                <p:nvPr/>
              </p:nvSpPr>
              <p:spPr>
                <a:xfrm>
                  <a:off x="3631019" y="2966483"/>
                  <a:ext cx="288000" cy="288000"/>
                </a:xfrm>
                <a:prstGeom prst="arc">
                  <a:avLst>
                    <a:gd name="adj1" fmla="val 10671135"/>
                    <a:gd name="adj2" fmla="val 0"/>
                  </a:avLst>
                </a:prstGeom>
                <a:noFill/>
                <a:ln w="19050" cap="flat" cmpd="sng" algn="ctr">
                  <a:solidFill>
                    <a:srgbClr val="FFC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FR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cxnSp>
              <p:nvCxnSpPr>
                <p:cNvPr id="85" name="Connecteur droit 84">
                  <a:extLst>
                    <a:ext uri="{FF2B5EF4-FFF2-40B4-BE49-F238E27FC236}">
                      <a16:creationId xmlns:a16="http://schemas.microsoft.com/office/drawing/2014/main" id="{FE9755ED-A199-E492-640C-894108ACA64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8100000" flipV="1">
                  <a:off x="2977194" y="3389934"/>
                  <a:ext cx="1323247" cy="1323247"/>
                </a:xfrm>
                <a:prstGeom prst="line">
                  <a:avLst/>
                </a:prstGeom>
                <a:noFill/>
                <a:ln w="19050" cap="flat" cmpd="sng" algn="ctr">
                  <a:solidFill>
                    <a:srgbClr val="FFC000"/>
                  </a:solidFill>
                  <a:prstDash val="solid"/>
                  <a:miter lim="800000"/>
                </a:ln>
                <a:effectLst/>
              </p:spPr>
            </p:cxnSp>
          </p:grpSp>
          <p:cxnSp>
            <p:nvCxnSpPr>
              <p:cNvPr id="83" name="Connecteur droit 82">
                <a:extLst>
                  <a:ext uri="{FF2B5EF4-FFF2-40B4-BE49-F238E27FC236}">
                    <a16:creationId xmlns:a16="http://schemas.microsoft.com/office/drawing/2014/main" id="{C71A0838-0394-C960-DDFD-AEF860CA5B4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780342" y="2472069"/>
                <a:ext cx="0" cy="494414"/>
              </a:xfrm>
              <a:prstGeom prst="line">
                <a:avLst/>
              </a:prstGeom>
              <a:noFill/>
              <a:ln w="19050" cap="flat" cmpd="sng" algn="ctr">
                <a:solidFill>
                  <a:srgbClr val="FFC000"/>
                </a:solidFill>
                <a:prstDash val="solid"/>
                <a:miter lim="800000"/>
              </a:ln>
              <a:effectLst/>
            </p:spPr>
          </p:cxnSp>
        </p:grpSp>
        <p:sp>
          <p:nvSpPr>
            <p:cNvPr id="62" name="Forme libre : forme 61">
              <a:extLst>
                <a:ext uri="{FF2B5EF4-FFF2-40B4-BE49-F238E27FC236}">
                  <a16:creationId xmlns:a16="http://schemas.microsoft.com/office/drawing/2014/main" id="{B5019089-7803-7946-0002-088E4F46D062}"/>
                </a:ext>
              </a:extLst>
            </p:cNvPr>
            <p:cNvSpPr/>
            <p:nvPr/>
          </p:nvSpPr>
          <p:spPr>
            <a:xfrm>
              <a:off x="931760" y="5009186"/>
              <a:ext cx="254643" cy="94628"/>
            </a:xfrm>
            <a:custGeom>
              <a:avLst/>
              <a:gdLst>
                <a:gd name="connsiteX0" fmla="*/ 0 w 254643"/>
                <a:gd name="connsiteY0" fmla="*/ 0 h 140389"/>
                <a:gd name="connsiteX1" fmla="*/ 92598 w 254643"/>
                <a:gd name="connsiteY1" fmla="*/ 138897 h 140389"/>
                <a:gd name="connsiteX2" fmla="*/ 138897 w 254643"/>
                <a:gd name="connsiteY2" fmla="*/ 75236 h 140389"/>
                <a:gd name="connsiteX3" fmla="*/ 202557 w 254643"/>
                <a:gd name="connsiteY3" fmla="*/ 104173 h 140389"/>
                <a:gd name="connsiteX4" fmla="*/ 254643 w 254643"/>
                <a:gd name="connsiteY4" fmla="*/ 5788 h 1403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4643" h="140389">
                  <a:moveTo>
                    <a:pt x="0" y="0"/>
                  </a:moveTo>
                  <a:cubicBezTo>
                    <a:pt x="34724" y="63179"/>
                    <a:pt x="69448" y="126358"/>
                    <a:pt x="92598" y="138897"/>
                  </a:cubicBezTo>
                  <a:cubicBezTo>
                    <a:pt x="115748" y="151436"/>
                    <a:pt x="120571" y="81023"/>
                    <a:pt x="138897" y="75236"/>
                  </a:cubicBezTo>
                  <a:cubicBezTo>
                    <a:pt x="157223" y="69449"/>
                    <a:pt x="183266" y="115748"/>
                    <a:pt x="202557" y="104173"/>
                  </a:cubicBezTo>
                  <a:cubicBezTo>
                    <a:pt x="221848" y="92598"/>
                    <a:pt x="238245" y="49193"/>
                    <a:pt x="254643" y="5788"/>
                  </a:cubicBezTo>
                </a:path>
              </a:pathLst>
            </a:custGeom>
            <a:solidFill>
              <a:srgbClr val="E7E6E6">
                <a:lumMod val="90000"/>
              </a:srgb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3" name="Ellipse 62">
              <a:extLst>
                <a:ext uri="{FF2B5EF4-FFF2-40B4-BE49-F238E27FC236}">
                  <a16:creationId xmlns:a16="http://schemas.microsoft.com/office/drawing/2014/main" id="{FFC0E607-C7DC-71D1-D81A-D177D134B4FA}"/>
                </a:ext>
              </a:extLst>
            </p:cNvPr>
            <p:cNvSpPr/>
            <p:nvPr/>
          </p:nvSpPr>
          <p:spPr>
            <a:xfrm>
              <a:off x="987543" y="4799935"/>
              <a:ext cx="144000" cy="144000"/>
            </a:xfrm>
            <a:prstGeom prst="ellipse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64" name="Connecteur droit 63">
              <a:extLst>
                <a:ext uri="{FF2B5EF4-FFF2-40B4-BE49-F238E27FC236}">
                  <a16:creationId xmlns:a16="http://schemas.microsoft.com/office/drawing/2014/main" id="{55FFF38A-A1E3-A15B-B20B-EE2813AA62B6}"/>
                </a:ext>
              </a:extLst>
            </p:cNvPr>
            <p:cNvCxnSpPr>
              <a:cxnSpLocks/>
              <a:stCxn id="63" idx="4"/>
            </p:cNvCxnSpPr>
            <p:nvPr/>
          </p:nvCxnSpPr>
          <p:spPr>
            <a:xfrm>
              <a:off x="1059543" y="4943935"/>
              <a:ext cx="0" cy="59870"/>
            </a:xfrm>
            <a:prstGeom prst="line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</p:cxnSp>
        <p:cxnSp>
          <p:nvCxnSpPr>
            <p:cNvPr id="65" name="Connecteur droit 64">
              <a:extLst>
                <a:ext uri="{FF2B5EF4-FFF2-40B4-BE49-F238E27FC236}">
                  <a16:creationId xmlns:a16="http://schemas.microsoft.com/office/drawing/2014/main" id="{620057C3-5357-9C0A-BEBE-D9D1B4E3ED2B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59082" y="4862495"/>
              <a:ext cx="0" cy="288000"/>
            </a:xfrm>
            <a:prstGeom prst="line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</p:cxnSp>
        <p:cxnSp>
          <p:nvCxnSpPr>
            <p:cNvPr id="66" name="Connecteur droit 65">
              <a:extLst>
                <a:ext uri="{FF2B5EF4-FFF2-40B4-BE49-F238E27FC236}">
                  <a16:creationId xmlns:a16="http://schemas.microsoft.com/office/drawing/2014/main" id="{CC99DC24-8459-E543-8918-CFBAC15921B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31543" y="4871935"/>
              <a:ext cx="1560269" cy="0"/>
            </a:xfrm>
            <a:prstGeom prst="line">
              <a:avLst/>
            </a:prstGeom>
            <a:noFill/>
            <a:ln w="19050" cap="flat" cmpd="sng" algn="ctr">
              <a:solidFill>
                <a:srgbClr val="FFC000"/>
              </a:solidFill>
              <a:prstDash val="sysDot"/>
              <a:miter lim="800000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ZoneTexte 66">
                  <a:extLst>
                    <a:ext uri="{FF2B5EF4-FFF2-40B4-BE49-F238E27FC236}">
                      <a16:creationId xmlns:a16="http://schemas.microsoft.com/office/drawing/2014/main" id="{0B6E41F0-D622-AE1C-6DC4-665B2144CE0D}"/>
                    </a:ext>
                  </a:extLst>
                </p:cNvPr>
                <p:cNvSpPr txBox="1"/>
                <p:nvPr/>
              </p:nvSpPr>
              <p:spPr>
                <a:xfrm>
                  <a:off x="740286" y="4789204"/>
                  <a:ext cx="143244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fr-FR" sz="1200" b="0" i="1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𝑂</m:t>
                        </m:r>
                      </m:oMath>
                    </m:oMathPara>
                  </a14:m>
                  <a:endParaRPr kumimoji="0" lang="fr-FR" sz="12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</a:endParaRPr>
                </a:p>
              </p:txBody>
            </p:sp>
          </mc:Choice>
          <mc:Fallback xmlns="">
            <p:sp>
              <p:nvSpPr>
                <p:cNvPr id="67" name="ZoneTexte 66">
                  <a:extLst>
                    <a:ext uri="{FF2B5EF4-FFF2-40B4-BE49-F238E27FC236}">
                      <a16:creationId xmlns:a16="http://schemas.microsoft.com/office/drawing/2014/main" id="{0B6E41F0-D622-AE1C-6DC4-665B2144CE0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0286" y="4789204"/>
                  <a:ext cx="143244" cy="184666"/>
                </a:xfrm>
                <a:prstGeom prst="rect">
                  <a:avLst/>
                </a:prstGeom>
                <a:blipFill>
                  <a:blip r:embed="rId8"/>
                  <a:stretch>
                    <a:fillRect l="-25000" r="-20833" b="-666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8" name="Connecteur droit 67">
              <a:extLst>
                <a:ext uri="{FF2B5EF4-FFF2-40B4-BE49-F238E27FC236}">
                  <a16:creationId xmlns:a16="http://schemas.microsoft.com/office/drawing/2014/main" id="{1BA83060-5CE0-60A4-C12F-89BB0C0D106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26354" y="4189461"/>
              <a:ext cx="610252" cy="600724"/>
            </a:xfrm>
            <a:prstGeom prst="line">
              <a:avLst/>
            </a:prstGeom>
            <a:noFill/>
            <a:ln w="9525" cap="flat" cmpd="sng" algn="ctr">
              <a:solidFill>
                <a:srgbClr val="FFC000"/>
              </a:solidFill>
              <a:prstDash val="solid"/>
              <a:miter lim="800000"/>
              <a:tailEnd type="stealth" w="med" len="lg"/>
            </a:ln>
            <a:effectLst/>
          </p:spPr>
        </p:cxnSp>
        <p:sp>
          <p:nvSpPr>
            <p:cNvPr id="69" name="Ellipse 68">
              <a:extLst>
                <a:ext uri="{FF2B5EF4-FFF2-40B4-BE49-F238E27FC236}">
                  <a16:creationId xmlns:a16="http://schemas.microsoft.com/office/drawing/2014/main" id="{57BEC783-537C-1C8D-B0FC-8F65021EB543}"/>
                </a:ext>
              </a:extLst>
            </p:cNvPr>
            <p:cNvSpPr/>
            <p:nvPr/>
          </p:nvSpPr>
          <p:spPr>
            <a:xfrm>
              <a:off x="1806125" y="4334346"/>
              <a:ext cx="225543" cy="225543"/>
            </a:xfrm>
            <a:prstGeom prst="ellipse">
              <a:avLst/>
            </a:prstGeom>
            <a:noFill/>
            <a:ln w="19050" cap="flat" cmpd="sng" algn="ctr">
              <a:solidFill>
                <a:srgbClr val="FFC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400" b="1" i="0" u="none" strike="noStrike" kern="0" cap="none" spc="0" normalizeH="0" baseline="0" noProof="0" dirty="0">
                  <a:ln>
                    <a:noFill/>
                  </a:ln>
                  <a:solidFill>
                    <a:srgbClr val="FFC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1</a:t>
              </a:r>
              <a:endParaRPr kumimoji="0" lang="fr-FR" sz="1800" b="1" i="0" u="none" strike="noStrike" kern="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ZoneTexte 69">
                  <a:extLst>
                    <a:ext uri="{FF2B5EF4-FFF2-40B4-BE49-F238E27FC236}">
                      <a16:creationId xmlns:a16="http://schemas.microsoft.com/office/drawing/2014/main" id="{583993CD-D6F6-8F7F-12A5-4C574A0FCB42}"/>
                    </a:ext>
                  </a:extLst>
                </p:cNvPr>
                <p:cNvSpPr txBox="1"/>
                <p:nvPr/>
              </p:nvSpPr>
              <p:spPr>
                <a:xfrm>
                  <a:off x="1491848" y="4059447"/>
                  <a:ext cx="184088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kumimoji="0" lang="fr-FR" sz="12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kumimoji="0" lang="fr-FR" sz="12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fr-FR" sz="12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0" lang="fr-FR" sz="12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kumimoji="0" lang="fr-FR" sz="12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</a:endParaRPr>
                </a:p>
              </p:txBody>
            </p:sp>
          </mc:Choice>
          <mc:Fallback xmlns="">
            <p:sp>
              <p:nvSpPr>
                <p:cNvPr id="17" name="ZoneTexte 16">
                  <a:extLst>
                    <a:ext uri="{FF2B5EF4-FFF2-40B4-BE49-F238E27FC236}">
                      <a16:creationId xmlns:a16="http://schemas.microsoft.com/office/drawing/2014/main" id="{D0C85A7F-D2D0-44BE-893C-DD1E97FDD47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91848" y="4059447"/>
                  <a:ext cx="184088" cy="184666"/>
                </a:xfrm>
                <a:prstGeom prst="rect">
                  <a:avLst/>
                </a:prstGeom>
                <a:blipFill>
                  <a:blip r:embed="rId9"/>
                  <a:stretch>
                    <a:fillRect l="-13333" r="-3333" b="-13333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1" name="Ellipse 70">
              <a:extLst>
                <a:ext uri="{FF2B5EF4-FFF2-40B4-BE49-F238E27FC236}">
                  <a16:creationId xmlns:a16="http://schemas.microsoft.com/office/drawing/2014/main" id="{71BE0AAA-8871-ACC6-8B2F-D87106CC8333}"/>
                </a:ext>
              </a:extLst>
            </p:cNvPr>
            <p:cNvSpPr/>
            <p:nvPr/>
          </p:nvSpPr>
          <p:spPr>
            <a:xfrm>
              <a:off x="773613" y="4525205"/>
              <a:ext cx="225543" cy="225543"/>
            </a:xfrm>
            <a:prstGeom prst="ellipse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0</a:t>
              </a:r>
              <a:endParaRPr kumimoji="0" lang="fr-FR" sz="18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2" name="Ellipse 71">
              <a:extLst>
                <a:ext uri="{FF2B5EF4-FFF2-40B4-BE49-F238E27FC236}">
                  <a16:creationId xmlns:a16="http://schemas.microsoft.com/office/drawing/2014/main" id="{14C33F80-3C77-B79D-D2E4-F4A94F8780CC}"/>
                </a:ext>
              </a:extLst>
            </p:cNvPr>
            <p:cNvSpPr/>
            <p:nvPr/>
          </p:nvSpPr>
          <p:spPr>
            <a:xfrm>
              <a:off x="2860570" y="3033955"/>
              <a:ext cx="241874" cy="241874"/>
            </a:xfrm>
            <a:prstGeom prst="ellipse">
              <a:avLst/>
            </a:prstGeom>
            <a:solidFill>
              <a:srgbClr val="ED7D31"/>
            </a:solidFill>
            <a:ln w="38100" cap="flat" cmpd="sng" algn="ctr">
              <a:solidFill>
                <a:srgbClr val="FFC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3" name="Ellipse 72">
              <a:extLst>
                <a:ext uri="{FF2B5EF4-FFF2-40B4-BE49-F238E27FC236}">
                  <a16:creationId xmlns:a16="http://schemas.microsoft.com/office/drawing/2014/main" id="{3BAFF9CC-28DA-41AE-3EB6-5CEC36B6BCE6}"/>
                </a:ext>
              </a:extLst>
            </p:cNvPr>
            <p:cNvSpPr/>
            <p:nvPr/>
          </p:nvSpPr>
          <p:spPr>
            <a:xfrm>
              <a:off x="2492716" y="3460613"/>
              <a:ext cx="199096" cy="199096"/>
            </a:xfrm>
            <a:prstGeom prst="ellipse">
              <a:avLst/>
            </a:prstGeom>
            <a:solidFill>
              <a:srgbClr val="ED7D31"/>
            </a:solidFill>
            <a:ln w="38100" cap="flat" cmpd="sng" algn="ctr">
              <a:solidFill>
                <a:srgbClr val="FFC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4" name="Ellipse 73">
              <a:extLst>
                <a:ext uri="{FF2B5EF4-FFF2-40B4-BE49-F238E27FC236}">
                  <a16:creationId xmlns:a16="http://schemas.microsoft.com/office/drawing/2014/main" id="{22F438BB-7D7F-173B-46A3-A21D7799748B}"/>
                </a:ext>
              </a:extLst>
            </p:cNvPr>
            <p:cNvSpPr/>
            <p:nvPr/>
          </p:nvSpPr>
          <p:spPr>
            <a:xfrm>
              <a:off x="2331795" y="3727298"/>
              <a:ext cx="89217" cy="89217"/>
            </a:xfrm>
            <a:prstGeom prst="ellipse">
              <a:avLst/>
            </a:prstGeom>
            <a:solidFill>
              <a:srgbClr val="ED7D31"/>
            </a:solidFill>
            <a:ln w="38100" cap="flat" cmpd="sng" algn="ctr">
              <a:solidFill>
                <a:srgbClr val="FFC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75" name="Connecteur droit avec flèche 74">
              <a:extLst>
                <a:ext uri="{FF2B5EF4-FFF2-40B4-BE49-F238E27FC236}">
                  <a16:creationId xmlns:a16="http://schemas.microsoft.com/office/drawing/2014/main" id="{2844BD84-0B7F-A661-BD6C-AF6B6D753759}"/>
                </a:ext>
              </a:extLst>
            </p:cNvPr>
            <p:cNvCxnSpPr>
              <a:cxnSpLocks/>
              <a:stCxn id="72" idx="4"/>
            </p:cNvCxnSpPr>
            <p:nvPr/>
          </p:nvCxnSpPr>
          <p:spPr>
            <a:xfrm flipH="1">
              <a:off x="2976065" y="3275829"/>
              <a:ext cx="5442" cy="828085"/>
            </a:xfrm>
            <a:prstGeom prst="straightConnector1">
              <a:avLst/>
            </a:prstGeom>
            <a:noFill/>
            <a:ln w="38100" cap="flat" cmpd="sng" algn="ctr">
              <a:solidFill>
                <a:srgbClr val="C00000"/>
              </a:solidFill>
              <a:prstDash val="solid"/>
              <a:miter lim="800000"/>
              <a:tailEnd type="stealth" w="med" len="lg"/>
            </a:ln>
            <a:effectLst/>
          </p:spPr>
        </p:cxnSp>
        <p:cxnSp>
          <p:nvCxnSpPr>
            <p:cNvPr id="76" name="Connecteur droit avec flèche 75">
              <a:extLst>
                <a:ext uri="{FF2B5EF4-FFF2-40B4-BE49-F238E27FC236}">
                  <a16:creationId xmlns:a16="http://schemas.microsoft.com/office/drawing/2014/main" id="{8763EA2B-22D5-222F-F0A7-55226303A053}"/>
                </a:ext>
              </a:extLst>
            </p:cNvPr>
            <p:cNvCxnSpPr>
              <a:cxnSpLocks/>
            </p:cNvCxnSpPr>
            <p:nvPr/>
          </p:nvCxnSpPr>
          <p:spPr>
            <a:xfrm>
              <a:off x="2594985" y="3666122"/>
              <a:ext cx="0" cy="347419"/>
            </a:xfrm>
            <a:prstGeom prst="straightConnector1">
              <a:avLst/>
            </a:prstGeom>
            <a:noFill/>
            <a:ln w="38100" cap="flat" cmpd="sng" algn="ctr">
              <a:solidFill>
                <a:srgbClr val="C00000"/>
              </a:solidFill>
              <a:prstDash val="solid"/>
              <a:miter lim="800000"/>
              <a:tailEnd type="stealth" w="med" len="lg"/>
            </a:ln>
            <a:effectLst/>
          </p:spPr>
        </p:cxnSp>
        <p:cxnSp>
          <p:nvCxnSpPr>
            <p:cNvPr id="77" name="Connecteur droit avec flèche 76">
              <a:extLst>
                <a:ext uri="{FF2B5EF4-FFF2-40B4-BE49-F238E27FC236}">
                  <a16:creationId xmlns:a16="http://schemas.microsoft.com/office/drawing/2014/main" id="{1ED0235E-B43E-865E-FA91-CD92AD49A413}"/>
                </a:ext>
              </a:extLst>
            </p:cNvPr>
            <p:cNvCxnSpPr>
              <a:cxnSpLocks/>
            </p:cNvCxnSpPr>
            <p:nvPr/>
          </p:nvCxnSpPr>
          <p:spPr>
            <a:xfrm>
              <a:off x="2366154" y="3837622"/>
              <a:ext cx="0" cy="351839"/>
            </a:xfrm>
            <a:prstGeom prst="straightConnector1">
              <a:avLst/>
            </a:prstGeom>
            <a:noFill/>
            <a:ln w="38100" cap="flat" cmpd="sng" algn="ctr">
              <a:solidFill>
                <a:srgbClr val="C00000"/>
              </a:solidFill>
              <a:prstDash val="solid"/>
              <a:miter lim="800000"/>
              <a:tailEnd type="stealth" w="med" len="lg"/>
            </a:ln>
            <a:effectLst/>
          </p:spPr>
        </p:cxnSp>
        <p:sp>
          <p:nvSpPr>
            <p:cNvPr id="78" name="Arc 77">
              <a:extLst>
                <a:ext uri="{FF2B5EF4-FFF2-40B4-BE49-F238E27FC236}">
                  <a16:creationId xmlns:a16="http://schemas.microsoft.com/office/drawing/2014/main" id="{4BB88E0D-E2AF-F1D9-1D76-A50D426EF710}"/>
                </a:ext>
              </a:extLst>
            </p:cNvPr>
            <p:cNvSpPr/>
            <p:nvPr/>
          </p:nvSpPr>
          <p:spPr>
            <a:xfrm rot="13500000" flipV="1">
              <a:off x="974188" y="4606080"/>
              <a:ext cx="388584" cy="381156"/>
            </a:xfrm>
            <a:prstGeom prst="arc">
              <a:avLst>
                <a:gd name="adj1" fmla="val 10671135"/>
                <a:gd name="adj2" fmla="val 0"/>
              </a:avLst>
            </a:prstGeom>
            <a:noFill/>
            <a:ln w="38100" cap="flat" cmpd="sng" algn="ctr">
              <a:solidFill>
                <a:srgbClr val="C00000"/>
              </a:solidFill>
              <a:prstDash val="solid"/>
              <a:miter lim="800000"/>
              <a:tailEnd type="stealth" w="med" len="lg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9" name="ZoneTexte 78">
                  <a:extLst>
                    <a:ext uri="{FF2B5EF4-FFF2-40B4-BE49-F238E27FC236}">
                      <a16:creationId xmlns:a16="http://schemas.microsoft.com/office/drawing/2014/main" id="{9C97D0B5-CE7D-8226-DA75-FB8614CABB43}"/>
                    </a:ext>
                  </a:extLst>
                </p:cNvPr>
                <p:cNvSpPr txBox="1"/>
                <p:nvPr/>
              </p:nvSpPr>
              <p:spPr>
                <a:xfrm>
                  <a:off x="2217246" y="3496933"/>
                  <a:ext cx="213328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fr-FR" sz="12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fr-FR" sz="12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kumimoji="0" lang="fr-FR" sz="12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oMath>
                    </m:oMathPara>
                  </a14:m>
                  <a:endParaRPr kumimoji="0" lang="fr-FR" sz="12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</a:endParaRPr>
                </a:p>
              </p:txBody>
            </p:sp>
          </mc:Choice>
          <mc:Fallback xmlns="">
            <p:sp>
              <p:nvSpPr>
                <p:cNvPr id="66" name="ZoneTexte 65">
                  <a:extLst>
                    <a:ext uri="{FF2B5EF4-FFF2-40B4-BE49-F238E27FC236}">
                      <a16:creationId xmlns:a16="http://schemas.microsoft.com/office/drawing/2014/main" id="{3A97950B-84F8-4DD6-B142-4080708B436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7246" y="3496933"/>
                  <a:ext cx="213328" cy="184666"/>
                </a:xfrm>
                <a:prstGeom prst="rect">
                  <a:avLst/>
                </a:prstGeom>
                <a:blipFill>
                  <a:blip r:embed="rId10"/>
                  <a:stretch>
                    <a:fillRect l="-17143" r="-2857" b="-967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0" name="ZoneTexte 79">
                  <a:extLst>
                    <a:ext uri="{FF2B5EF4-FFF2-40B4-BE49-F238E27FC236}">
                      <a16:creationId xmlns:a16="http://schemas.microsoft.com/office/drawing/2014/main" id="{4A804B75-B8BF-5CA6-568F-D8B2344935FD}"/>
                    </a:ext>
                  </a:extLst>
                </p:cNvPr>
                <p:cNvSpPr txBox="1"/>
                <p:nvPr/>
              </p:nvSpPr>
              <p:spPr>
                <a:xfrm>
                  <a:off x="2440060" y="3168660"/>
                  <a:ext cx="240450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fr-FR" sz="12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fr-FR" sz="12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kumimoji="0" lang="fr-FR" sz="12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𝑀</m:t>
                            </m:r>
                          </m:sub>
                        </m:sSub>
                      </m:oMath>
                    </m:oMathPara>
                  </a14:m>
                  <a:endParaRPr kumimoji="0" lang="fr-FR" sz="12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</a:endParaRPr>
                </a:p>
              </p:txBody>
            </p:sp>
          </mc:Choice>
          <mc:Fallback xmlns="">
            <p:sp>
              <p:nvSpPr>
                <p:cNvPr id="67" name="ZoneTexte 66">
                  <a:extLst>
                    <a:ext uri="{FF2B5EF4-FFF2-40B4-BE49-F238E27FC236}">
                      <a16:creationId xmlns:a16="http://schemas.microsoft.com/office/drawing/2014/main" id="{C8D08307-30E2-4C01-ABFF-19B8856BD4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40060" y="3168660"/>
                  <a:ext cx="240450" cy="184666"/>
                </a:xfrm>
                <a:prstGeom prst="rect">
                  <a:avLst/>
                </a:prstGeom>
                <a:blipFill>
                  <a:blip r:embed="rId11"/>
                  <a:stretch>
                    <a:fillRect l="-15000" b="-13333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ZoneTexte 80">
                  <a:extLst>
                    <a:ext uri="{FF2B5EF4-FFF2-40B4-BE49-F238E27FC236}">
                      <a16:creationId xmlns:a16="http://schemas.microsoft.com/office/drawing/2014/main" id="{38C29EDB-446D-A6B9-12D6-038F7B2B454C}"/>
                    </a:ext>
                  </a:extLst>
                </p:cNvPr>
                <p:cNvSpPr txBox="1"/>
                <p:nvPr/>
              </p:nvSpPr>
              <p:spPr>
                <a:xfrm>
                  <a:off x="2880285" y="2714512"/>
                  <a:ext cx="207749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fr-FR" sz="12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fr-FR" sz="12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kumimoji="0" lang="fr-FR" sz="12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𝐹</m:t>
                            </m:r>
                          </m:sub>
                        </m:sSub>
                      </m:oMath>
                    </m:oMathPara>
                  </a14:m>
                  <a:endParaRPr kumimoji="0" lang="fr-FR" sz="12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</a:endParaRPr>
                </a:p>
              </p:txBody>
            </p:sp>
          </mc:Choice>
          <mc:Fallback xmlns="">
            <p:sp>
              <p:nvSpPr>
                <p:cNvPr id="68" name="ZoneTexte 67">
                  <a:extLst>
                    <a:ext uri="{FF2B5EF4-FFF2-40B4-BE49-F238E27FC236}">
                      <a16:creationId xmlns:a16="http://schemas.microsoft.com/office/drawing/2014/main" id="{1653AEB2-5B33-4E13-8396-CABEC44547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80285" y="2714512"/>
                  <a:ext cx="207749" cy="184666"/>
                </a:xfrm>
                <a:prstGeom prst="rect">
                  <a:avLst/>
                </a:prstGeom>
                <a:blipFill>
                  <a:blip r:embed="rId12"/>
                  <a:stretch>
                    <a:fillRect l="-17647" r="-2941" b="-13333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86" name="Groupe 85">
            <a:extLst>
              <a:ext uri="{FF2B5EF4-FFF2-40B4-BE49-F238E27FC236}">
                <a16:creationId xmlns:a16="http://schemas.microsoft.com/office/drawing/2014/main" id="{3C0453CD-9CE9-F12C-8965-DB9DC0F0E4DA}"/>
              </a:ext>
            </a:extLst>
          </p:cNvPr>
          <p:cNvGrpSpPr/>
          <p:nvPr/>
        </p:nvGrpSpPr>
        <p:grpSpPr>
          <a:xfrm>
            <a:off x="834128" y="3787268"/>
            <a:ext cx="2430967" cy="1818654"/>
            <a:chOff x="3718010" y="1627107"/>
            <a:chExt cx="2430967" cy="1818654"/>
          </a:xfrm>
        </p:grpSpPr>
        <p:grpSp>
          <p:nvGrpSpPr>
            <p:cNvPr id="87" name="Groupe 86">
              <a:extLst>
                <a:ext uri="{FF2B5EF4-FFF2-40B4-BE49-F238E27FC236}">
                  <a16:creationId xmlns:a16="http://schemas.microsoft.com/office/drawing/2014/main" id="{64BACBEE-256F-9A88-FE93-C71339BE7F3E}"/>
                </a:ext>
              </a:extLst>
            </p:cNvPr>
            <p:cNvGrpSpPr/>
            <p:nvPr/>
          </p:nvGrpSpPr>
          <p:grpSpPr>
            <a:xfrm>
              <a:off x="3943586" y="1700639"/>
              <a:ext cx="2200720" cy="1730813"/>
              <a:chOff x="3943586" y="1700639"/>
              <a:chExt cx="2200720" cy="1730813"/>
            </a:xfrm>
          </p:grpSpPr>
          <p:cxnSp>
            <p:nvCxnSpPr>
              <p:cNvPr id="99" name="Connecteur droit 98">
                <a:extLst>
                  <a:ext uri="{FF2B5EF4-FFF2-40B4-BE49-F238E27FC236}">
                    <a16:creationId xmlns:a16="http://schemas.microsoft.com/office/drawing/2014/main" id="{59DE36DF-D95E-BD63-5143-2E4C564D8EB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943586" y="3429001"/>
                <a:ext cx="2200720" cy="0"/>
              </a:xfrm>
              <a:prstGeom prst="line">
                <a:avLst/>
              </a:prstGeom>
              <a:noFill/>
              <a:ln w="12700" cap="flat" cmpd="sng" algn="ctr">
                <a:solidFill>
                  <a:sysClr val="windowText" lastClr="000000"/>
                </a:solidFill>
                <a:prstDash val="solid"/>
                <a:miter lim="800000"/>
                <a:headEnd type="stealth" w="sm" len="med"/>
              </a:ln>
              <a:effectLst/>
            </p:spPr>
          </p:cxnSp>
          <p:cxnSp>
            <p:nvCxnSpPr>
              <p:cNvPr id="100" name="Connecteur droit 99">
                <a:extLst>
                  <a:ext uri="{FF2B5EF4-FFF2-40B4-BE49-F238E27FC236}">
                    <a16:creationId xmlns:a16="http://schemas.microsoft.com/office/drawing/2014/main" id="{AA79C8E7-204E-597D-6A9B-6FE246E299B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43587" y="1700639"/>
                <a:ext cx="0" cy="1730813"/>
              </a:xfrm>
              <a:prstGeom prst="line">
                <a:avLst/>
              </a:prstGeom>
              <a:noFill/>
              <a:ln w="12700" cap="flat" cmpd="sng" algn="ctr">
                <a:solidFill>
                  <a:sysClr val="windowText" lastClr="000000"/>
                </a:solidFill>
                <a:prstDash val="solid"/>
                <a:miter lim="800000"/>
                <a:headEnd type="stealth" w="sm" len="med"/>
              </a:ln>
              <a:effectLst/>
            </p:spPr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1" name="ZoneTexte 90">
                  <a:extLst>
                    <a:ext uri="{FF2B5EF4-FFF2-40B4-BE49-F238E27FC236}">
                      <a16:creationId xmlns:a16="http://schemas.microsoft.com/office/drawing/2014/main" id="{C0693216-4C56-F9CA-FD0C-FEFADE81619E}"/>
                    </a:ext>
                  </a:extLst>
                </p:cNvPr>
                <p:cNvSpPr txBox="1"/>
                <p:nvPr/>
              </p:nvSpPr>
              <p:spPr>
                <a:xfrm>
                  <a:off x="3718010" y="1627107"/>
                  <a:ext cx="156260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fr-FR" sz="10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fr-FR" sz="10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kumimoji="0" lang="fr-FR" sz="10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</m:oMath>
                    </m:oMathPara>
                  </a14:m>
                  <a:endParaRPr kumimoji="0" lang="fr-FR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</a:endParaRPr>
                </a:p>
              </p:txBody>
            </p:sp>
          </mc:Choice>
          <mc:Fallback xmlns="">
            <p:sp>
              <p:nvSpPr>
                <p:cNvPr id="91" name="ZoneTexte 90">
                  <a:extLst>
                    <a:ext uri="{FF2B5EF4-FFF2-40B4-BE49-F238E27FC236}">
                      <a16:creationId xmlns:a16="http://schemas.microsoft.com/office/drawing/2014/main" id="{C0693216-4C56-F9CA-FD0C-FEFADE81619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18010" y="1627107"/>
                  <a:ext cx="156260" cy="153888"/>
                </a:xfrm>
                <a:prstGeom prst="rect">
                  <a:avLst/>
                </a:prstGeom>
                <a:blipFill>
                  <a:blip r:embed="rId13"/>
                  <a:stretch>
                    <a:fillRect l="-24000" r="-4000" b="-769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4" name="Ellipse 93">
              <a:extLst>
                <a:ext uri="{FF2B5EF4-FFF2-40B4-BE49-F238E27FC236}">
                  <a16:creationId xmlns:a16="http://schemas.microsoft.com/office/drawing/2014/main" id="{778164C5-FD2D-60C7-BF79-2A122A77BEED}"/>
                </a:ext>
              </a:extLst>
            </p:cNvPr>
            <p:cNvSpPr/>
            <p:nvPr/>
          </p:nvSpPr>
          <p:spPr>
            <a:xfrm>
              <a:off x="3927138" y="3409761"/>
              <a:ext cx="36000" cy="36000"/>
            </a:xfrm>
            <a:prstGeom prst="ellipse">
              <a:avLst/>
            </a:prstGeom>
            <a:solidFill>
              <a:sysClr val="windowText" lastClr="000000"/>
            </a:solidFill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6" name="ZoneTexte 95">
                  <a:extLst>
                    <a:ext uri="{FF2B5EF4-FFF2-40B4-BE49-F238E27FC236}">
                      <a16:creationId xmlns:a16="http://schemas.microsoft.com/office/drawing/2014/main" id="{2F31C1A6-53AF-4311-3063-39EA4DFE2ABC}"/>
                    </a:ext>
                  </a:extLst>
                </p:cNvPr>
                <p:cNvSpPr txBox="1"/>
                <p:nvPr/>
              </p:nvSpPr>
              <p:spPr>
                <a:xfrm>
                  <a:off x="6030803" y="3232134"/>
                  <a:ext cx="118174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fr-FR" sz="1000" b="0" i="1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𝜑</m:t>
                        </m:r>
                      </m:oMath>
                    </m:oMathPara>
                  </a14:m>
                  <a:endParaRPr kumimoji="0" lang="fr-FR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</a:endParaRPr>
                </a:p>
              </p:txBody>
            </p:sp>
          </mc:Choice>
          <mc:Fallback xmlns="">
            <p:sp>
              <p:nvSpPr>
                <p:cNvPr id="96" name="ZoneTexte 95">
                  <a:extLst>
                    <a:ext uri="{FF2B5EF4-FFF2-40B4-BE49-F238E27FC236}">
                      <a16:creationId xmlns:a16="http://schemas.microsoft.com/office/drawing/2014/main" id="{2F31C1A6-53AF-4311-3063-39EA4DFE2AB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30803" y="3232134"/>
                  <a:ext cx="118174" cy="153888"/>
                </a:xfrm>
                <a:prstGeom prst="rect">
                  <a:avLst/>
                </a:prstGeom>
                <a:blipFill>
                  <a:blip r:embed="rId14"/>
                  <a:stretch>
                    <a:fillRect l="-25000" r="-20000" b="-24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5" name="ZoneTexte 104">
                  <a:extLst>
                    <a:ext uri="{FF2B5EF4-FFF2-40B4-BE49-F238E27FC236}">
                      <a16:creationId xmlns:a16="http://schemas.microsoft.com/office/drawing/2014/main" id="{B6BC74E2-46F9-7694-E11D-5CEC7AAEB69E}"/>
                    </a:ext>
                  </a:extLst>
                </p:cNvPr>
                <p:cNvSpPr txBox="1"/>
                <p:nvPr/>
              </p:nvSpPr>
              <p:spPr>
                <a:xfrm>
                  <a:off x="4152401" y="2041317"/>
                  <a:ext cx="893450" cy="34580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lvl="0" defTabSz="914400"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kumimoji="0" lang="fr-FR" sz="10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0" lang="fr-FR" sz="10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fr-FR" sz="10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d>
                              <m:dPr>
                                <m:ctrlPr>
                                  <a:rPr lang="fr-FR" sz="10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fr-FR" sz="1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000" i="1">
                                        <a:latin typeface="Cambria Math" panose="02040503050406030204" pitchFamily="18" charset="0"/>
                                      </a:rPr>
                                      <m:t>𝜑</m:t>
                                    </m:r>
                                  </m:e>
                                  <m:sub>
                                    <m:r>
                                      <a:rPr lang="fr-FR" sz="10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r>
                                  <a:rPr lang="fr-FR" sz="10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f>
                                  <m:fPr>
                                    <m:ctrlPr>
                                      <a:rPr lang="fr-FR" sz="10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fr-FR" sz="1000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num>
                                  <m:den>
                                    <m:r>
                                      <a:rPr lang="fr-FR" sz="10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d>
                          </m:e>
                        </m:d>
                      </m:oMath>
                    </m:oMathPara>
                  </a14:m>
                  <a:endParaRPr kumimoji="0" lang="fr-FR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</a:endParaRPr>
                </a:p>
              </p:txBody>
            </p:sp>
          </mc:Choice>
          <mc:Fallback xmlns="">
            <p:sp>
              <p:nvSpPr>
                <p:cNvPr id="105" name="ZoneTexte 104">
                  <a:extLst>
                    <a:ext uri="{FF2B5EF4-FFF2-40B4-BE49-F238E27FC236}">
                      <a16:creationId xmlns:a16="http://schemas.microsoft.com/office/drawing/2014/main" id="{B6BC74E2-46F9-7694-E11D-5CEC7AAEB69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401" y="2041317"/>
                  <a:ext cx="893450" cy="345800"/>
                </a:xfrm>
                <a:prstGeom prst="rect">
                  <a:avLst/>
                </a:prstGeom>
                <a:blipFill>
                  <a:blip r:embed="rId15"/>
                  <a:stretch>
                    <a:fillRect b="-1754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104" name="Connecteur droit 103">
            <a:extLst>
              <a:ext uri="{FF2B5EF4-FFF2-40B4-BE49-F238E27FC236}">
                <a16:creationId xmlns:a16="http://schemas.microsoft.com/office/drawing/2014/main" id="{9278E068-DA99-0BAB-ABC1-AABCA8388486}"/>
              </a:ext>
            </a:extLst>
          </p:cNvPr>
          <p:cNvCxnSpPr/>
          <p:nvPr/>
        </p:nvCxnSpPr>
        <p:spPr>
          <a:xfrm>
            <a:off x="1059704" y="4368800"/>
            <a:ext cx="1758945" cy="1219122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6" name="ZoneTexte 105">
                <a:extLst>
                  <a:ext uri="{FF2B5EF4-FFF2-40B4-BE49-F238E27FC236}">
                    <a16:creationId xmlns:a16="http://schemas.microsoft.com/office/drawing/2014/main" id="{4FC58985-3FC2-DC66-9C5F-4D2E5A8E8193}"/>
                  </a:ext>
                </a:extLst>
              </p:cNvPr>
              <p:cNvSpPr txBox="1"/>
              <p:nvPr/>
            </p:nvSpPr>
            <p:spPr>
              <a:xfrm>
                <a:off x="2688909" y="5199715"/>
                <a:ext cx="522707" cy="27212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lvl="0" defTabSz="914400"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kumimoji="0" lang="fr-FR" sz="1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fr-FR" sz="1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0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num>
                            <m:den>
                              <m:r>
                                <a:rPr lang="fr-FR" sz="1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kumimoji="0" lang="fr-FR" sz="1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000" i="1">
                              <a:latin typeface="Cambria Math" panose="02040503050406030204" pitchFamily="18" charset="0"/>
                            </a:rPr>
                            <m:t>𝑘</m:t>
                          </m:r>
                          <m:sSub>
                            <m:sSubPr>
                              <m:ctrlPr>
                                <a:rPr lang="fr-FR" sz="1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00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fr-FR" sz="10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kumimoji="0" lang="fr-F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</a:endParaRPr>
              </a:p>
            </p:txBody>
          </p:sp>
        </mc:Choice>
        <mc:Fallback xmlns="">
          <p:sp>
            <p:nvSpPr>
              <p:cNvPr id="106" name="ZoneTexte 105">
                <a:extLst>
                  <a:ext uri="{FF2B5EF4-FFF2-40B4-BE49-F238E27FC236}">
                    <a16:creationId xmlns:a16="http://schemas.microsoft.com/office/drawing/2014/main" id="{4FC58985-3FC2-DC66-9C5F-4D2E5A8E81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8909" y="5199715"/>
                <a:ext cx="522707" cy="272126"/>
              </a:xfrm>
              <a:prstGeom prst="rect">
                <a:avLst/>
              </a:prstGeom>
              <a:blipFill>
                <a:blip r:embed="rId16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037764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7A33607-064F-0078-AD28-0BC7EEB6BF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Résolution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3DD830C4-C9B4-ED73-821C-717443F25B3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08611" y="1289785"/>
                <a:ext cx="6457949" cy="4945441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fr-FR" dirty="0"/>
                  <a:t>On applique le TMS en </a:t>
                </a:r>
                <a14:m>
                  <m:oMath xmlns:m="http://schemas.openxmlformats.org/officeDocument/2006/math">
                    <m:r>
                      <a:rPr lang="fr-FR" i="1" dirty="0" smtClean="0">
                        <a:latin typeface="Cambria Math" panose="02040503050406030204" pitchFamily="18" charset="0"/>
                      </a:rPr>
                      <m:t>𝑂</m:t>
                    </m:r>
                  </m:oMath>
                </a14:m>
                <a:endParaRPr lang="fr-FR" b="0" dirty="0"/>
              </a:p>
              <a:p>
                <a:pPr lvl="1"/>
                <a:r>
                  <a:rPr lang="fr-FR" b="0" dirty="0"/>
                  <a:t>On a donc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𝑝𝑒𝑠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fr-FR" b="0" i="1" dirty="0">
                  <a:latin typeface="Cambria Math" panose="02040503050406030204" pitchFamily="18" charset="0"/>
                </a:endParaRPr>
              </a:p>
              <a:p>
                <a:pPr lvl="1"/>
                <a:r>
                  <a:rPr lang="fr-FR" b="0" dirty="0"/>
                  <a:t>Soit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</m:num>
                          <m:den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r>
                          <a:rPr lang="fr-FR" i="1"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𝜆</m:t>
                        </m:r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𝑔</m:t>
                    </m:r>
                    <m:func>
                      <m:func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</m:func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𝑘</m:t>
                    </m:r>
                    <m:d>
                      <m:d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𝜑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fr-FR" i="1"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</m:num>
                          <m:den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endParaRPr lang="fr-FR" b="0" dirty="0"/>
              </a:p>
              <a:p>
                <a:pPr lvl="1"/>
                <a:endParaRPr lang="fr-FR" dirty="0"/>
              </a:p>
              <a:p>
                <a:pPr lvl="1"/>
                <a:r>
                  <a:rPr lang="fr-FR" b="0" dirty="0"/>
                  <a:t>Illustration du couple de la pesanteur pour différentes positions de masse mobile</a:t>
                </a:r>
              </a:p>
              <a:p>
                <a:pPr lvl="1"/>
                <a:r>
                  <a:rPr lang="fr-FR" dirty="0"/>
                  <a:t>Illustration du couple ressort pour une raideur de 25,78 Nm/rad et un angle de précontrainte de 0,1 rad </a:t>
                </a:r>
              </a:p>
              <a:p>
                <a:pPr lvl="1"/>
                <a:endParaRPr lang="fr-FR" b="0" dirty="0"/>
              </a:p>
              <a:p>
                <a:pPr lvl="1"/>
                <a:r>
                  <a:rPr lang="fr-FR" b="1" dirty="0"/>
                  <a:t>Objectif : déterminer la raideur et l’angle de précontrainte. </a:t>
                </a:r>
              </a:p>
              <a:p>
                <a:pPr lvl="1"/>
                <a:endParaRPr lang="fr-FR" b="0" dirty="0"/>
              </a:p>
              <a:p>
                <a:pPr lvl="1"/>
                <a:r>
                  <a:rPr lang="fr-FR" dirty="0"/>
                  <a:t>Pour cela : </a:t>
                </a:r>
              </a:p>
              <a:p>
                <a:pPr lvl="2"/>
                <a:r>
                  <a:rPr lang="fr-FR" dirty="0"/>
                  <a:t>on fait un choix de </a:t>
                </a:r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endParaRPr lang="fr-FR" b="0" dirty="0"/>
              </a:p>
              <a:p>
                <a:pPr lvl="2"/>
                <a:r>
                  <a:rPr lang="fr-FR" b="0" dirty="0"/>
                  <a:t>on cherche les positions angulaires ou la pesanteur équilibre le couple ressort</a:t>
                </a:r>
              </a:p>
              <a:p>
                <a:pPr lvl="2"/>
                <a:r>
                  <a:rPr lang="fr-FR" dirty="0"/>
                  <a:t>On en déduit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b="0" dirty="0"/>
                  <a:t> et </a:t>
                </a:r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fr-FR" b="0" dirty="0"/>
                  <a:t> </a:t>
                </a:r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3DD830C4-C9B4-ED73-821C-717443F25B3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08611" y="1289785"/>
                <a:ext cx="6457949" cy="4945441"/>
              </a:xfrm>
              <a:blipFill>
                <a:blip r:embed="rId2"/>
                <a:stretch>
                  <a:fillRect l="-2172" t="-283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 4">
            <a:extLst>
              <a:ext uri="{FF2B5EF4-FFF2-40B4-BE49-F238E27FC236}">
                <a16:creationId xmlns:a16="http://schemas.microsoft.com/office/drawing/2014/main" id="{6EF08BE7-1B78-2F82-CE95-F816904E9A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1289785"/>
            <a:ext cx="4725430" cy="3655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32465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CCE5158-5ABC-BDEF-CCE4-B1A0835F8F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Expérience … à faire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6FDBCA9E-E705-ABCD-BC31-7A1693BE6D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fr-FR" dirty="0"/>
                  <a:t> Là je prends des valeurs au pif, parce qu’il faut que je fasse l’essai.</a:t>
                </a:r>
              </a:p>
              <a:p>
                <a:r>
                  <a:rPr lang="fr-FR" dirty="0"/>
                  <a:t> Admettons </a:t>
                </a:r>
              </a:p>
              <a:p>
                <a:pPr lvl="1"/>
                <a:r>
                  <a:rPr lang="fr-FR" dirty="0"/>
                  <a:t>qu’on a pris une position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=0,5 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fr-FR" b="0" dirty="0"/>
              </a:p>
              <a:p>
                <a:pPr lvl="1"/>
                <a:r>
                  <a:rPr lang="fr-FR" dirty="0"/>
                  <a:t>qu’on mesure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=20°</m:t>
                    </m:r>
                  </m:oMath>
                </a14:m>
                <a:r>
                  <a:rPr lang="fr-FR" dirty="0"/>
                  <a:t> 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5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0°</m:t>
                    </m:r>
                  </m:oMath>
                </a14:m>
                <a:endParaRPr lang="fr-FR" dirty="0"/>
              </a:p>
              <a:p>
                <a:pPr lvl="1"/>
                <a:endParaRPr lang="fr-FR" dirty="0"/>
              </a:p>
              <a:p>
                <a:pPr lvl="1"/>
                <a:r>
                  <a:rPr lang="fr-FR" dirty="0"/>
                  <a:t>On a donc : </a:t>
                </a:r>
                <a:endParaRPr lang="fr-FR" i="1" dirty="0">
                  <a:latin typeface="Cambria Math" panose="02040503050406030204" pitchFamily="18" charset="0"/>
                </a:endParaRPr>
              </a:p>
              <a:p>
                <a:pPr lvl="2"/>
                <a14:m>
                  <m:oMath xmlns:m="http://schemas.openxmlformats.org/officeDocument/2006/math">
                    <m:d>
                      <m:dPr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</m:num>
                          <m:den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r>
                          <a:rPr lang="fr-FR" i="1"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𝑔</m:t>
                    </m:r>
                    <m:func>
                      <m:func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𝜑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func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𝑘</m:t>
                    </m:r>
                    <m:d>
                      <m:d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𝜑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fr-FR" i="1"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</m:num>
                          <m:den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𝜑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r>
                  <a:rPr lang="fr-FR" dirty="0"/>
                  <a:t> (E1)</a:t>
                </a:r>
              </a:p>
              <a:p>
                <a:pPr lvl="2"/>
                <a14:m>
                  <m:oMath xmlns:m="http://schemas.openxmlformats.org/officeDocument/2006/math">
                    <m:d>
                      <m:dPr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</m:num>
                          <m:den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r>
                          <a:rPr lang="fr-FR" i="1"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𝑔</m:t>
                    </m:r>
                    <m:func>
                      <m:func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𝜑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func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𝑘</m:t>
                    </m:r>
                    <m:d>
                      <m:d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𝜑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fr-FR" i="1"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</m:num>
                          <m:den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r>
                          <a:rPr lang="fr-FR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𝜑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m:rPr>
                        <m:nor/>
                      </m:rPr>
                      <a:rPr lang="fr-FR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fr-FR" dirty="0"/>
                      <m:t>(</m:t>
                    </m:r>
                    <m:r>
                      <m:rPr>
                        <m:nor/>
                      </m:rPr>
                      <a:rPr lang="fr-FR" dirty="0"/>
                      <m:t>E</m:t>
                    </m:r>
                    <m:r>
                      <m:rPr>
                        <m:nor/>
                      </m:rPr>
                      <a:rPr lang="fr-FR" b="0" i="0" dirty="0" smtClean="0"/>
                      <m:t>2</m:t>
                    </m:r>
                    <m:r>
                      <m:rPr>
                        <m:nor/>
                      </m:rPr>
                      <a:rPr lang="fr-FR" dirty="0"/>
                      <m:t>)</m:t>
                    </m:r>
                  </m:oMath>
                </a14:m>
                <a:endParaRPr lang="fr-FR" dirty="0"/>
              </a:p>
              <a:p>
                <a:pPr lvl="2"/>
                <a:r>
                  <a:rPr lang="fr-FR" dirty="0"/>
                  <a:t>On a donc </a:t>
                </a:r>
              </a:p>
              <a:p>
                <a:pPr lvl="3"/>
                <a14:m>
                  <m:oMath xmlns:m="http://schemas.openxmlformats.org/officeDocument/2006/math"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⇒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func>
                      </m:num>
                      <m:den>
                        <m:func>
                          <m:func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</m:e>
                              <m:sub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  </m:t>
                            </m:r>
                          </m:e>
                        </m:func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𝜑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fr-FR" i="1"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</m:num>
                          <m:den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r>
                          <a:rPr lang="fr-FR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𝜑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𝜑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fr-FR" i="1"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</m:num>
                          <m:den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r>
                          <a:rPr lang="fr-FR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𝜑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func>
                      <m:func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𝜑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func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func>
                      <m:func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𝜑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func>
                    <m:r>
                      <a:rPr lang="fr-FR" i="1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func>
                      <m:func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𝜑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func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func>
                      <m:func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𝜑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func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func>
                      <m:func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𝜑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func>
                    <m:r>
                      <a:rPr lang="fr-FR" i="1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func>
                      <m:func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𝜑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func>
                  </m:oMath>
                </a14:m>
                <a:endParaRPr lang="fr-FR" dirty="0"/>
              </a:p>
              <a:p>
                <a:pPr lvl="4"/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func>
                          <m:func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func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d>
                          <m:d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  <m:func>
                          <m:func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func>
                      </m:num>
                      <m:den>
                        <m:func>
                          <m:func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func>
                        <m:r>
                          <a:rPr lang="fr-FR" i="1">
                            <a:latin typeface="Cambria Math" panose="02040503050406030204" pitchFamily="18" charset="0"/>
                          </a:rPr>
                          <m:t>−</m:t>
                        </m:r>
                        <m:func>
                          <m:func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func>
                      </m:den>
                    </m:f>
                  </m:oMath>
                </a14:m>
                <a:endParaRPr lang="fr-FR" b="0" dirty="0"/>
              </a:p>
              <a:p>
                <a:pPr lvl="4"/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⇒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fr-FR" dirty="0"/>
                  <a:t> en injectant phi0 dans E1.</a:t>
                </a:r>
              </a:p>
              <a:p>
                <a:pPr lvl="4"/>
                <a:endParaRPr lang="fr-FR" dirty="0"/>
              </a:p>
              <a:p>
                <a:pPr lvl="1"/>
                <a:endParaRPr lang="fr-FR" dirty="0"/>
              </a:p>
              <a:p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6FDBCA9E-E705-ABCD-BC31-7A1693BE6D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25" t="-255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442193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B794E1E6-E0CB-0314-482E-A48AE59E08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Détermination du couple moteur en statique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31164354-1A91-E980-2D9B-9062246D64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Hypothèse</a:t>
            </a:r>
          </a:p>
        </p:txBody>
      </p:sp>
    </p:spTree>
    <p:extLst>
      <p:ext uri="{BB962C8B-B14F-4D97-AF65-F5344CB8AC3E}">
        <p14:creationId xmlns:p14="http://schemas.microsoft.com/office/powerpoint/2010/main" val="14319254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>
            <a:extLst>
              <a:ext uri="{FF2B5EF4-FFF2-40B4-BE49-F238E27FC236}">
                <a16:creationId xmlns:a16="http://schemas.microsoft.com/office/drawing/2014/main" id="{85C218FE-8116-8408-8DC5-F5525DA0CC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1525" y="141646"/>
            <a:ext cx="6371376" cy="2864443"/>
          </a:xfrm>
          <a:prstGeom prst="rect">
            <a:avLst/>
          </a:prstGeom>
        </p:spPr>
      </p:pic>
      <p:sp>
        <p:nvSpPr>
          <p:cNvPr id="4" name="Titre 3">
            <a:extLst>
              <a:ext uri="{FF2B5EF4-FFF2-40B4-BE49-F238E27FC236}">
                <a16:creationId xmlns:a16="http://schemas.microsoft.com/office/drawing/2014/main" id="{C7F7F42F-0D4B-1888-E7EA-D20DEE41F7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PFS appliqué à {2+3}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Espace réservé du contenu 4">
                <a:extLst>
                  <a:ext uri="{FF2B5EF4-FFF2-40B4-BE49-F238E27FC236}">
                    <a16:creationId xmlns:a16="http://schemas.microsoft.com/office/drawing/2014/main" id="{FB938794-9E2B-80B3-8FE0-DE5293E11A7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7795" y="981887"/>
                <a:ext cx="11675105" cy="5253339"/>
              </a:xfrm>
            </p:spPr>
            <p:txBody>
              <a:bodyPr>
                <a:normAutofit/>
              </a:bodyPr>
              <a:lstStyle/>
              <a:p>
                <a:r>
                  <a:rPr lang="fr-FR" dirty="0"/>
                  <a:t>On isole l’ensemble </a:t>
                </a:r>
                <a14:m>
                  <m:oMath xmlns:m="http://schemas.openxmlformats.org/officeDocument/2006/math">
                    <m:r>
                      <a:rPr lang="fr-FR" i="1" dirty="0" smtClean="0">
                        <a:latin typeface="Cambria Math" panose="02040503050406030204" pitchFamily="18" charset="0"/>
                      </a:rPr>
                      <m:t>{2+3}</m:t>
                    </m:r>
                  </m:oMath>
                </a14:m>
                <a:endParaRPr lang="fr-FR" dirty="0"/>
              </a:p>
              <a:p>
                <a:r>
                  <a:rPr lang="fr-FR" dirty="0"/>
                  <a:t>BAME :</a:t>
                </a:r>
              </a:p>
              <a:p>
                <a:pPr lvl="1"/>
                <a:r>
                  <a:rPr lang="fr-FR" dirty="0"/>
                  <a:t>Pivot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𝒯</m:t>
                        </m:r>
                        <m:d>
                          <m:dPr>
                            <m:ctrlPr>
                              <a:rPr lang="fr-FR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0→2</m:t>
                            </m:r>
                          </m:e>
                        </m:d>
                      </m:e>
                    </m:d>
                  </m:oMath>
                </a14:m>
                <a:endParaRPr lang="fr-FR" dirty="0"/>
              </a:p>
              <a:p>
                <a:pPr lvl="1"/>
                <a:r>
                  <a:rPr lang="fr-FR" dirty="0"/>
                  <a:t>Contact ponctuel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𝒯</m:t>
                        </m:r>
                        <m:d>
                          <m:dPr>
                            <m:ctrlPr>
                              <a:rPr lang="fr-FR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1→3</m:t>
                            </m:r>
                          </m:e>
                        </m:d>
                      </m:e>
                    </m:d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{"/>
                            <m:endChr m:val="}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eqArr>
                              <m:eqArr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eqArr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  <m:acc>
                                  <m:accPr>
                                    <m:chr m:val="⃗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acc>
                              </m:e>
                              <m:e>
                                <m:acc>
                                  <m:accPr>
                                    <m:chr m:val="⃗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acc>
                              </m:e>
                            </m:eqAr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</m:sSub>
                  </m:oMath>
                </a14:m>
                <a:endParaRPr lang="fr-FR" dirty="0"/>
              </a:p>
              <a:p>
                <a:pPr lvl="1"/>
                <a:r>
                  <a:rPr lang="fr-FR" dirty="0"/>
                  <a:t>Couple réducteur</a:t>
                </a:r>
              </a:p>
              <a:p>
                <a:r>
                  <a:rPr lang="fr-FR" dirty="0"/>
                  <a:t>TMS en </a:t>
                </a:r>
                <a14:m>
                  <m:oMath xmlns:m="http://schemas.openxmlformats.org/officeDocument/2006/math">
                    <m:r>
                      <a:rPr lang="fr-FR" i="1" dirty="0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fr-FR" dirty="0"/>
                  <a:t> en projection sur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acc>
                  </m:oMath>
                </a14:m>
                <a:endParaRPr lang="fr-FR" dirty="0"/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acc>
                        <m:r>
                          <a:rPr lang="fr-FR" i="1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𝐹</m:t>
                        </m:r>
                        <m:acc>
                          <m:accPr>
                            <m:chr m:val="⃗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</a:rPr>
                      <m:t> ⋅</m:t>
                    </m:r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fr-FR" dirty="0"/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</m:d>
                        <m:acc>
                          <m:accPr>
                            <m:chr m:val="⃗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  <m:r>
                          <a:rPr lang="fr-FR" i="1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𝐹</m:t>
                        </m:r>
                        <m:acc>
                          <m:accPr>
                            <m:chr m:val="⃗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</a:rPr>
                      <m:t> ⋅</m:t>
                    </m:r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fr-FR" dirty="0"/>
              </a:p>
              <a:p>
                <a:pPr lvl="1"/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</m:d>
                    <m:func>
                      <m:func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 b="0" i="0" smtClean="0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𝜑</m:t>
                            </m:r>
                          </m:e>
                        </m:d>
                      </m:e>
                    </m:func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fr-FR" dirty="0"/>
              </a:p>
              <a:p>
                <a:pPr lvl="1"/>
                <a14:m>
                  <m:oMath xmlns:m="http://schemas.openxmlformats.org/officeDocument/2006/math">
                    <m:r>
                      <a:rPr lang="fr-FR" i="1" smtClean="0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</m:d>
                    <m:func>
                      <m:func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 b="0" i="0" smtClean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𝜑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e>
                    </m:func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fr-FR" dirty="0"/>
              </a:p>
              <a:p>
                <a:pPr lvl="1"/>
                <a:endParaRPr lang="fr-FR" dirty="0"/>
              </a:p>
              <a:p>
                <a:pPr lvl="1"/>
                <a:endParaRPr lang="fr-FR" dirty="0"/>
              </a:p>
              <a:p>
                <a:endParaRPr lang="fr-FR" dirty="0"/>
              </a:p>
              <a:p>
                <a:pPr lvl="1"/>
                <a:endParaRPr lang="fr-FR" dirty="0"/>
              </a:p>
            </p:txBody>
          </p:sp>
        </mc:Choice>
        <mc:Fallback xmlns="">
          <p:sp>
            <p:nvSpPr>
              <p:cNvPr id="5" name="Espace réservé du contenu 4">
                <a:extLst>
                  <a:ext uri="{FF2B5EF4-FFF2-40B4-BE49-F238E27FC236}">
                    <a16:creationId xmlns:a16="http://schemas.microsoft.com/office/drawing/2014/main" id="{FB938794-9E2B-80B3-8FE0-DE5293E11A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7795" y="981887"/>
                <a:ext cx="11675105" cy="5253339"/>
              </a:xfrm>
              <a:blipFill>
                <a:blip r:embed="rId3"/>
                <a:stretch>
                  <a:fillRect l="-1357" t="-18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206747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512874-2AAC-BCF3-FFAB-1AE4EAF8F9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>
            <a:extLst>
              <a:ext uri="{FF2B5EF4-FFF2-40B4-BE49-F238E27FC236}">
                <a16:creationId xmlns:a16="http://schemas.microsoft.com/office/drawing/2014/main" id="{10361FE6-5B0C-E0BC-F5D0-24FAE9F94E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9979" y="141647"/>
            <a:ext cx="4352921" cy="1956986"/>
          </a:xfrm>
          <a:prstGeom prst="rect">
            <a:avLst/>
          </a:prstGeom>
        </p:spPr>
      </p:pic>
      <p:sp>
        <p:nvSpPr>
          <p:cNvPr id="4" name="Titre 3">
            <a:extLst>
              <a:ext uri="{FF2B5EF4-FFF2-40B4-BE49-F238E27FC236}">
                <a16:creationId xmlns:a16="http://schemas.microsoft.com/office/drawing/2014/main" id="{049A8391-00A2-2951-D8B7-5036FBBE3D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PFS appliqué à {1}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Espace réservé du contenu 4">
                <a:extLst>
                  <a:ext uri="{FF2B5EF4-FFF2-40B4-BE49-F238E27FC236}">
                    <a16:creationId xmlns:a16="http://schemas.microsoft.com/office/drawing/2014/main" id="{117D6E38-2788-A4AE-CA67-151BF52C1DA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7795" y="981887"/>
                <a:ext cx="11675105" cy="5253339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fr-FR" dirty="0"/>
                  <a:t>On isole l’ensemble </a:t>
                </a:r>
                <a14:m>
                  <m:oMath xmlns:m="http://schemas.openxmlformats.org/officeDocument/2006/math">
                    <m:r>
                      <a:rPr lang="fr-FR" i="1" dirty="0" smtClean="0">
                        <a:latin typeface="Cambria Math" panose="02040503050406030204" pitchFamily="18" charset="0"/>
                      </a:rPr>
                      <m:t>{</m:t>
                    </m:r>
                    <m:r>
                      <a:rPr lang="fr-FR" b="0" i="1" dirty="0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fr-FR" i="1" dirty="0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fr-FR" dirty="0"/>
              </a:p>
              <a:p>
                <a:r>
                  <a:rPr lang="fr-FR" dirty="0"/>
                  <a:t>BAME :</a:t>
                </a:r>
              </a:p>
              <a:p>
                <a:pPr lvl="1"/>
                <a:r>
                  <a:rPr lang="fr-FR" dirty="0"/>
                  <a:t>Pivot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𝒯</m:t>
                        </m:r>
                        <m:d>
                          <m:dPr>
                            <m:ctrlPr>
                              <a:rPr lang="fr-FR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0→1</m:t>
                            </m:r>
                          </m:e>
                        </m:d>
                      </m:e>
                    </m:d>
                  </m:oMath>
                </a14:m>
                <a:endParaRPr lang="fr-FR" dirty="0"/>
              </a:p>
              <a:p>
                <a:pPr lvl="1"/>
                <a:r>
                  <a:rPr lang="fr-FR" dirty="0"/>
                  <a:t>Ponctuelle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𝒯</m:t>
                        </m:r>
                        <m:d>
                          <m:dPr>
                            <m:ctrlPr>
                              <a:rPr lang="fr-FR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3→1</m:t>
                            </m:r>
                          </m:e>
                        </m:d>
                      </m:e>
                    </m:d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{"/>
                            <m:endChr m:val="}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eqArr>
                              <m:eqArr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eqArr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  <m:acc>
                                  <m:accPr>
                                    <m:chr m:val="⃗"/>
                                    <m:ctrlPr>
                                      <a:rPr lang="fr-FR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acc>
                              </m:e>
                              <m:e>
                                <m:acc>
                                  <m:accPr>
                                    <m:chr m:val="⃗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acc>
                              </m:e>
                            </m:eqAr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</m:sSub>
                  </m:oMath>
                </a14:m>
                <a:endParaRPr lang="fr-FR" dirty="0">
                  <a:ea typeface="Cambria Math" panose="02040503050406030204" pitchFamily="18" charset="0"/>
                </a:endParaRPr>
              </a:p>
              <a:p>
                <a:pPr lvl="1"/>
                <a:r>
                  <a:rPr lang="fr-FR" dirty="0">
                    <a:ea typeface="Cambria Math" panose="02040503050406030204" pitchFamily="18" charset="0"/>
                  </a:rPr>
                  <a:t>Couple ressort : 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dirty="0">
                    <a:ea typeface="Cambria Math" panose="02040503050406030204" pitchFamily="18" charset="0"/>
                  </a:rPr>
                  <a:t> pour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fr-FR" dirty="0">
                    <a:ea typeface="Cambria Math" panose="02040503050406030204" pitchFamily="18" charset="0"/>
                  </a:rPr>
                  <a:t> 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fr-FR" dirty="0">
                    <a:ea typeface="Cambria Math" panose="02040503050406030204" pitchFamily="18" charset="0"/>
                  </a:rPr>
                  <a:t> pour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fr-FR" dirty="0">
                    <a:ea typeface="Cambria Math" panose="02040503050406030204" pitchFamily="18" charset="0"/>
                  </a:rPr>
                  <a:t>. On a</a:t>
                </a:r>
                <a:r>
                  <a:rPr lang="fr-FR" dirty="0"/>
                  <a:t> donc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d>
                      <m:d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𝜑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𝑘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fr-FR" dirty="0">
                    <a:ea typeface="Cambria Math" panose="02040503050406030204" pitchFamily="18" charset="0"/>
                  </a:rPr>
                  <a:t> (et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𝜑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𝜑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</m:oMath>
                </a14:m>
                <a:r>
                  <a:rPr lang="fr-FR" dirty="0">
                    <a:ea typeface="Cambria Math" panose="02040503050406030204" pitchFamily="18" charset="0"/>
                  </a:rPr>
                  <a:t>) </a:t>
                </a:r>
              </a:p>
              <a:p>
                <a:pPr lvl="1"/>
                <a:r>
                  <a:rPr lang="fr-FR" dirty="0">
                    <a:ea typeface="Cambria Math" panose="02040503050406030204" pitchFamily="18" charset="0"/>
                  </a:rPr>
                  <a:t>Pesanteur :</a:t>
                </a:r>
              </a:p>
              <a:p>
                <a:pPr lvl="2"/>
                <a:r>
                  <a:rPr lang="fr-FR" dirty="0"/>
                  <a:t>Masse fixe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𝒯</m:t>
                        </m:r>
                        <m:d>
                          <m:dPr>
                            <m:ctrlPr>
                              <a:rPr lang="fr-FR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fr-FR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pes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→</m:t>
                            </m:r>
                            <m:sSub>
                              <m:sSubPr>
                                <m:ctrlPr>
                                  <a:rPr lang="fr-F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sub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{"/>
                            <m:endChr m:val="}"/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eqArr>
                              <m:eqArrPr>
                                <m:ctrlP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eqArrPr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sub>
                                </m:sSub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  <m:acc>
                                  <m:accPr>
                                    <m:chr m:val="⃗"/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e>
                                      <m:sub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e>
                                </m:acc>
                              </m:e>
                              <m:e>
                                <m:acc>
                                  <m:accPr>
                                    <m:chr m:val="⃗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𝑂</m:t>
                                    </m:r>
                                  </m:e>
                                </m:acc>
                              </m:e>
                            </m:eqArr>
                          </m:e>
                        </m:d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sub>
                    </m:sSub>
                  </m:oMath>
                </a14:m>
                <a:r>
                  <a:rPr lang="fr-FR" dirty="0"/>
                  <a:t> avec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𝐴𝐹</m:t>
                        </m:r>
                      </m:e>
                    </m:acc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fr-FR" dirty="0"/>
                  <a:t> </a:t>
                </a:r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𝐿</m:t>
                    </m:r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e>
                    </m:acc>
                  </m:oMath>
                </a14:m>
                <a:endParaRPr lang="fr-FR" dirty="0"/>
              </a:p>
              <a:p>
                <a:pPr lvl="2"/>
                <a:r>
                  <a:rPr lang="fr-FR" dirty="0"/>
                  <a:t>Masse mobile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𝒯</m:t>
                        </m:r>
                        <m:d>
                          <m:dPr>
                            <m:ctrlPr>
                              <a:rPr lang="fr-FR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fr-FR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pes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→</m:t>
                            </m:r>
                            <m:sSub>
                              <m:sSubPr>
                                <m:ctrlPr>
                                  <a:rPr lang="fr-F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sub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{"/>
                            <m:endChr m:val="}"/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eqArr>
                              <m:eqArrPr>
                                <m:ctrlP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eqArrPr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sub>
                                </m:sSub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  <m:acc>
                                  <m:accPr>
                                    <m:chr m:val="⃗"/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e>
                                      <m:sub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e>
                                </m:acc>
                              </m:e>
                              <m:e>
                                <m:acc>
                                  <m:accPr>
                                    <m:chr m:val="⃗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𝑂</m:t>
                                    </m:r>
                                  </m:e>
                                </m:acc>
                              </m:e>
                            </m:eqArr>
                          </m:e>
                        </m:d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sub>
                    </m:sSub>
                  </m:oMath>
                </a14:m>
                <a:r>
                  <a:rPr lang="fr-FR" dirty="0"/>
                  <a:t> avec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𝐴𝐺</m:t>
                        </m:r>
                      </m:e>
                    </m:acc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𝑟</m:t>
                    </m:r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e>
                    </m:acc>
                  </m:oMath>
                </a14:m>
                <a:endParaRPr lang="fr-FR" dirty="0">
                  <a:ea typeface="Cambria Math" panose="02040503050406030204" pitchFamily="18" charset="0"/>
                </a:endParaRPr>
              </a:p>
              <a:p>
                <a:r>
                  <a:rPr lang="fr-FR" dirty="0"/>
                  <a:t>On applique le TMS en A suivant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</m:oMath>
                </a14:m>
                <a:r>
                  <a:rPr lang="fr-FR" dirty="0"/>
                  <a:t> et on a :</a:t>
                </a:r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𝐴𝐼</m:t>
                            </m:r>
                          </m:e>
                        </m:acc>
                        <m:r>
                          <a:rPr lang="fr-FR" i="1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𝐹</m:t>
                        </m:r>
                        <m:acc>
                          <m:accPr>
                            <m:chr m:val="⃗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</a:rPr>
                      <m:t> ⋅</m:t>
                    </m:r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𝐴𝐵</m:t>
                            </m:r>
                          </m:e>
                        </m:acc>
                        <m:r>
                          <a:rPr lang="fr-FR" i="1">
                            <a:latin typeface="Cambria Math" panose="02040503050406030204" pitchFamily="18" charset="0"/>
                          </a:rPr>
                          <m:t>∧−</m:t>
                        </m:r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  <m:r>
                          <a:rPr lang="fr-FR" i="1">
                            <a:latin typeface="Cambria Math" panose="02040503050406030204" pitchFamily="18" charset="0"/>
                          </a:rPr>
                          <m:t>𝑔</m:t>
                        </m:r>
                        <m:acc>
                          <m:accPr>
                            <m:chr m:val="⃗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 ⋅</m:t>
                    </m:r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</m:acc>
                        <m:r>
                          <a:rPr lang="fr-FR" i="1">
                            <a:latin typeface="Cambria Math" panose="02040503050406030204" pitchFamily="18" charset="0"/>
                          </a:rPr>
                          <m:t>∧−</m:t>
                        </m:r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r>
                          <a:rPr lang="fr-FR" i="1">
                            <a:latin typeface="Cambria Math" panose="02040503050406030204" pitchFamily="18" charset="0"/>
                          </a:rPr>
                          <m:t>𝑔</m:t>
                        </m:r>
                        <m:acc>
                          <m:accPr>
                            <m:chr m:val="⃗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 ⋅</m:t>
                    </m:r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d>
                      <m:d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𝜑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fr-FR" dirty="0"/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fr-FR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acc>
                              <m:accPr>
                                <m:chr m:val="⃗"/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sSub>
                                  <m:sSub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acc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  <m:acc>
                              <m:accPr>
                                <m:chr m:val="⃗"/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sSub>
                                  <m:sSub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acc>
                          </m:e>
                        </m:d>
                        <m:r>
                          <a:rPr lang="fr-FR" i="1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𝐹</m:t>
                        </m:r>
                        <m:acc>
                          <m:accPr>
                            <m:chr m:val="⃗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</a:rPr>
                      <m:t> ⋅</m:t>
                    </m:r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  <m:acc>
                          <m:accPr>
                            <m:chr m:val="⃗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sub>
                            </m:sSub>
                          </m:e>
                        </m:acc>
                        <m:r>
                          <a:rPr lang="fr-FR" i="1">
                            <a:latin typeface="Cambria Math" panose="02040503050406030204" pitchFamily="18" charset="0"/>
                          </a:rPr>
                          <m:t>∧−</m:t>
                        </m:r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  <m:r>
                          <a:rPr lang="fr-FR" i="1">
                            <a:latin typeface="Cambria Math" panose="02040503050406030204" pitchFamily="18" charset="0"/>
                          </a:rPr>
                          <m:t>𝑔</m:t>
                        </m:r>
                        <m:acc>
                          <m:accPr>
                            <m:chr m:val="⃗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 ⋅</m:t>
                    </m:r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𝑟</m:t>
                        </m:r>
                        <m:acc>
                          <m:accPr>
                            <m:chr m:val="⃗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sub>
                            </m:sSub>
                          </m:e>
                        </m:acc>
                        <m:r>
                          <a:rPr lang="fr-FR" i="1">
                            <a:latin typeface="Cambria Math" panose="02040503050406030204" pitchFamily="18" charset="0"/>
                          </a:rPr>
                          <m:t>∧−</m:t>
                        </m:r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r>
                          <a:rPr lang="fr-FR" i="1">
                            <a:latin typeface="Cambria Math" panose="02040503050406030204" pitchFamily="18" charset="0"/>
                          </a:rPr>
                          <m:t>𝑔</m:t>
                        </m:r>
                        <m:acc>
                          <m:accPr>
                            <m:chr m:val="⃗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 ⋅</m:t>
                    </m:r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d>
                      <m:d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𝜑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fr-FR" dirty="0"/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𝜆</m:t>
                        </m:r>
                        <m:acc>
                          <m:accPr>
                            <m:chr m:val="⃗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  <m:r>
                          <a:rPr lang="fr-FR" i="1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𝐹</m:t>
                        </m:r>
                        <m:acc>
                          <m:accPr>
                            <m:chr m:val="⃗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 ⋅</m:t>
                    </m:r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  <m:acc>
                          <m:accPr>
                            <m:chr m:val="⃗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sub>
                            </m:sSub>
                          </m:e>
                        </m:acc>
                        <m:r>
                          <a:rPr lang="fr-FR" i="1">
                            <a:latin typeface="Cambria Math" panose="02040503050406030204" pitchFamily="18" charset="0"/>
                          </a:rPr>
                          <m:t>∧−</m:t>
                        </m:r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  <m:r>
                          <a:rPr lang="fr-FR" i="1">
                            <a:latin typeface="Cambria Math" panose="02040503050406030204" pitchFamily="18" charset="0"/>
                          </a:rPr>
                          <m:t>𝑔</m:t>
                        </m:r>
                        <m:acc>
                          <m:accPr>
                            <m:chr m:val="⃗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 ⋅</m:t>
                    </m:r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𝑟</m:t>
                        </m:r>
                        <m:acc>
                          <m:accPr>
                            <m:chr m:val="⃗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sub>
                            </m:sSub>
                          </m:e>
                        </m:acc>
                        <m:r>
                          <a:rPr lang="fr-FR" i="1">
                            <a:latin typeface="Cambria Math" panose="02040503050406030204" pitchFamily="18" charset="0"/>
                          </a:rPr>
                          <m:t>∧−</m:t>
                        </m:r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r>
                          <a:rPr lang="fr-FR" i="1">
                            <a:latin typeface="Cambria Math" panose="02040503050406030204" pitchFamily="18" charset="0"/>
                          </a:rPr>
                          <m:t>𝑔</m:t>
                        </m:r>
                        <m:acc>
                          <m:accPr>
                            <m:chr m:val="⃗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 ⋅</m:t>
                    </m:r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d>
                      <m:d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𝜑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fr-FR" dirty="0"/>
              </a:p>
              <a:p>
                <a:pPr lvl="1"/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𝐿</m:t>
                    </m:r>
                    <m:func>
                      <m:func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 b="0" i="0" smtClean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𝜑</m:t>
                            </m:r>
                          </m:e>
                        </m:d>
                      </m:e>
                    </m:func>
                    <m:r>
                      <a:rPr lang="fr-FR" i="1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𝑟</m:t>
                    </m:r>
                    <m:func>
                      <m:func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𝜑</m:t>
                            </m:r>
                          </m:e>
                        </m:d>
                      </m:e>
                    </m:func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d>
                      <m:d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𝜑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fr-FR" dirty="0"/>
              </a:p>
              <a:p>
                <a:pPr lvl="1"/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</a:rPr>
                      <m:t>𝜆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𝐹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−</m:t>
                    </m:r>
                    <m:d>
                      <m:dPr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  <m:r>
                          <a:rPr lang="fr-FR" i="1"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r>
                          <a:rPr lang="fr-FR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𝑔</m:t>
                    </m:r>
                    <m:func>
                      <m:func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𝜑</m:t>
                            </m:r>
                          </m:e>
                        </m:d>
                      </m:e>
                    </m:func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d>
                      <m:d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𝜑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fr-FR" dirty="0"/>
              </a:p>
              <a:p>
                <a:pPr lvl="1"/>
                <a:endParaRPr lang="fr-FR" dirty="0"/>
              </a:p>
              <a:p>
                <a:pPr lvl="1"/>
                <a:endParaRPr lang="fr-FR" dirty="0"/>
              </a:p>
              <a:p>
                <a:pPr lvl="1"/>
                <a:endParaRPr lang="fr-FR" dirty="0"/>
              </a:p>
              <a:p>
                <a:pPr lvl="1"/>
                <a:endParaRPr lang="fr-FR" dirty="0"/>
              </a:p>
              <a:p>
                <a:pPr lvl="1"/>
                <a:endParaRPr lang="fr-FR" dirty="0"/>
              </a:p>
            </p:txBody>
          </p:sp>
        </mc:Choice>
        <mc:Fallback xmlns="">
          <p:sp>
            <p:nvSpPr>
              <p:cNvPr id="5" name="Espace réservé du contenu 4">
                <a:extLst>
                  <a:ext uri="{FF2B5EF4-FFF2-40B4-BE49-F238E27FC236}">
                    <a16:creationId xmlns:a16="http://schemas.microsoft.com/office/drawing/2014/main" id="{117D6E38-2788-A4AE-CA67-151BF52C1DA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7795" y="981887"/>
                <a:ext cx="11675105" cy="5253339"/>
              </a:xfrm>
              <a:blipFill>
                <a:blip r:embed="rId3"/>
                <a:stretch>
                  <a:fillRect l="-992" t="-208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539010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8604FAF-6030-087A-632D-64293522E5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58382F17-EDDC-9E45-285B-106770282C9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fr-FR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fr-FR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  <m:r>
                          <a:rPr lang="fr-FR" i="1"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r>
                          <a:rPr lang="fr-FR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𝑔</m:t>
                    </m:r>
                    <m:func>
                      <m:func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𝜑</m:t>
                            </m:r>
                          </m:e>
                        </m:d>
                      </m:e>
                    </m:func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d>
                      <m:d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𝜑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e>
                    </m:d>
                  </m:oMath>
                </a14:m>
                <a:endParaRPr lang="fr-FR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é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=−</m:t>
                    </m:r>
                    <m:r>
                      <a:rPr lang="fr-FR" i="1" smtClean="0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</m:d>
                    <m:func>
                      <m:func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 b="0" i="0" smtClean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𝜑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e>
                    </m:func>
                  </m:oMath>
                </a14:m>
                <a:endParaRPr lang="fr-FR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é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sub>
                            </m:s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</m:d>
                        <m:r>
                          <a:rPr lang="fr-FR" i="1">
                            <a:latin typeface="Cambria Math" panose="02040503050406030204" pitchFamily="18" charset="0"/>
                          </a:rPr>
                          <m:t>𝑔</m:t>
                        </m:r>
                        <m:func>
                          <m:func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d>
                              <m:d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</m:e>
                            </m:d>
                          </m:e>
                        </m:func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  <m:d>
                          <m:d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sub>
                            </m:sSub>
                          </m:e>
                        </m:d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den>
                    </m:f>
                    <m:d>
                      <m:d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</m:d>
                    <m:func>
                      <m:func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 b="0" i="0" smtClean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𝜑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e>
                    </m:func>
                  </m:oMath>
                </a14:m>
                <a:endParaRPr lang="fr-FR" dirty="0"/>
              </a:p>
              <a:p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58382F17-EDDC-9E45-285B-106770282C9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767793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8B9527-8A30-3050-B8E8-162C7725B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EEC7DF3B-D559-341B-62E7-4970ECFCA4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xx</a:t>
            </a:r>
            <a:br>
              <a:rPr lang="fr-FR" dirty="0"/>
            </a:br>
            <a:r>
              <a:rPr lang="fr-FR" dirty="0"/>
              <a:t>Couple Moteur en statique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98D4BE50-965D-714F-9739-FCBFAD3450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Hypothèse : Moteur sur la barrière</a:t>
            </a:r>
          </a:p>
        </p:txBody>
      </p:sp>
    </p:spTree>
    <p:extLst>
      <p:ext uri="{BB962C8B-B14F-4D97-AF65-F5344CB8AC3E}">
        <p14:creationId xmlns:p14="http://schemas.microsoft.com/office/powerpoint/2010/main" val="20744949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75B73478-E061-67DA-3F71-8FABEA2D7C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Modélisation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Espace réservé du contenu 4">
                <a:extLst>
                  <a:ext uri="{FF2B5EF4-FFF2-40B4-BE49-F238E27FC236}">
                    <a16:creationId xmlns:a16="http://schemas.microsoft.com/office/drawing/2014/main" id="{54FC8A54-CEDB-F548-7D0C-4684F3D734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75448" y="981887"/>
                <a:ext cx="6798757" cy="5253339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fr-FR" dirty="0"/>
                  <a:t>Bilan d’action mécanique</a:t>
                </a:r>
              </a:p>
              <a:p>
                <a:pPr lvl="1"/>
                <a:r>
                  <a:rPr lang="fr-FR" dirty="0"/>
                  <a:t>Pesanteur</a:t>
                </a:r>
              </a:p>
              <a:p>
                <a:pPr lvl="2"/>
                <a:r>
                  <a:rPr lang="fr-FR" dirty="0"/>
                  <a:t>Masse fixe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𝒯</m:t>
                        </m:r>
                        <m:d>
                          <m:dPr>
                            <m:ctrlPr>
                              <a:rPr lang="fr-FR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fr-FR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pes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→</m:t>
                            </m:r>
                            <m:sSub>
                              <m:sSubPr>
                                <m:ctrlPr>
                                  <a:rPr lang="fr-F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sub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{"/>
                            <m:endChr m:val="}"/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eqArr>
                              <m:eqArrPr>
                                <m:ctrlP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eqArrPr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sub>
                                </m:sSub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  <m:acc>
                                  <m:accPr>
                                    <m:chr m:val="⃗"/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e>
                                      <m:sub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e>
                                </m:acc>
                              </m:e>
                              <m:e>
                                <m:acc>
                                  <m:accPr>
                                    <m:chr m:val="⃗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𝑂</m:t>
                                    </m:r>
                                  </m:e>
                                </m:acc>
                              </m:e>
                            </m:eqArr>
                          </m:e>
                        </m:d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fr-FR" dirty="0"/>
                  <a:t> avec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𝐴𝐵</m:t>
                        </m:r>
                      </m:e>
                    </m:acc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fr-FR" dirty="0"/>
                  <a:t> </a:t>
                </a:r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𝐿</m:t>
                    </m:r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</m:oMath>
                </a14:m>
                <a:endParaRPr lang="fr-FR" dirty="0"/>
              </a:p>
              <a:p>
                <a:pPr lvl="2"/>
                <a:r>
                  <a:rPr lang="fr-FR" dirty="0"/>
                  <a:t>Masse mobile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𝒯</m:t>
                        </m:r>
                        <m:d>
                          <m:dPr>
                            <m:ctrlPr>
                              <a:rPr lang="fr-FR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fr-FR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pes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→</m:t>
                            </m:r>
                            <m:sSub>
                              <m:sSubPr>
                                <m:ctrlPr>
                                  <a:rPr lang="fr-F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sub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{"/>
                            <m:endChr m:val="}"/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eqArr>
                              <m:eqArrPr>
                                <m:ctrlP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eqArrPr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sub>
                                </m:sSub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  <m:acc>
                                  <m:accPr>
                                    <m:chr m:val="⃗"/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e>
                                      <m:sub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e>
                                </m:acc>
                              </m:e>
                              <m:e>
                                <m:acc>
                                  <m:accPr>
                                    <m:chr m:val="⃗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𝑂</m:t>
                                    </m:r>
                                  </m:e>
                                </m:acc>
                              </m:e>
                            </m:eqArr>
                          </m:e>
                        </m:d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sub>
                    </m:sSub>
                  </m:oMath>
                </a14:m>
                <a:r>
                  <a:rPr lang="fr-FR" dirty="0"/>
                  <a:t> avec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𝐴𝐺</m:t>
                        </m:r>
                      </m:e>
                    </m:acc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𝑟</m:t>
                    </m:r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</m:oMath>
                </a14:m>
                <a:endParaRPr lang="fr-FR" b="0" dirty="0"/>
              </a:p>
              <a:p>
                <a:pPr lvl="2"/>
                <a:endParaRPr lang="fr-FR" b="0" dirty="0"/>
              </a:p>
              <a:p>
                <a:pPr lvl="1"/>
                <a:r>
                  <a:rPr lang="fr-FR" dirty="0"/>
                  <a:t>Ressort</a:t>
                </a:r>
              </a:p>
              <a:p>
                <a:pPr lvl="2"/>
                <a:r>
                  <a:rPr lang="fr-FR" dirty="0"/>
                  <a:t>Raideur : </a:t>
                </a:r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100°→100×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180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=1,745 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𝑟𝑎𝑑</m:t>
                    </m:r>
                  </m:oMath>
                </a14:m>
                <a:r>
                  <a:rPr lang="fr-FR" dirty="0"/>
                  <a:t> pour </a:t>
                </a:r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4,5</m:t>
                    </m:r>
                    <m:r>
                      <a:rPr lang="fr-FR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fr-FR" b="0" i="0" smtClean="0">
                        <a:latin typeface="Cambria Math" panose="02040503050406030204" pitchFamily="18" charset="0"/>
                      </a:rPr>
                      <m:t>daN</m:t>
                    </m:r>
                    <m:r>
                      <a:rPr lang="fr-FR" b="0" i="0" smtClean="0"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fr-FR" b="0" i="0" smtClean="0">
                        <a:latin typeface="Cambria Math" panose="02040503050406030204" pitchFamily="18" charset="0"/>
                      </a:rPr>
                      <m:t>m</m:t>
                    </m:r>
                    <m:r>
                      <a:rPr lang="fr-FR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fr-FR" dirty="0"/>
                  <a:t> La raideur est donc de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45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1,745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=25,8 </m:t>
                    </m:r>
                    <m:r>
                      <m:rPr>
                        <m:sty m:val="p"/>
                      </m:rPr>
                      <a:rPr lang="fr-FR" b="0" i="0" smtClean="0">
                        <a:latin typeface="Cambria Math" panose="02040503050406030204" pitchFamily="18" charset="0"/>
                      </a:rPr>
                      <m:t>Nm</m:t>
                    </m:r>
                    <m:r>
                      <a:rPr lang="fr-FR" b="0" i="0" smtClean="0"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fr-FR" b="0" i="0" smtClean="0">
                        <a:latin typeface="Cambria Math" panose="02040503050406030204" pitchFamily="18" charset="0"/>
                      </a:rPr>
                      <m:t>ra</m:t>
                    </m:r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fr-FR" b="0" i="0" smtClean="0">
                            <a:latin typeface="Cambria Math" panose="02040503050406030204" pitchFamily="18" charset="0"/>
                          </a:rPr>
                          <m:t>d</m:t>
                        </m:r>
                      </m:e>
                      <m:sup>
                        <m:r>
                          <a:rPr lang="fr-FR" b="0" i="0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dirty="0"/>
              </a:p>
              <a:p>
                <a:pPr lvl="2"/>
                <a14:m>
                  <m:oMath xmlns:m="http://schemas.openxmlformats.org/officeDocument/2006/math">
                    <m:r>
                      <a:rPr lang="fr-FR" b="0" i="0" smtClean="0">
                        <a:latin typeface="Cambria Math" panose="02040503050406030204" pitchFamily="18" charset="0"/>
                      </a:rPr>
                      <m:t>25</m:t>
                    </m:r>
                    <m:r>
                      <m:rPr>
                        <m:sty m:val="p"/>
                      </m:rPr>
                      <a:rPr lang="fr-FR" b="0" i="0" smtClean="0">
                        <a:latin typeface="Cambria Math" panose="02040503050406030204" pitchFamily="18" charset="0"/>
                      </a:rPr>
                      <m:t>N</m:t>
                    </m:r>
                    <m:r>
                      <a:rPr lang="fr-FR" b="0" i="0" smtClean="0">
                        <a:latin typeface="Cambria Math" panose="02040503050406030204" pitchFamily="18" charset="0"/>
                      </a:rPr>
                      <m:t> à 62 </m:t>
                    </m:r>
                    <m:r>
                      <m:rPr>
                        <m:sty m:val="p"/>
                      </m:rPr>
                      <a:rPr lang="fr-FR" b="0" i="0" smtClean="0">
                        <a:latin typeface="Cambria Math" panose="02040503050406030204" pitchFamily="18" charset="0"/>
                      </a:rPr>
                      <m:t>mm</m:t>
                    </m:r>
                  </m:oMath>
                </a14:m>
                <a:endParaRPr lang="fr-FR" dirty="0"/>
              </a:p>
              <a:p>
                <a:pPr lvl="2"/>
                <a:r>
                  <a:rPr lang="fr-FR" dirty="0"/>
                  <a:t>On a donc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</a:rPr>
                      <m:t>=42−25,8×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endParaRPr lang="fr-FR" dirty="0"/>
              </a:p>
              <a:p>
                <a:pPr lvl="2"/>
                <a:endParaRPr lang="fr-FR" dirty="0"/>
              </a:p>
              <a:p>
                <a:pPr lvl="1"/>
                <a:r>
                  <a:rPr lang="fr-FR" dirty="0"/>
                  <a:t>Couple moteur </a:t>
                </a:r>
              </a:p>
              <a:p>
                <a:pPr marL="200025" lvl="1" indent="0">
                  <a:buNone/>
                </a:pPr>
                <a:endParaRPr lang="fr-FR" dirty="0"/>
              </a:p>
              <a:p>
                <a:r>
                  <a:rPr lang="fr-FR" dirty="0"/>
                  <a:t>TMS en </a:t>
                </a:r>
                <a14:m>
                  <m:oMath xmlns:m="http://schemas.openxmlformats.org/officeDocument/2006/math">
                    <m:r>
                      <a:rPr lang="fr-FR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fr-FR" dirty="0"/>
                  <a:t> en projection sur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acc>
                  </m:oMath>
                </a14:m>
                <a:endParaRPr lang="fr-FR" b="0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+42−25,8 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𝑔𝐿</m:t>
                    </m:r>
                    <m:func>
                      <m:func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 b="0" i="0" smtClean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func>
                    <m:r>
                      <a:rPr lang="fr-FR" i="1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𝑟</m:t>
                    </m:r>
                    <m:func>
                      <m:func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func>
                    <m:r>
                      <a:rPr lang="fr-FR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fr-FR" dirty="0"/>
              </a:p>
              <a:p>
                <a:pPr lvl="2"/>
                <a:endParaRPr lang="fr-FR" dirty="0"/>
              </a:p>
            </p:txBody>
          </p:sp>
        </mc:Choice>
        <mc:Fallback xmlns="">
          <p:sp>
            <p:nvSpPr>
              <p:cNvPr id="5" name="Espace réservé du contenu 4">
                <a:extLst>
                  <a:ext uri="{FF2B5EF4-FFF2-40B4-BE49-F238E27FC236}">
                    <a16:creationId xmlns:a16="http://schemas.microsoft.com/office/drawing/2014/main" id="{54FC8A54-CEDB-F548-7D0C-4684F3D734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75448" y="981887"/>
                <a:ext cx="6798757" cy="5253339"/>
              </a:xfrm>
              <a:blipFill>
                <a:blip r:embed="rId2"/>
                <a:stretch>
                  <a:fillRect l="-2151" t="-2900" r="-152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e 5">
            <a:extLst>
              <a:ext uri="{FF2B5EF4-FFF2-40B4-BE49-F238E27FC236}">
                <a16:creationId xmlns:a16="http://schemas.microsoft.com/office/drawing/2014/main" id="{B18E6DB7-949B-5ED3-F759-D8C1C274EC68}"/>
              </a:ext>
            </a:extLst>
          </p:cNvPr>
          <p:cNvGrpSpPr/>
          <p:nvPr/>
        </p:nvGrpSpPr>
        <p:grpSpPr>
          <a:xfrm>
            <a:off x="2233731" y="1165049"/>
            <a:ext cx="2813785" cy="2859959"/>
            <a:chOff x="-180530" y="281011"/>
            <a:chExt cx="2813785" cy="2859959"/>
          </a:xfrm>
        </p:grpSpPr>
        <p:grpSp>
          <p:nvGrpSpPr>
            <p:cNvPr id="7" name="Groupe 6">
              <a:extLst>
                <a:ext uri="{FF2B5EF4-FFF2-40B4-BE49-F238E27FC236}">
                  <a16:creationId xmlns:a16="http://schemas.microsoft.com/office/drawing/2014/main" id="{E18B3969-D5DF-1C1C-D004-AC733058F18F}"/>
                </a:ext>
              </a:extLst>
            </p:cNvPr>
            <p:cNvGrpSpPr/>
            <p:nvPr/>
          </p:nvGrpSpPr>
          <p:grpSpPr>
            <a:xfrm rot="20700000">
              <a:off x="780713" y="386845"/>
              <a:ext cx="1440160" cy="1440160"/>
              <a:chOff x="971600" y="548680"/>
              <a:chExt cx="1440160" cy="1440160"/>
            </a:xfrm>
          </p:grpSpPr>
          <p:cxnSp>
            <p:nvCxnSpPr>
              <p:cNvPr id="21" name="Connecteur droit 20">
                <a:extLst>
                  <a:ext uri="{FF2B5EF4-FFF2-40B4-BE49-F238E27FC236}">
                    <a16:creationId xmlns:a16="http://schemas.microsoft.com/office/drawing/2014/main" id="{D4C7F7D7-EE92-6807-3FA3-DC7AC88D2F90}"/>
                  </a:ext>
                </a:extLst>
              </p:cNvPr>
              <p:cNvCxnSpPr/>
              <p:nvPr/>
            </p:nvCxnSpPr>
            <p:spPr>
              <a:xfrm flipV="1">
                <a:off x="971600" y="548680"/>
                <a:ext cx="0" cy="1440160"/>
              </a:xfrm>
              <a:prstGeom prst="line">
                <a:avLst/>
              </a:prstGeom>
              <a:ln w="19050">
                <a:solidFill>
                  <a:srgbClr val="00B05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Connecteur droit 21">
                <a:extLst>
                  <a:ext uri="{FF2B5EF4-FFF2-40B4-BE49-F238E27FC236}">
                    <a16:creationId xmlns:a16="http://schemas.microsoft.com/office/drawing/2014/main" id="{1B2738F0-CA0A-9E45-E27E-6000E229768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V="1">
                <a:off x="1691680" y="1268760"/>
                <a:ext cx="0" cy="1440160"/>
              </a:xfrm>
              <a:prstGeom prst="line">
                <a:avLst/>
              </a:prstGeom>
              <a:ln w="19050">
                <a:solidFill>
                  <a:srgbClr val="00B05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" name="Groupe 7">
              <a:extLst>
                <a:ext uri="{FF2B5EF4-FFF2-40B4-BE49-F238E27FC236}">
                  <a16:creationId xmlns:a16="http://schemas.microsoft.com/office/drawing/2014/main" id="{5E4E9ACD-C89F-63E3-CE77-B46EFEFA63D1}"/>
                </a:ext>
              </a:extLst>
            </p:cNvPr>
            <p:cNvGrpSpPr/>
            <p:nvPr/>
          </p:nvGrpSpPr>
          <p:grpSpPr>
            <a:xfrm>
              <a:off x="971600" y="548680"/>
              <a:ext cx="1440160" cy="1440160"/>
              <a:chOff x="971600" y="548680"/>
              <a:chExt cx="1440160" cy="1440160"/>
            </a:xfrm>
          </p:grpSpPr>
          <p:cxnSp>
            <p:nvCxnSpPr>
              <p:cNvPr id="19" name="Connecteur droit 18">
                <a:extLst>
                  <a:ext uri="{FF2B5EF4-FFF2-40B4-BE49-F238E27FC236}">
                    <a16:creationId xmlns:a16="http://schemas.microsoft.com/office/drawing/2014/main" id="{13B32D00-FEAF-03B4-32CD-DAC339A24964}"/>
                  </a:ext>
                </a:extLst>
              </p:cNvPr>
              <p:cNvCxnSpPr/>
              <p:nvPr/>
            </p:nvCxnSpPr>
            <p:spPr>
              <a:xfrm flipV="1">
                <a:off x="971600" y="548680"/>
                <a:ext cx="0" cy="1440160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Connecteur droit 19">
                <a:extLst>
                  <a:ext uri="{FF2B5EF4-FFF2-40B4-BE49-F238E27FC236}">
                    <a16:creationId xmlns:a16="http://schemas.microsoft.com/office/drawing/2014/main" id="{41179C6B-98D5-5E83-E90B-07B1F0B3B96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V="1">
                <a:off x="1691680" y="1268760"/>
                <a:ext cx="0" cy="1440160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" name="Ellipse 8">
              <a:extLst>
                <a:ext uri="{FF2B5EF4-FFF2-40B4-BE49-F238E27FC236}">
                  <a16:creationId xmlns:a16="http://schemas.microsoft.com/office/drawing/2014/main" id="{8C7FF499-0538-B44B-92B5-07DFFDE91ADF}"/>
                </a:ext>
              </a:extLst>
            </p:cNvPr>
            <p:cNvSpPr/>
            <p:nvPr/>
          </p:nvSpPr>
          <p:spPr>
            <a:xfrm>
              <a:off x="873610" y="1869528"/>
              <a:ext cx="216000" cy="2160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Ellipse 9">
              <a:extLst>
                <a:ext uri="{FF2B5EF4-FFF2-40B4-BE49-F238E27FC236}">
                  <a16:creationId xmlns:a16="http://schemas.microsoft.com/office/drawing/2014/main" id="{87356998-CB6E-8759-51BE-0A2C46FD8B6D}"/>
                </a:ext>
              </a:extLst>
            </p:cNvPr>
            <p:cNvSpPr/>
            <p:nvPr/>
          </p:nvSpPr>
          <p:spPr>
            <a:xfrm>
              <a:off x="945610" y="1941528"/>
              <a:ext cx="72000" cy="72000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" name="Arc 10">
              <a:extLst>
                <a:ext uri="{FF2B5EF4-FFF2-40B4-BE49-F238E27FC236}">
                  <a16:creationId xmlns:a16="http://schemas.microsoft.com/office/drawing/2014/main" id="{2CA6C8FA-DCB2-E2B4-A97E-0B5CAE8FC89B}"/>
                </a:ext>
              </a:extLst>
            </p:cNvPr>
            <p:cNvSpPr/>
            <p:nvPr/>
          </p:nvSpPr>
          <p:spPr>
            <a:xfrm>
              <a:off x="-180530" y="836712"/>
              <a:ext cx="2304258" cy="2304258"/>
            </a:xfrm>
            <a:prstGeom prst="arc">
              <a:avLst>
                <a:gd name="adj1" fmla="val 20716967"/>
                <a:gd name="adj2" fmla="val 0"/>
              </a:avLst>
            </a:prstGeom>
            <a:ln>
              <a:solidFill>
                <a:srgbClr val="00B050"/>
              </a:solidFill>
              <a:head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ZoneTexte 11">
                  <a:extLst>
                    <a:ext uri="{FF2B5EF4-FFF2-40B4-BE49-F238E27FC236}">
                      <a16:creationId xmlns:a16="http://schemas.microsoft.com/office/drawing/2014/main" id="{75B37315-E305-4BCC-CC66-8D7756BD4643}"/>
                    </a:ext>
                  </a:extLst>
                </p:cNvPr>
                <p:cNvSpPr txBox="1"/>
                <p:nvPr/>
              </p:nvSpPr>
              <p:spPr>
                <a:xfrm>
                  <a:off x="2425954" y="1865728"/>
                  <a:ext cx="207301" cy="27443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6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  <m:sub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600" dirty="0"/>
                </a:p>
              </p:txBody>
            </p:sp>
          </mc:Choice>
          <mc:Fallback xmlns="">
            <p:sp>
              <p:nvSpPr>
                <p:cNvPr id="40" name="ZoneTexte 39">
                  <a:extLst>
                    <a:ext uri="{FF2B5EF4-FFF2-40B4-BE49-F238E27FC236}">
                      <a16:creationId xmlns:a16="http://schemas.microsoft.com/office/drawing/2014/main" id="{45ECFCEA-5AF5-469A-A88B-40970D71B7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5954" y="1865728"/>
                  <a:ext cx="207301" cy="274434"/>
                </a:xfrm>
                <a:prstGeom prst="rect">
                  <a:avLst/>
                </a:prstGeom>
                <a:blipFill>
                  <a:blip r:embed="rId3"/>
                  <a:stretch>
                    <a:fillRect l="-20588" r="-5882" b="-13333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ZoneTexte 12">
                  <a:extLst>
                    <a:ext uri="{FF2B5EF4-FFF2-40B4-BE49-F238E27FC236}">
                      <a16:creationId xmlns:a16="http://schemas.microsoft.com/office/drawing/2014/main" id="{23EC8CBC-F33D-DF30-9144-81D424096D21}"/>
                    </a:ext>
                  </a:extLst>
                </p:cNvPr>
                <p:cNvSpPr txBox="1"/>
                <p:nvPr/>
              </p:nvSpPr>
              <p:spPr>
                <a:xfrm>
                  <a:off x="890538" y="281011"/>
                  <a:ext cx="208327" cy="27443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6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e>
                              <m:sub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600" dirty="0"/>
                </a:p>
              </p:txBody>
            </p:sp>
          </mc:Choice>
          <mc:Fallback xmlns="">
            <p:sp>
              <p:nvSpPr>
                <p:cNvPr id="41" name="ZoneTexte 40">
                  <a:extLst>
                    <a:ext uri="{FF2B5EF4-FFF2-40B4-BE49-F238E27FC236}">
                      <a16:creationId xmlns:a16="http://schemas.microsoft.com/office/drawing/2014/main" id="{0DDCABDF-5E8A-4E12-98A9-4BE7033D23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0538" y="281011"/>
                  <a:ext cx="208327" cy="274434"/>
                </a:xfrm>
                <a:prstGeom prst="rect">
                  <a:avLst/>
                </a:prstGeom>
                <a:blipFill>
                  <a:blip r:embed="rId4"/>
                  <a:stretch>
                    <a:fillRect l="-32353" r="-8824" b="-28889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ZoneTexte 13">
                  <a:extLst>
                    <a:ext uri="{FF2B5EF4-FFF2-40B4-BE49-F238E27FC236}">
                      <a16:creationId xmlns:a16="http://schemas.microsoft.com/office/drawing/2014/main" id="{5FAD9451-B49D-6278-3431-A723688FDFC1}"/>
                    </a:ext>
                  </a:extLst>
                </p:cNvPr>
                <p:cNvSpPr txBox="1"/>
                <p:nvPr/>
              </p:nvSpPr>
              <p:spPr>
                <a:xfrm>
                  <a:off x="890538" y="2182216"/>
                  <a:ext cx="255390" cy="28264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6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600" dirty="0"/>
                </a:p>
              </p:txBody>
            </p:sp>
          </mc:Choice>
          <mc:Fallback xmlns="">
            <p:sp>
              <p:nvSpPr>
                <p:cNvPr id="42" name="ZoneTexte 41">
                  <a:extLst>
                    <a:ext uri="{FF2B5EF4-FFF2-40B4-BE49-F238E27FC236}">
                      <a16:creationId xmlns:a16="http://schemas.microsoft.com/office/drawing/2014/main" id="{3B3AC19B-BE7E-40AC-A608-0B12FC96BA0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0538" y="2182216"/>
                  <a:ext cx="255390" cy="282641"/>
                </a:xfrm>
                <a:prstGeom prst="rect">
                  <a:avLst/>
                </a:prstGeom>
                <a:blipFill>
                  <a:blip r:embed="rId5"/>
                  <a:stretch>
                    <a:fillRect l="-19048" r="-4762" b="-10638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ZoneTexte 14">
                  <a:extLst>
                    <a:ext uri="{FF2B5EF4-FFF2-40B4-BE49-F238E27FC236}">
                      <a16:creationId xmlns:a16="http://schemas.microsoft.com/office/drawing/2014/main" id="{46EA4507-1D7C-CD41-D44C-9C1846B9BF9E}"/>
                    </a:ext>
                  </a:extLst>
                </p:cNvPr>
                <p:cNvSpPr txBox="1"/>
                <p:nvPr/>
              </p:nvSpPr>
              <p:spPr>
                <a:xfrm>
                  <a:off x="2146267" y="1740548"/>
                  <a:ext cx="126317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𝜃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43" name="ZoneTexte 42">
                  <a:extLst>
                    <a:ext uri="{FF2B5EF4-FFF2-40B4-BE49-F238E27FC236}">
                      <a16:creationId xmlns:a16="http://schemas.microsoft.com/office/drawing/2014/main" id="{27F0E1F7-3DC2-40B3-AF77-9D5551F4AD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46267" y="1740548"/>
                  <a:ext cx="126317" cy="184666"/>
                </a:xfrm>
                <a:prstGeom prst="rect">
                  <a:avLst/>
                </a:prstGeom>
                <a:blipFill>
                  <a:blip r:embed="rId6"/>
                  <a:stretch>
                    <a:fillRect l="-28571" r="-23810" b="-666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ZoneTexte 15">
                  <a:extLst>
                    <a:ext uri="{FF2B5EF4-FFF2-40B4-BE49-F238E27FC236}">
                      <a16:creationId xmlns:a16="http://schemas.microsoft.com/office/drawing/2014/main" id="{AEF0A129-D4B7-1F68-35EB-C8660F40A244}"/>
                    </a:ext>
                  </a:extLst>
                </p:cNvPr>
                <p:cNvSpPr txBox="1"/>
                <p:nvPr/>
              </p:nvSpPr>
              <p:spPr>
                <a:xfrm>
                  <a:off x="2417192" y="1458251"/>
                  <a:ext cx="202555" cy="27443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6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  <m:sub>
                                <m:r>
                                  <a:rPr lang="fr-FR" sz="16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600" dirty="0"/>
                </a:p>
              </p:txBody>
            </p:sp>
          </mc:Choice>
          <mc:Fallback xmlns="">
            <p:sp>
              <p:nvSpPr>
                <p:cNvPr id="44" name="ZoneTexte 43">
                  <a:extLst>
                    <a:ext uri="{FF2B5EF4-FFF2-40B4-BE49-F238E27FC236}">
                      <a16:creationId xmlns:a16="http://schemas.microsoft.com/office/drawing/2014/main" id="{46DD3A41-DF69-4121-91DF-106A95337A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7192" y="1458251"/>
                  <a:ext cx="202555" cy="274434"/>
                </a:xfrm>
                <a:prstGeom prst="rect">
                  <a:avLst/>
                </a:prstGeom>
                <a:blipFill>
                  <a:blip r:embed="rId7"/>
                  <a:stretch>
                    <a:fillRect l="-24242" r="-6061" b="-13333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ZoneTexte 16">
                  <a:extLst>
                    <a:ext uri="{FF2B5EF4-FFF2-40B4-BE49-F238E27FC236}">
                      <a16:creationId xmlns:a16="http://schemas.microsoft.com/office/drawing/2014/main" id="{02B16244-F7C4-C883-1CA5-B70FA9E95E7D}"/>
                    </a:ext>
                  </a:extLst>
                </p:cNvPr>
                <p:cNvSpPr txBox="1"/>
                <p:nvPr/>
              </p:nvSpPr>
              <p:spPr>
                <a:xfrm>
                  <a:off x="536516" y="281011"/>
                  <a:ext cx="203581" cy="27443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6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e>
                              <m:sub>
                                <m:r>
                                  <a:rPr lang="fr-FR" sz="16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600" dirty="0"/>
                </a:p>
              </p:txBody>
            </p:sp>
          </mc:Choice>
          <mc:Fallback xmlns="">
            <p:sp>
              <p:nvSpPr>
                <p:cNvPr id="45" name="ZoneTexte 44">
                  <a:extLst>
                    <a:ext uri="{FF2B5EF4-FFF2-40B4-BE49-F238E27FC236}">
                      <a16:creationId xmlns:a16="http://schemas.microsoft.com/office/drawing/2014/main" id="{F2944E64-8185-4462-866B-DAEE99C25C7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6516" y="281011"/>
                  <a:ext cx="203581" cy="274434"/>
                </a:xfrm>
                <a:prstGeom prst="rect">
                  <a:avLst/>
                </a:prstGeom>
                <a:blipFill>
                  <a:blip r:embed="rId8"/>
                  <a:stretch>
                    <a:fillRect l="-32353" r="-5882" b="-28889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" name="ZoneTexte 17">
              <a:extLst>
                <a:ext uri="{FF2B5EF4-FFF2-40B4-BE49-F238E27FC236}">
                  <a16:creationId xmlns:a16="http://schemas.microsoft.com/office/drawing/2014/main" id="{10187643-EF05-A57B-2D33-DE4CEBBD90AE}"/>
                </a:ext>
              </a:extLst>
            </p:cNvPr>
            <p:cNvSpPr txBox="1"/>
            <p:nvPr/>
          </p:nvSpPr>
          <p:spPr>
            <a:xfrm>
              <a:off x="1870700" y="1453663"/>
              <a:ext cx="65" cy="18466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endParaRPr lang="fr-FR" sz="1200" dirty="0"/>
            </a:p>
          </p:txBody>
        </p:sp>
      </p:grpSp>
      <p:grpSp>
        <p:nvGrpSpPr>
          <p:cNvPr id="23" name="Groupe 22">
            <a:extLst>
              <a:ext uri="{FF2B5EF4-FFF2-40B4-BE49-F238E27FC236}">
                <a16:creationId xmlns:a16="http://schemas.microsoft.com/office/drawing/2014/main" id="{3FD4569C-BB90-5CAD-6376-F14018398658}"/>
              </a:ext>
            </a:extLst>
          </p:cNvPr>
          <p:cNvGrpSpPr/>
          <p:nvPr/>
        </p:nvGrpSpPr>
        <p:grpSpPr>
          <a:xfrm>
            <a:off x="299788" y="1165049"/>
            <a:ext cx="1890159" cy="2263951"/>
            <a:chOff x="1459499" y="1132845"/>
            <a:chExt cx="1890159" cy="2263951"/>
          </a:xfrm>
        </p:grpSpPr>
        <p:cxnSp>
          <p:nvCxnSpPr>
            <p:cNvPr id="24" name="Connecteur droit 23">
              <a:extLst>
                <a:ext uri="{FF2B5EF4-FFF2-40B4-BE49-F238E27FC236}">
                  <a16:creationId xmlns:a16="http://schemas.microsoft.com/office/drawing/2014/main" id="{65ABEFD6-8D76-D1E4-CCC3-67C924E7A3D6}"/>
                </a:ext>
              </a:extLst>
            </p:cNvPr>
            <p:cNvCxnSpPr>
              <a:cxnSpLocks/>
              <a:stCxn id="38" idx="7"/>
            </p:cNvCxnSpPr>
            <p:nvPr/>
          </p:nvCxnSpPr>
          <p:spPr>
            <a:xfrm flipV="1">
              <a:off x="1755320" y="1641346"/>
              <a:ext cx="1034474" cy="1129959"/>
            </a:xfrm>
            <a:prstGeom prst="line">
              <a:avLst/>
            </a:prstGeom>
            <a:ln w="12700">
              <a:solidFill>
                <a:srgbClr val="00B050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Forme libre : forme 24">
              <a:extLst>
                <a:ext uri="{FF2B5EF4-FFF2-40B4-BE49-F238E27FC236}">
                  <a16:creationId xmlns:a16="http://schemas.microsoft.com/office/drawing/2014/main" id="{B645B802-FB41-2E2C-0F0E-05B1F333F014}"/>
                </a:ext>
              </a:extLst>
            </p:cNvPr>
            <p:cNvSpPr/>
            <p:nvPr/>
          </p:nvSpPr>
          <p:spPr>
            <a:xfrm>
              <a:off x="1492249" y="3067050"/>
              <a:ext cx="415449" cy="145926"/>
            </a:xfrm>
            <a:custGeom>
              <a:avLst/>
              <a:gdLst>
                <a:gd name="connsiteX0" fmla="*/ 0 w 400050"/>
                <a:gd name="connsiteY0" fmla="*/ 6350 h 134622"/>
                <a:gd name="connsiteX1" fmla="*/ 63500 w 400050"/>
                <a:gd name="connsiteY1" fmla="*/ 114300 h 134622"/>
                <a:gd name="connsiteX2" fmla="*/ 203200 w 400050"/>
                <a:gd name="connsiteY2" fmla="*/ 69850 h 134622"/>
                <a:gd name="connsiteX3" fmla="*/ 304800 w 400050"/>
                <a:gd name="connsiteY3" fmla="*/ 133350 h 134622"/>
                <a:gd name="connsiteX4" fmla="*/ 400050 w 400050"/>
                <a:gd name="connsiteY4" fmla="*/ 0 h 1346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0050" h="134622">
                  <a:moveTo>
                    <a:pt x="0" y="6350"/>
                  </a:moveTo>
                  <a:cubicBezTo>
                    <a:pt x="14816" y="55033"/>
                    <a:pt x="29633" y="103717"/>
                    <a:pt x="63500" y="114300"/>
                  </a:cubicBezTo>
                  <a:cubicBezTo>
                    <a:pt x="97367" y="124883"/>
                    <a:pt x="162983" y="66675"/>
                    <a:pt x="203200" y="69850"/>
                  </a:cubicBezTo>
                  <a:cubicBezTo>
                    <a:pt x="243417" y="73025"/>
                    <a:pt x="271992" y="144992"/>
                    <a:pt x="304800" y="133350"/>
                  </a:cubicBezTo>
                  <a:cubicBezTo>
                    <a:pt x="337608" y="121708"/>
                    <a:pt x="368829" y="60854"/>
                    <a:pt x="400050" y="0"/>
                  </a:cubicBezTo>
                </a:path>
              </a:pathLst>
            </a:custGeom>
            <a:solidFill>
              <a:schemeClr val="bg1">
                <a:lumMod val="8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26" name="Connecteur droit 25">
              <a:extLst>
                <a:ext uri="{FF2B5EF4-FFF2-40B4-BE49-F238E27FC236}">
                  <a16:creationId xmlns:a16="http://schemas.microsoft.com/office/drawing/2014/main" id="{3F47AF81-AF76-5ED3-FD9B-30196D88776D}"/>
                </a:ext>
              </a:extLst>
            </p:cNvPr>
            <p:cNvCxnSpPr>
              <a:cxnSpLocks/>
              <a:stCxn id="38" idx="4"/>
            </p:cNvCxnSpPr>
            <p:nvPr/>
          </p:nvCxnSpPr>
          <p:spPr>
            <a:xfrm>
              <a:off x="1691680" y="2924945"/>
              <a:ext cx="0" cy="142105"/>
            </a:xfrm>
            <a:prstGeom prst="lin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7" name="Connecteur droit 26">
              <a:extLst>
                <a:ext uri="{FF2B5EF4-FFF2-40B4-BE49-F238E27FC236}">
                  <a16:creationId xmlns:a16="http://schemas.microsoft.com/office/drawing/2014/main" id="{730FC2FC-2975-827D-8689-D234579DC71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75656" y="3070870"/>
              <a:ext cx="432048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8" name="Connecteur droit 27">
              <a:extLst>
                <a:ext uri="{FF2B5EF4-FFF2-40B4-BE49-F238E27FC236}">
                  <a16:creationId xmlns:a16="http://schemas.microsoft.com/office/drawing/2014/main" id="{612F5A97-7C61-F4EA-C419-8A1A158B1C1A}"/>
                </a:ext>
              </a:extLst>
            </p:cNvPr>
            <p:cNvCxnSpPr>
              <a:cxnSpLocks/>
              <a:stCxn id="38" idx="7"/>
              <a:endCxn id="29" idx="3"/>
            </p:cNvCxnSpPr>
            <p:nvPr/>
          </p:nvCxnSpPr>
          <p:spPr>
            <a:xfrm flipV="1">
              <a:off x="1755320" y="2127464"/>
              <a:ext cx="581613" cy="643841"/>
            </a:xfrm>
            <a:prstGeom prst="line">
              <a:avLst/>
            </a:prstGeom>
            <a:solidFill>
              <a:srgbClr val="00B050"/>
            </a:solidFill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9" name="Ellipse 28">
              <a:extLst>
                <a:ext uri="{FF2B5EF4-FFF2-40B4-BE49-F238E27FC236}">
                  <a16:creationId xmlns:a16="http://schemas.microsoft.com/office/drawing/2014/main" id="{62B20DE0-85B8-20E7-0C19-95D4272DBCE2}"/>
                </a:ext>
              </a:extLst>
            </p:cNvPr>
            <p:cNvSpPr/>
            <p:nvPr/>
          </p:nvSpPr>
          <p:spPr>
            <a:xfrm>
              <a:off x="2310573" y="1973824"/>
              <a:ext cx="180000" cy="180000"/>
            </a:xfrm>
            <a:prstGeom prst="ellipse">
              <a:avLst/>
            </a:prstGeom>
            <a:solidFill>
              <a:srgbClr val="00B050"/>
            </a:solidFill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ZoneTexte 29">
                  <a:extLst>
                    <a:ext uri="{FF2B5EF4-FFF2-40B4-BE49-F238E27FC236}">
                      <a16:creationId xmlns:a16="http://schemas.microsoft.com/office/drawing/2014/main" id="{2C2700C5-C132-15A3-5A36-F17958A686F6}"/>
                    </a:ext>
                  </a:extLst>
                </p:cNvPr>
                <p:cNvSpPr txBox="1"/>
                <p:nvPr/>
              </p:nvSpPr>
              <p:spPr>
                <a:xfrm>
                  <a:off x="1459499" y="2762068"/>
                  <a:ext cx="134524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31" name="ZoneTexte 30">
                  <a:extLst>
                    <a:ext uri="{FF2B5EF4-FFF2-40B4-BE49-F238E27FC236}">
                      <a16:creationId xmlns:a16="http://schemas.microsoft.com/office/drawing/2014/main" id="{8064DB3B-9F1A-4CC6-82F9-D514AA9A26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59499" y="2762068"/>
                  <a:ext cx="134524" cy="184666"/>
                </a:xfrm>
                <a:prstGeom prst="rect">
                  <a:avLst/>
                </a:prstGeom>
                <a:blipFill>
                  <a:blip r:embed="rId9"/>
                  <a:stretch>
                    <a:fillRect l="-27273" r="-27273" b="-666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ZoneTexte 30">
                  <a:extLst>
                    <a:ext uri="{FF2B5EF4-FFF2-40B4-BE49-F238E27FC236}">
                      <a16:creationId xmlns:a16="http://schemas.microsoft.com/office/drawing/2014/main" id="{15955574-9DFB-5E05-F431-1EA2D51AC0B1}"/>
                    </a:ext>
                  </a:extLst>
                </p:cNvPr>
                <p:cNvSpPr txBox="1"/>
                <p:nvPr/>
              </p:nvSpPr>
              <p:spPr>
                <a:xfrm>
                  <a:off x="2161378" y="1824499"/>
                  <a:ext cx="140359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33" name="ZoneTexte 32">
                  <a:extLst>
                    <a:ext uri="{FF2B5EF4-FFF2-40B4-BE49-F238E27FC236}">
                      <a16:creationId xmlns:a16="http://schemas.microsoft.com/office/drawing/2014/main" id="{E2657129-06FF-482F-848F-C41938B3ACF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61378" y="1824499"/>
                  <a:ext cx="140359" cy="184666"/>
                </a:xfrm>
                <a:prstGeom prst="rect">
                  <a:avLst/>
                </a:prstGeom>
                <a:blipFill>
                  <a:blip r:embed="rId10"/>
                  <a:stretch>
                    <a:fillRect l="-26087" r="-21739" b="-666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2" name="Ellipse 31">
              <a:extLst>
                <a:ext uri="{FF2B5EF4-FFF2-40B4-BE49-F238E27FC236}">
                  <a16:creationId xmlns:a16="http://schemas.microsoft.com/office/drawing/2014/main" id="{FED053B0-9573-61AD-609F-CB0BFCB5D7E2}"/>
                </a:ext>
              </a:extLst>
            </p:cNvPr>
            <p:cNvSpPr/>
            <p:nvPr/>
          </p:nvSpPr>
          <p:spPr>
            <a:xfrm>
              <a:off x="1595057" y="3216796"/>
              <a:ext cx="180000" cy="180000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050" b="1" dirty="0">
                  <a:solidFill>
                    <a:schemeClr val="tx1"/>
                  </a:solidFill>
                </a:rPr>
                <a:t>0</a:t>
              </a:r>
              <a:endParaRPr lang="fr-FR" sz="1400" b="1" dirty="0">
                <a:solidFill>
                  <a:schemeClr val="tx1"/>
                </a:solidFill>
              </a:endParaRPr>
            </a:p>
          </p:txBody>
        </p:sp>
        <p:sp>
          <p:nvSpPr>
            <p:cNvPr id="33" name="Ellipse 32">
              <a:extLst>
                <a:ext uri="{FF2B5EF4-FFF2-40B4-BE49-F238E27FC236}">
                  <a16:creationId xmlns:a16="http://schemas.microsoft.com/office/drawing/2014/main" id="{4889DD4F-9FA2-6F4D-8E1F-79245706BA84}"/>
                </a:ext>
              </a:extLst>
            </p:cNvPr>
            <p:cNvSpPr/>
            <p:nvPr/>
          </p:nvSpPr>
          <p:spPr>
            <a:xfrm>
              <a:off x="1918347" y="2055129"/>
              <a:ext cx="180000" cy="180000"/>
            </a:xfrm>
            <a:prstGeom prst="ellipse">
              <a:avLst/>
            </a:prstGeom>
            <a:noFill/>
            <a:ln w="1905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050" b="1" dirty="0">
                  <a:solidFill>
                    <a:srgbClr val="00B050"/>
                  </a:solidFill>
                </a:rPr>
                <a:t>1</a:t>
              </a:r>
              <a:endParaRPr lang="fr-FR" sz="1400" b="1" dirty="0">
                <a:solidFill>
                  <a:srgbClr val="00B050"/>
                </a:solidFill>
              </a:endParaRPr>
            </a:p>
          </p:txBody>
        </p:sp>
        <p:grpSp>
          <p:nvGrpSpPr>
            <p:cNvPr id="34" name="Groupe 33">
              <a:extLst>
                <a:ext uri="{FF2B5EF4-FFF2-40B4-BE49-F238E27FC236}">
                  <a16:creationId xmlns:a16="http://schemas.microsoft.com/office/drawing/2014/main" id="{0D0B9698-1041-E3C6-AF01-FB5B428DC2A3}"/>
                </a:ext>
              </a:extLst>
            </p:cNvPr>
            <p:cNvGrpSpPr/>
            <p:nvPr/>
          </p:nvGrpSpPr>
          <p:grpSpPr>
            <a:xfrm>
              <a:off x="1688004" y="1400514"/>
              <a:ext cx="1440160" cy="1440160"/>
              <a:chOff x="971600" y="548680"/>
              <a:chExt cx="1440160" cy="1440160"/>
            </a:xfrm>
          </p:grpSpPr>
          <p:cxnSp>
            <p:nvCxnSpPr>
              <p:cNvPr id="39" name="Connecteur droit 38">
                <a:extLst>
                  <a:ext uri="{FF2B5EF4-FFF2-40B4-BE49-F238E27FC236}">
                    <a16:creationId xmlns:a16="http://schemas.microsoft.com/office/drawing/2014/main" id="{03F877F9-D213-A165-2351-8AF5DFB82AE5}"/>
                  </a:ext>
                </a:extLst>
              </p:cNvPr>
              <p:cNvCxnSpPr/>
              <p:nvPr/>
            </p:nvCxnSpPr>
            <p:spPr>
              <a:xfrm flipV="1">
                <a:off x="971600" y="548680"/>
                <a:ext cx="0" cy="1440160"/>
              </a:xfrm>
              <a:prstGeom prst="line">
                <a:avLst/>
              </a:prstGeom>
              <a:ln w="12700">
                <a:solidFill>
                  <a:schemeClr val="tx1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Connecteur droit 39">
                <a:extLst>
                  <a:ext uri="{FF2B5EF4-FFF2-40B4-BE49-F238E27FC236}">
                    <a16:creationId xmlns:a16="http://schemas.microsoft.com/office/drawing/2014/main" id="{8A076EC1-019A-5E98-692E-16BFE2BE0B3B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V="1">
                <a:off x="1691680" y="1268760"/>
                <a:ext cx="0" cy="1440160"/>
              </a:xfrm>
              <a:prstGeom prst="line">
                <a:avLst/>
              </a:prstGeom>
              <a:ln w="12700">
                <a:solidFill>
                  <a:schemeClr val="tx1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ZoneTexte 34">
                  <a:extLst>
                    <a:ext uri="{FF2B5EF4-FFF2-40B4-BE49-F238E27FC236}">
                      <a16:creationId xmlns:a16="http://schemas.microsoft.com/office/drawing/2014/main" id="{D1837195-C0A9-3EAC-F169-8A4CCD07E9D5}"/>
                    </a:ext>
                  </a:extLst>
                </p:cNvPr>
                <p:cNvSpPr txBox="1"/>
                <p:nvPr/>
              </p:nvSpPr>
              <p:spPr>
                <a:xfrm>
                  <a:off x="3142358" y="2717562"/>
                  <a:ext cx="207300" cy="27443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6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  <m:sub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600" dirty="0"/>
                </a:p>
              </p:txBody>
            </p:sp>
          </mc:Choice>
          <mc:Fallback xmlns="">
            <p:sp>
              <p:nvSpPr>
                <p:cNvPr id="60" name="ZoneTexte 59">
                  <a:extLst>
                    <a:ext uri="{FF2B5EF4-FFF2-40B4-BE49-F238E27FC236}">
                      <a16:creationId xmlns:a16="http://schemas.microsoft.com/office/drawing/2014/main" id="{35DD795F-0CF2-446C-8A9E-83DC56313B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42358" y="2717562"/>
                  <a:ext cx="207300" cy="274434"/>
                </a:xfrm>
                <a:prstGeom prst="rect">
                  <a:avLst/>
                </a:prstGeom>
                <a:blipFill>
                  <a:blip r:embed="rId11"/>
                  <a:stretch>
                    <a:fillRect l="-20588" r="-5882" b="-13333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ZoneTexte 35">
                  <a:extLst>
                    <a:ext uri="{FF2B5EF4-FFF2-40B4-BE49-F238E27FC236}">
                      <a16:creationId xmlns:a16="http://schemas.microsoft.com/office/drawing/2014/main" id="{B01D6176-1CCD-E03B-CDB3-90D2C3589CFC}"/>
                    </a:ext>
                  </a:extLst>
                </p:cNvPr>
                <p:cNvSpPr txBox="1"/>
                <p:nvPr/>
              </p:nvSpPr>
              <p:spPr>
                <a:xfrm>
                  <a:off x="1606942" y="1132845"/>
                  <a:ext cx="208327" cy="27443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6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e>
                              <m:sub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600" dirty="0"/>
                </a:p>
              </p:txBody>
            </p:sp>
          </mc:Choice>
          <mc:Fallback xmlns="">
            <p:sp>
              <p:nvSpPr>
                <p:cNvPr id="61" name="ZoneTexte 60">
                  <a:extLst>
                    <a:ext uri="{FF2B5EF4-FFF2-40B4-BE49-F238E27FC236}">
                      <a16:creationId xmlns:a16="http://schemas.microsoft.com/office/drawing/2014/main" id="{42E870AE-D35E-45B5-B565-ACF7B3E613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6942" y="1132845"/>
                  <a:ext cx="208327" cy="274434"/>
                </a:xfrm>
                <a:prstGeom prst="rect">
                  <a:avLst/>
                </a:prstGeom>
                <a:blipFill>
                  <a:blip r:embed="rId12"/>
                  <a:stretch>
                    <a:fillRect l="-32353" r="-8824" b="-28889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ZoneTexte 36">
                  <a:extLst>
                    <a:ext uri="{FF2B5EF4-FFF2-40B4-BE49-F238E27FC236}">
                      <a16:creationId xmlns:a16="http://schemas.microsoft.com/office/drawing/2014/main" id="{D99DF573-C87D-B701-F1E5-8CCAB3D0C17A}"/>
                    </a:ext>
                  </a:extLst>
                </p:cNvPr>
                <p:cNvSpPr txBox="1"/>
                <p:nvPr/>
              </p:nvSpPr>
              <p:spPr>
                <a:xfrm>
                  <a:off x="2725105" y="1746204"/>
                  <a:ext cx="202555" cy="27443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6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  <m:sub>
                                <m:r>
                                  <a:rPr lang="fr-FR" sz="16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600" dirty="0"/>
                </a:p>
              </p:txBody>
            </p:sp>
          </mc:Choice>
          <mc:Fallback xmlns="">
            <p:sp>
              <p:nvSpPr>
                <p:cNvPr id="64" name="ZoneTexte 63">
                  <a:extLst>
                    <a:ext uri="{FF2B5EF4-FFF2-40B4-BE49-F238E27FC236}">
                      <a16:creationId xmlns:a16="http://schemas.microsoft.com/office/drawing/2014/main" id="{E01D8D4C-6B7C-413A-B2F3-A915FB3F05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25105" y="1746204"/>
                  <a:ext cx="202555" cy="274434"/>
                </a:xfrm>
                <a:prstGeom prst="rect">
                  <a:avLst/>
                </a:prstGeom>
                <a:blipFill>
                  <a:blip r:embed="rId13"/>
                  <a:stretch>
                    <a:fillRect l="-21212" r="-6061" b="-13333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8" name="Ellipse 37">
              <a:extLst>
                <a:ext uri="{FF2B5EF4-FFF2-40B4-BE49-F238E27FC236}">
                  <a16:creationId xmlns:a16="http://schemas.microsoft.com/office/drawing/2014/main" id="{390EDC05-277A-8770-F5D2-D42FB01CFD64}"/>
                </a:ext>
              </a:extLst>
            </p:cNvPr>
            <p:cNvSpPr/>
            <p:nvPr/>
          </p:nvSpPr>
          <p:spPr>
            <a:xfrm>
              <a:off x="1601680" y="2744945"/>
              <a:ext cx="180000" cy="180000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68" name="Groupe 67">
            <a:extLst>
              <a:ext uri="{FF2B5EF4-FFF2-40B4-BE49-F238E27FC236}">
                <a16:creationId xmlns:a16="http://schemas.microsoft.com/office/drawing/2014/main" id="{0E6C0B75-9262-19BC-DD26-490A33033FC6}"/>
              </a:ext>
            </a:extLst>
          </p:cNvPr>
          <p:cNvGrpSpPr/>
          <p:nvPr/>
        </p:nvGrpSpPr>
        <p:grpSpPr>
          <a:xfrm>
            <a:off x="-210099" y="4156122"/>
            <a:ext cx="3921096" cy="2781692"/>
            <a:chOff x="25988" y="3810593"/>
            <a:chExt cx="3921096" cy="2781692"/>
          </a:xfrm>
        </p:grpSpPr>
        <p:grpSp>
          <p:nvGrpSpPr>
            <p:cNvPr id="49" name="Groupe 48">
              <a:extLst>
                <a:ext uri="{FF2B5EF4-FFF2-40B4-BE49-F238E27FC236}">
                  <a16:creationId xmlns:a16="http://schemas.microsoft.com/office/drawing/2014/main" id="{545D627C-AE23-6117-C0F9-88CC40D3FC0A}"/>
                </a:ext>
              </a:extLst>
            </p:cNvPr>
            <p:cNvGrpSpPr/>
            <p:nvPr/>
          </p:nvGrpSpPr>
          <p:grpSpPr>
            <a:xfrm rot="5400000">
              <a:off x="226661" y="4081485"/>
              <a:ext cx="2622959" cy="2398642"/>
              <a:chOff x="3950371" y="643017"/>
              <a:chExt cx="2622959" cy="2398642"/>
            </a:xfrm>
          </p:grpSpPr>
          <p:sp>
            <p:nvSpPr>
              <p:cNvPr id="50" name="Arc 49">
                <a:extLst>
                  <a:ext uri="{FF2B5EF4-FFF2-40B4-BE49-F238E27FC236}">
                    <a16:creationId xmlns:a16="http://schemas.microsoft.com/office/drawing/2014/main" id="{6B82C386-2905-C003-280D-FF1008741758}"/>
                  </a:ext>
                </a:extLst>
              </p:cNvPr>
              <p:cNvSpPr/>
              <p:nvPr/>
            </p:nvSpPr>
            <p:spPr>
              <a:xfrm>
                <a:off x="4174688" y="643017"/>
                <a:ext cx="2398642" cy="2398642"/>
              </a:xfrm>
              <a:prstGeom prst="arc">
                <a:avLst>
                  <a:gd name="adj1" fmla="val 11122892"/>
                  <a:gd name="adj2" fmla="val 13838638"/>
                </a:avLst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grpSp>
            <p:nvGrpSpPr>
              <p:cNvPr id="51" name="Groupe 50">
                <a:extLst>
                  <a:ext uri="{FF2B5EF4-FFF2-40B4-BE49-F238E27FC236}">
                    <a16:creationId xmlns:a16="http://schemas.microsoft.com/office/drawing/2014/main" id="{1993415E-7D2C-BA05-AEF5-1ADAFDD3AB6A}"/>
                  </a:ext>
                </a:extLst>
              </p:cNvPr>
              <p:cNvGrpSpPr/>
              <p:nvPr/>
            </p:nvGrpSpPr>
            <p:grpSpPr>
              <a:xfrm>
                <a:off x="3950371" y="1973224"/>
                <a:ext cx="432048" cy="288031"/>
                <a:chOff x="2286259" y="3513708"/>
                <a:chExt cx="432048" cy="288031"/>
              </a:xfrm>
            </p:grpSpPr>
            <p:sp>
              <p:nvSpPr>
                <p:cNvPr id="54" name="Forme libre : forme 53">
                  <a:extLst>
                    <a:ext uri="{FF2B5EF4-FFF2-40B4-BE49-F238E27FC236}">
                      <a16:creationId xmlns:a16="http://schemas.microsoft.com/office/drawing/2014/main" id="{2F1EA07E-523D-1CC4-434B-41D2740F70D2}"/>
                    </a:ext>
                  </a:extLst>
                </p:cNvPr>
                <p:cNvSpPr/>
                <p:nvPr/>
              </p:nvSpPr>
              <p:spPr>
                <a:xfrm>
                  <a:off x="2302852" y="3655813"/>
                  <a:ext cx="415449" cy="145926"/>
                </a:xfrm>
                <a:custGeom>
                  <a:avLst/>
                  <a:gdLst>
                    <a:gd name="connsiteX0" fmla="*/ 0 w 400050"/>
                    <a:gd name="connsiteY0" fmla="*/ 6350 h 134622"/>
                    <a:gd name="connsiteX1" fmla="*/ 63500 w 400050"/>
                    <a:gd name="connsiteY1" fmla="*/ 114300 h 134622"/>
                    <a:gd name="connsiteX2" fmla="*/ 203200 w 400050"/>
                    <a:gd name="connsiteY2" fmla="*/ 69850 h 134622"/>
                    <a:gd name="connsiteX3" fmla="*/ 304800 w 400050"/>
                    <a:gd name="connsiteY3" fmla="*/ 133350 h 134622"/>
                    <a:gd name="connsiteX4" fmla="*/ 400050 w 400050"/>
                    <a:gd name="connsiteY4" fmla="*/ 0 h 13462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00050" h="134622">
                      <a:moveTo>
                        <a:pt x="0" y="6350"/>
                      </a:moveTo>
                      <a:cubicBezTo>
                        <a:pt x="14816" y="55033"/>
                        <a:pt x="29633" y="103717"/>
                        <a:pt x="63500" y="114300"/>
                      </a:cubicBezTo>
                      <a:cubicBezTo>
                        <a:pt x="97367" y="124883"/>
                        <a:pt x="162983" y="66675"/>
                        <a:pt x="203200" y="69850"/>
                      </a:cubicBezTo>
                      <a:cubicBezTo>
                        <a:pt x="243417" y="73025"/>
                        <a:pt x="271992" y="144992"/>
                        <a:pt x="304800" y="133350"/>
                      </a:cubicBezTo>
                      <a:cubicBezTo>
                        <a:pt x="337608" y="121708"/>
                        <a:pt x="368829" y="60854"/>
                        <a:pt x="400050" y="0"/>
                      </a:cubicBezTo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cxnSp>
              <p:nvCxnSpPr>
                <p:cNvPr id="55" name="Connecteur droit 54">
                  <a:extLst>
                    <a:ext uri="{FF2B5EF4-FFF2-40B4-BE49-F238E27FC236}">
                      <a16:creationId xmlns:a16="http://schemas.microsoft.com/office/drawing/2014/main" id="{86AD3930-647D-AA9C-8B8F-F0E75C5409D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02283" y="3513708"/>
                  <a:ext cx="0" cy="142105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56" name="Connecteur droit 55">
                  <a:extLst>
                    <a:ext uri="{FF2B5EF4-FFF2-40B4-BE49-F238E27FC236}">
                      <a16:creationId xmlns:a16="http://schemas.microsoft.com/office/drawing/2014/main" id="{A527D7D3-1B8D-DE88-8B34-B1E32CF98B5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286259" y="3659633"/>
                  <a:ext cx="432048" cy="0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</p:grpSp>
          <p:sp>
            <p:nvSpPr>
              <p:cNvPr id="52" name="Ellipse 51">
                <a:extLst>
                  <a:ext uri="{FF2B5EF4-FFF2-40B4-BE49-F238E27FC236}">
                    <a16:creationId xmlns:a16="http://schemas.microsoft.com/office/drawing/2014/main" id="{37BF54A9-0F31-D038-84D4-AF301BDC2518}"/>
                  </a:ext>
                </a:extLst>
              </p:cNvPr>
              <p:cNvSpPr/>
              <p:nvPr/>
            </p:nvSpPr>
            <p:spPr>
              <a:xfrm rot="16200000">
                <a:off x="4466309" y="780693"/>
                <a:ext cx="288000" cy="288000"/>
              </a:xfrm>
              <a:prstGeom prst="ellipse">
                <a:avLst/>
              </a:prstGeom>
              <a:solidFill>
                <a:schemeClr val="bg1"/>
              </a:solidFill>
              <a:ln w="19050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sz="1400" b="1" dirty="0">
                    <a:solidFill>
                      <a:srgbClr val="00B050"/>
                    </a:solidFill>
                  </a:rPr>
                  <a:t>1</a:t>
                </a:r>
                <a:endParaRPr lang="fr-FR" sz="2000" b="1" dirty="0">
                  <a:solidFill>
                    <a:srgbClr val="00B050"/>
                  </a:solidFill>
                </a:endParaRPr>
              </a:p>
            </p:txBody>
          </p:sp>
          <p:sp>
            <p:nvSpPr>
              <p:cNvPr id="53" name="Ellipse 52">
                <a:extLst>
                  <a:ext uri="{FF2B5EF4-FFF2-40B4-BE49-F238E27FC236}">
                    <a16:creationId xmlns:a16="http://schemas.microsoft.com/office/drawing/2014/main" id="{F6D0991C-9F7B-AF0D-5B8A-3902AE3A8115}"/>
                  </a:ext>
                </a:extLst>
              </p:cNvPr>
              <p:cNvSpPr/>
              <p:nvPr/>
            </p:nvSpPr>
            <p:spPr>
              <a:xfrm rot="16200000">
                <a:off x="4022396" y="1685224"/>
                <a:ext cx="288000" cy="288000"/>
              </a:xfrm>
              <a:prstGeom prst="ellipse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sz="1600" b="1" dirty="0">
                    <a:solidFill>
                      <a:schemeClr val="tx1"/>
                    </a:solidFill>
                  </a:rPr>
                  <a:t>0</a:t>
                </a:r>
                <a:endParaRPr lang="fr-FR" sz="2400" b="1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57" name="Éclair 56">
              <a:extLst>
                <a:ext uri="{FF2B5EF4-FFF2-40B4-BE49-F238E27FC236}">
                  <a16:creationId xmlns:a16="http://schemas.microsoft.com/office/drawing/2014/main" id="{CBDB9CC7-9A0D-FDC9-09B5-62E64420141B}"/>
                </a:ext>
              </a:extLst>
            </p:cNvPr>
            <p:cNvSpPr/>
            <p:nvPr/>
          </p:nvSpPr>
          <p:spPr>
            <a:xfrm rot="17370897">
              <a:off x="1868020" y="4743845"/>
              <a:ext cx="330836" cy="330836"/>
            </a:xfrm>
            <a:prstGeom prst="lightningBolt">
              <a:avLst/>
            </a:prstGeom>
            <a:solidFill>
              <a:srgbClr val="FFC000"/>
            </a:solidFill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8" name="Éclair 57">
              <a:extLst>
                <a:ext uri="{FF2B5EF4-FFF2-40B4-BE49-F238E27FC236}">
                  <a16:creationId xmlns:a16="http://schemas.microsoft.com/office/drawing/2014/main" id="{71100D0A-EFE8-A2C3-BCD6-AA1DD4EB5A73}"/>
                </a:ext>
              </a:extLst>
            </p:cNvPr>
            <p:cNvSpPr/>
            <p:nvPr/>
          </p:nvSpPr>
          <p:spPr>
            <a:xfrm rot="4229103" flipH="1">
              <a:off x="2724514" y="4693240"/>
              <a:ext cx="432048" cy="432048"/>
            </a:xfrm>
            <a:prstGeom prst="lightningBolt">
              <a:avLst/>
            </a:prstGeom>
            <a:solidFill>
              <a:srgbClr val="FFC000"/>
            </a:solidFill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9" name="ZoneTexte 58">
              <a:extLst>
                <a:ext uri="{FF2B5EF4-FFF2-40B4-BE49-F238E27FC236}">
                  <a16:creationId xmlns:a16="http://schemas.microsoft.com/office/drawing/2014/main" id="{C55EFF5A-1A75-3B57-7565-8DFEEF9F5646}"/>
                </a:ext>
              </a:extLst>
            </p:cNvPr>
            <p:cNvSpPr txBox="1"/>
            <p:nvPr/>
          </p:nvSpPr>
          <p:spPr>
            <a:xfrm>
              <a:off x="1090690" y="4958830"/>
              <a:ext cx="791673" cy="36933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fr-FR" sz="1200" dirty="0"/>
                <a:t>Moteur</a:t>
              </a:r>
            </a:p>
            <a:p>
              <a:pPr algn="ctr"/>
              <a:r>
                <a:rPr lang="fr-FR" sz="1200" dirty="0"/>
                <a:t>Ressort</a:t>
              </a:r>
            </a:p>
          </p:txBody>
        </p:sp>
        <p:sp>
          <p:nvSpPr>
            <p:cNvPr id="60" name="ZoneTexte 59">
              <a:extLst>
                <a:ext uri="{FF2B5EF4-FFF2-40B4-BE49-F238E27FC236}">
                  <a16:creationId xmlns:a16="http://schemas.microsoft.com/office/drawing/2014/main" id="{F1F15C4D-0187-BE71-D7A0-7919D313D280}"/>
                </a:ext>
              </a:extLst>
            </p:cNvPr>
            <p:cNvSpPr txBox="1"/>
            <p:nvPr/>
          </p:nvSpPr>
          <p:spPr>
            <a:xfrm>
              <a:off x="3155411" y="4877440"/>
              <a:ext cx="791673" cy="18466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fr-FR" sz="1200" dirty="0"/>
                <a:t>Pesanteur</a:t>
              </a:r>
            </a:p>
          </p:txBody>
        </p:sp>
        <p:sp>
          <p:nvSpPr>
            <p:cNvPr id="61" name="Éclair 60">
              <a:extLst>
                <a:ext uri="{FF2B5EF4-FFF2-40B4-BE49-F238E27FC236}">
                  <a16:creationId xmlns:a16="http://schemas.microsoft.com/office/drawing/2014/main" id="{13EDDC63-9EDA-9CF8-0C52-16B2A73C4542}"/>
                </a:ext>
              </a:extLst>
            </p:cNvPr>
            <p:cNvSpPr/>
            <p:nvPr/>
          </p:nvSpPr>
          <p:spPr>
            <a:xfrm rot="9323003" flipH="1">
              <a:off x="1304535" y="4441171"/>
              <a:ext cx="330836" cy="330836"/>
            </a:xfrm>
            <a:prstGeom prst="lightningBolt">
              <a:avLst/>
            </a:prstGeom>
            <a:solidFill>
              <a:srgbClr val="FFC000"/>
            </a:solidFill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" name="ZoneTexte 61">
                  <a:extLst>
                    <a:ext uri="{FF2B5EF4-FFF2-40B4-BE49-F238E27FC236}">
                      <a16:creationId xmlns:a16="http://schemas.microsoft.com/office/drawing/2014/main" id="{44B8F01C-2013-50F1-3979-FAA5FF18B53D}"/>
                    </a:ext>
                  </a:extLst>
                </p:cNvPr>
                <p:cNvSpPr txBox="1"/>
                <p:nvPr/>
              </p:nvSpPr>
              <p:spPr>
                <a:xfrm>
                  <a:off x="2001853" y="3810593"/>
                  <a:ext cx="877714" cy="46108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/>
                  <a:r>
                    <a:rPr lang="fr-FR" sz="1200" dirty="0"/>
                    <a:t>Pivot d’axe</a:t>
                  </a:r>
                  <a14:m>
                    <m:oMath xmlns:m="http://schemas.openxmlformats.org/officeDocument/2006/math">
                      <m:r>
                        <a:rPr lang="fr-FR" sz="1200" b="0" i="0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⃗"/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acc>
                        </m:e>
                      </m:d>
                    </m:oMath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62" name="ZoneTexte 61">
                  <a:extLst>
                    <a:ext uri="{FF2B5EF4-FFF2-40B4-BE49-F238E27FC236}">
                      <a16:creationId xmlns:a16="http://schemas.microsoft.com/office/drawing/2014/main" id="{44B8F01C-2013-50F1-3979-FAA5FF18B53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01853" y="3810593"/>
                  <a:ext cx="877714" cy="461088"/>
                </a:xfrm>
                <a:prstGeom prst="rect">
                  <a:avLst/>
                </a:prstGeom>
                <a:blipFill>
                  <a:blip r:embed="rId14"/>
                  <a:stretch>
                    <a:fillRect l="-6944" t="-10667" b="-1066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ZoneTexte 63">
                  <a:extLst>
                    <a:ext uri="{FF2B5EF4-FFF2-40B4-BE49-F238E27FC236}">
                      <a16:creationId xmlns:a16="http://schemas.microsoft.com/office/drawing/2014/main" id="{58DA519F-3464-433D-B005-0826FB309117}"/>
                    </a:ext>
                  </a:extLst>
                </p:cNvPr>
                <p:cNvSpPr txBox="1"/>
                <p:nvPr/>
              </p:nvSpPr>
              <p:spPr>
                <a:xfrm>
                  <a:off x="25988" y="4560694"/>
                  <a:ext cx="1525392" cy="30431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d>
                          <m:d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fr-FR" sz="1200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sub>
                            </m:sSub>
                          </m:e>
                        </m:d>
                        <m:acc>
                          <m:accPr>
                            <m:chr m:val="⃗"/>
                            <m:ctrlPr>
                              <a:rPr lang="fr-FR" sz="12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64" name="ZoneTexte 63">
                  <a:extLst>
                    <a:ext uri="{FF2B5EF4-FFF2-40B4-BE49-F238E27FC236}">
                      <a16:creationId xmlns:a16="http://schemas.microsoft.com/office/drawing/2014/main" id="{58DA519F-3464-433D-B005-0826FB3091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988" y="4560694"/>
                  <a:ext cx="1525392" cy="304314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ZoneTexte 64">
                  <a:extLst>
                    <a:ext uri="{FF2B5EF4-FFF2-40B4-BE49-F238E27FC236}">
                      <a16:creationId xmlns:a16="http://schemas.microsoft.com/office/drawing/2014/main" id="{BBC83D2F-1189-535F-4DC7-8E27614B3AFD}"/>
                    </a:ext>
                  </a:extLst>
                </p:cNvPr>
                <p:cNvSpPr txBox="1"/>
                <p:nvPr/>
              </p:nvSpPr>
              <p:spPr>
                <a:xfrm>
                  <a:off x="1507747" y="4975512"/>
                  <a:ext cx="1525392" cy="30431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d>
                          <m:d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fr-FR" sz="1200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sub>
                            </m:sSub>
                          </m:e>
                        </m:d>
                        <m:acc>
                          <m:accPr>
                            <m:chr m:val="⃗"/>
                            <m:ctrlPr>
                              <a:rPr lang="fr-FR" sz="12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65" name="ZoneTexte 64">
                  <a:extLst>
                    <a:ext uri="{FF2B5EF4-FFF2-40B4-BE49-F238E27FC236}">
                      <a16:creationId xmlns:a16="http://schemas.microsoft.com/office/drawing/2014/main" id="{BBC83D2F-1189-535F-4DC7-8E27614B3A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07747" y="4975512"/>
                  <a:ext cx="1525392" cy="304314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544831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e 1">
            <a:extLst>
              <a:ext uri="{FF2B5EF4-FFF2-40B4-BE49-F238E27FC236}">
                <a16:creationId xmlns:a16="http://schemas.microsoft.com/office/drawing/2014/main" id="{0C932E78-9266-4889-BAB9-33B35D8DF671}"/>
              </a:ext>
            </a:extLst>
          </p:cNvPr>
          <p:cNvGrpSpPr/>
          <p:nvPr/>
        </p:nvGrpSpPr>
        <p:grpSpPr>
          <a:xfrm>
            <a:off x="7711863" y="4070979"/>
            <a:ext cx="4318898" cy="2091847"/>
            <a:chOff x="3409371" y="1866793"/>
            <a:chExt cx="4318898" cy="2091847"/>
          </a:xfrm>
        </p:grpSpPr>
        <p:cxnSp>
          <p:nvCxnSpPr>
            <p:cNvPr id="4" name="Connecteur droit 3">
              <a:extLst>
                <a:ext uri="{FF2B5EF4-FFF2-40B4-BE49-F238E27FC236}">
                  <a16:creationId xmlns:a16="http://schemas.microsoft.com/office/drawing/2014/main" id="{A180EB02-00B1-B3EE-6CFB-2B305FFF8CA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486426" y="2254307"/>
              <a:ext cx="1032230" cy="759328"/>
            </a:xfrm>
            <a:prstGeom prst="line">
              <a:avLst/>
            </a:prstGeom>
            <a:noFill/>
            <a:ln w="9525">
              <a:solidFill>
                <a:srgbClr val="7030A0"/>
              </a:solidFill>
              <a:headEnd type="stealth" w="med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" name="Connecteur droit 4">
              <a:extLst>
                <a:ext uri="{FF2B5EF4-FFF2-40B4-BE49-F238E27FC236}">
                  <a16:creationId xmlns:a16="http://schemas.microsoft.com/office/drawing/2014/main" id="{313676C5-7A00-39A3-34A8-A81B416722B5}"/>
                </a:ext>
              </a:extLst>
            </p:cNvPr>
            <p:cNvCxnSpPr>
              <a:cxnSpLocks/>
              <a:stCxn id="17" idx="5"/>
              <a:endCxn id="20" idx="1"/>
            </p:cNvCxnSpPr>
            <p:nvPr/>
          </p:nvCxnSpPr>
          <p:spPr>
            <a:xfrm flipH="1" flipV="1">
              <a:off x="6045088" y="1928547"/>
              <a:ext cx="1032230" cy="759328"/>
            </a:xfrm>
            <a:prstGeom prst="line">
              <a:avLst/>
            </a:prstGeom>
            <a:noFill/>
            <a:ln w="19050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6" name="Groupe 5">
              <a:extLst>
                <a:ext uri="{FF2B5EF4-FFF2-40B4-BE49-F238E27FC236}">
                  <a16:creationId xmlns:a16="http://schemas.microsoft.com/office/drawing/2014/main" id="{410D3907-8BAE-BA71-C743-A778EDC7FEBB}"/>
                </a:ext>
              </a:extLst>
            </p:cNvPr>
            <p:cNvGrpSpPr/>
            <p:nvPr/>
          </p:nvGrpSpPr>
          <p:grpSpPr>
            <a:xfrm rot="13500000">
              <a:off x="6629023" y="2007921"/>
              <a:ext cx="288000" cy="1796903"/>
              <a:chOff x="3631019" y="2472069"/>
              <a:chExt cx="288000" cy="1796903"/>
            </a:xfrm>
          </p:grpSpPr>
          <p:grpSp>
            <p:nvGrpSpPr>
              <p:cNvPr id="7" name="Groupe 6">
                <a:extLst>
                  <a:ext uri="{FF2B5EF4-FFF2-40B4-BE49-F238E27FC236}">
                    <a16:creationId xmlns:a16="http://schemas.microsoft.com/office/drawing/2014/main" id="{D3BA2312-0AA5-41BE-C4CD-F9FF3A4CD7C4}"/>
                  </a:ext>
                </a:extLst>
              </p:cNvPr>
              <p:cNvGrpSpPr/>
              <p:nvPr/>
            </p:nvGrpSpPr>
            <p:grpSpPr>
              <a:xfrm>
                <a:off x="3631019" y="2966483"/>
                <a:ext cx="288000" cy="1302489"/>
                <a:chOff x="3631019" y="2966483"/>
                <a:chExt cx="288000" cy="1302489"/>
              </a:xfrm>
            </p:grpSpPr>
            <p:sp>
              <p:nvSpPr>
                <p:cNvPr id="9" name="Arc 8">
                  <a:extLst>
                    <a:ext uri="{FF2B5EF4-FFF2-40B4-BE49-F238E27FC236}">
                      <a16:creationId xmlns:a16="http://schemas.microsoft.com/office/drawing/2014/main" id="{7634A3F9-8944-BD0B-C990-9332C9F314C3}"/>
                    </a:ext>
                  </a:extLst>
                </p:cNvPr>
                <p:cNvSpPr/>
                <p:nvPr/>
              </p:nvSpPr>
              <p:spPr>
                <a:xfrm>
                  <a:off x="3631019" y="2966483"/>
                  <a:ext cx="288000" cy="288000"/>
                </a:xfrm>
                <a:prstGeom prst="arc">
                  <a:avLst>
                    <a:gd name="adj1" fmla="val 10671135"/>
                    <a:gd name="adj2" fmla="val 0"/>
                  </a:avLst>
                </a:prstGeom>
                <a:noFill/>
                <a:ln w="19050">
                  <a:solidFill>
                    <a:srgbClr val="FFC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>
                    <a:solidFill>
                      <a:srgbClr val="FF0000"/>
                    </a:solidFill>
                  </a:endParaRPr>
                </a:p>
              </p:txBody>
            </p:sp>
            <p:cxnSp>
              <p:nvCxnSpPr>
                <p:cNvPr id="10" name="Connecteur droit 9">
                  <a:extLst>
                    <a:ext uri="{FF2B5EF4-FFF2-40B4-BE49-F238E27FC236}">
                      <a16:creationId xmlns:a16="http://schemas.microsoft.com/office/drawing/2014/main" id="{CE2AB44E-C510-769F-956F-4E4CAFF95B86}"/>
                    </a:ext>
                  </a:extLst>
                </p:cNvPr>
                <p:cNvCxnSpPr>
                  <a:cxnSpLocks/>
                  <a:stCxn id="9" idx="0"/>
                </p:cNvCxnSpPr>
                <p:nvPr/>
              </p:nvCxnSpPr>
              <p:spPr>
                <a:xfrm>
                  <a:off x="3631120" y="3115880"/>
                  <a:ext cx="0" cy="1153092"/>
                </a:xfrm>
                <a:prstGeom prst="line">
                  <a:avLst/>
                </a:prstGeom>
                <a:noFill/>
                <a:ln w="19050">
                  <a:solidFill>
                    <a:srgbClr val="FFC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</p:grpSp>
          <p:cxnSp>
            <p:nvCxnSpPr>
              <p:cNvPr id="8" name="Connecteur droit 7">
                <a:extLst>
                  <a:ext uri="{FF2B5EF4-FFF2-40B4-BE49-F238E27FC236}">
                    <a16:creationId xmlns:a16="http://schemas.microsoft.com/office/drawing/2014/main" id="{6497AF29-DBA8-ACEF-9CEE-981F91FF4AC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780342" y="2472069"/>
                <a:ext cx="0" cy="494414"/>
              </a:xfrm>
              <a:prstGeom prst="line">
                <a:avLst/>
              </a:prstGeom>
              <a:noFill/>
              <a:ln w="1905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11" name="Forme libre : forme 10">
              <a:extLst>
                <a:ext uri="{FF2B5EF4-FFF2-40B4-BE49-F238E27FC236}">
                  <a16:creationId xmlns:a16="http://schemas.microsoft.com/office/drawing/2014/main" id="{70C1B35E-E669-A533-5B34-87AB998B9D6D}"/>
                </a:ext>
              </a:extLst>
            </p:cNvPr>
            <p:cNvSpPr/>
            <p:nvPr/>
          </p:nvSpPr>
          <p:spPr>
            <a:xfrm>
              <a:off x="5968217" y="3719230"/>
              <a:ext cx="254643" cy="94628"/>
            </a:xfrm>
            <a:custGeom>
              <a:avLst/>
              <a:gdLst>
                <a:gd name="connsiteX0" fmla="*/ 0 w 254643"/>
                <a:gd name="connsiteY0" fmla="*/ 0 h 140389"/>
                <a:gd name="connsiteX1" fmla="*/ 92598 w 254643"/>
                <a:gd name="connsiteY1" fmla="*/ 138897 h 140389"/>
                <a:gd name="connsiteX2" fmla="*/ 138897 w 254643"/>
                <a:gd name="connsiteY2" fmla="*/ 75236 h 140389"/>
                <a:gd name="connsiteX3" fmla="*/ 202557 w 254643"/>
                <a:gd name="connsiteY3" fmla="*/ 104173 h 140389"/>
                <a:gd name="connsiteX4" fmla="*/ 254643 w 254643"/>
                <a:gd name="connsiteY4" fmla="*/ 5788 h 1403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4643" h="140389">
                  <a:moveTo>
                    <a:pt x="0" y="0"/>
                  </a:moveTo>
                  <a:cubicBezTo>
                    <a:pt x="34724" y="63179"/>
                    <a:pt x="69448" y="126358"/>
                    <a:pt x="92598" y="138897"/>
                  </a:cubicBezTo>
                  <a:cubicBezTo>
                    <a:pt x="115748" y="151436"/>
                    <a:pt x="120571" y="81023"/>
                    <a:pt x="138897" y="75236"/>
                  </a:cubicBezTo>
                  <a:cubicBezTo>
                    <a:pt x="157223" y="69449"/>
                    <a:pt x="183266" y="115748"/>
                    <a:pt x="202557" y="104173"/>
                  </a:cubicBezTo>
                  <a:cubicBezTo>
                    <a:pt x="221848" y="92598"/>
                    <a:pt x="238245" y="49193"/>
                    <a:pt x="254643" y="5788"/>
                  </a:cubicBezTo>
                </a:path>
              </a:pathLst>
            </a:cu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101F44C3-DC3C-4123-DEEB-9A31FC50BE65}"/>
                </a:ext>
              </a:extLst>
            </p:cNvPr>
            <p:cNvSpPr/>
            <p:nvPr/>
          </p:nvSpPr>
          <p:spPr>
            <a:xfrm>
              <a:off x="6024000" y="3509979"/>
              <a:ext cx="144000" cy="144000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3" name="Connecteur droit 12">
              <a:extLst>
                <a:ext uri="{FF2B5EF4-FFF2-40B4-BE49-F238E27FC236}">
                  <a16:creationId xmlns:a16="http://schemas.microsoft.com/office/drawing/2014/main" id="{71BC84DB-FC31-604D-5B3B-357145722E1F}"/>
                </a:ext>
              </a:extLst>
            </p:cNvPr>
            <p:cNvCxnSpPr>
              <a:cxnSpLocks/>
              <a:stCxn id="12" idx="4"/>
            </p:cNvCxnSpPr>
            <p:nvPr/>
          </p:nvCxnSpPr>
          <p:spPr>
            <a:xfrm>
              <a:off x="6096000" y="3653979"/>
              <a:ext cx="0" cy="59870"/>
            </a:xfrm>
            <a:prstGeom prst="lin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" name="Connecteur droit 13">
              <a:extLst>
                <a:ext uri="{FF2B5EF4-FFF2-40B4-BE49-F238E27FC236}">
                  <a16:creationId xmlns:a16="http://schemas.microsoft.com/office/drawing/2014/main" id="{619DF929-1747-DFBA-F69C-048259938561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095539" y="3572539"/>
              <a:ext cx="0" cy="288000"/>
            </a:xfrm>
            <a:prstGeom prst="lin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5" name="Groupe 14">
              <a:extLst>
                <a:ext uri="{FF2B5EF4-FFF2-40B4-BE49-F238E27FC236}">
                  <a16:creationId xmlns:a16="http://schemas.microsoft.com/office/drawing/2014/main" id="{9CF4D067-E9FE-B5B5-CDEA-86173B9F38C7}"/>
                </a:ext>
              </a:extLst>
            </p:cNvPr>
            <p:cNvGrpSpPr/>
            <p:nvPr/>
          </p:nvGrpSpPr>
          <p:grpSpPr>
            <a:xfrm>
              <a:off x="6882867" y="2493424"/>
              <a:ext cx="287079" cy="287079"/>
              <a:chOff x="6882867" y="2493424"/>
              <a:chExt cx="287079" cy="287079"/>
            </a:xfrm>
          </p:grpSpPr>
          <p:sp>
            <p:nvSpPr>
              <p:cNvPr id="16" name="Ellipse 15">
                <a:extLst>
                  <a:ext uri="{FF2B5EF4-FFF2-40B4-BE49-F238E27FC236}">
                    <a16:creationId xmlns:a16="http://schemas.microsoft.com/office/drawing/2014/main" id="{7FBEFAC3-E263-A00C-1652-54FA82D4FA38}"/>
                  </a:ext>
                </a:extLst>
              </p:cNvPr>
              <p:cNvSpPr/>
              <p:nvPr/>
            </p:nvSpPr>
            <p:spPr>
              <a:xfrm>
                <a:off x="6882867" y="2493424"/>
                <a:ext cx="287079" cy="287079"/>
              </a:xfrm>
              <a:prstGeom prst="ellipse">
                <a:avLst/>
              </a:prstGeom>
              <a:noFill/>
              <a:ln w="19050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7" name="Ellipse 16">
                <a:extLst>
                  <a:ext uri="{FF2B5EF4-FFF2-40B4-BE49-F238E27FC236}">
                    <a16:creationId xmlns:a16="http://schemas.microsoft.com/office/drawing/2014/main" id="{F21D81E8-FB26-E032-FBCB-85C7A524FF1E}"/>
                  </a:ext>
                </a:extLst>
              </p:cNvPr>
              <p:cNvSpPr/>
              <p:nvPr/>
            </p:nvSpPr>
            <p:spPr>
              <a:xfrm>
                <a:off x="6954406" y="2564963"/>
                <a:ext cx="144000" cy="144000"/>
              </a:xfrm>
              <a:prstGeom prst="ellipse">
                <a:avLst/>
              </a:prstGeom>
              <a:solidFill>
                <a:schemeClr val="bg1"/>
              </a:solidFill>
              <a:ln w="19050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</p:grpSp>
        <p:cxnSp>
          <p:nvCxnSpPr>
            <p:cNvPr id="18" name="Connecteur droit 17">
              <a:extLst>
                <a:ext uri="{FF2B5EF4-FFF2-40B4-BE49-F238E27FC236}">
                  <a16:creationId xmlns:a16="http://schemas.microsoft.com/office/drawing/2014/main" id="{9A091921-646C-42DB-B304-41B156FE4534}"/>
                </a:ext>
              </a:extLst>
            </p:cNvPr>
            <p:cNvCxnSpPr>
              <a:cxnSpLocks/>
              <a:stCxn id="17" idx="7"/>
              <a:endCxn id="16" idx="7"/>
            </p:cNvCxnSpPr>
            <p:nvPr/>
          </p:nvCxnSpPr>
          <p:spPr>
            <a:xfrm flipV="1">
              <a:off x="7077318" y="2535466"/>
              <a:ext cx="50586" cy="50585"/>
            </a:xfrm>
            <a:prstGeom prst="line">
              <a:avLst/>
            </a:prstGeom>
            <a:noFill/>
            <a:ln w="1905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" name="Connecteur droit 18">
              <a:extLst>
                <a:ext uri="{FF2B5EF4-FFF2-40B4-BE49-F238E27FC236}">
                  <a16:creationId xmlns:a16="http://schemas.microsoft.com/office/drawing/2014/main" id="{EF4B1F64-D820-EB83-94CC-62893726A0DF}"/>
                </a:ext>
              </a:extLst>
            </p:cNvPr>
            <p:cNvCxnSpPr>
              <a:cxnSpLocks/>
              <a:stCxn id="12" idx="0"/>
              <a:endCxn id="20" idx="4"/>
            </p:cNvCxnSpPr>
            <p:nvPr/>
          </p:nvCxnSpPr>
          <p:spPr>
            <a:xfrm flipV="1">
              <a:off x="6096000" y="2051459"/>
              <a:ext cx="0" cy="1458520"/>
            </a:xfrm>
            <a:prstGeom prst="lin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" name="Ellipse 19">
              <a:extLst>
                <a:ext uri="{FF2B5EF4-FFF2-40B4-BE49-F238E27FC236}">
                  <a16:creationId xmlns:a16="http://schemas.microsoft.com/office/drawing/2014/main" id="{E5BA96B7-69BE-31F8-DA12-67D025C48C89}"/>
                </a:ext>
              </a:extLst>
            </p:cNvPr>
            <p:cNvSpPr/>
            <p:nvPr/>
          </p:nvSpPr>
          <p:spPr>
            <a:xfrm>
              <a:off x="6024000" y="1907459"/>
              <a:ext cx="144000" cy="1440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396522BE-B7F5-5967-844E-734BCDF52B4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68000" y="3581979"/>
              <a:ext cx="1560269" cy="0"/>
            </a:xfrm>
            <a:prstGeom prst="line">
              <a:avLst/>
            </a:prstGeom>
            <a:noFill/>
            <a:ln w="19050">
              <a:solidFill>
                <a:srgbClr val="FFC000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ZoneTexte 21">
                  <a:extLst>
                    <a:ext uri="{FF2B5EF4-FFF2-40B4-BE49-F238E27FC236}">
                      <a16:creationId xmlns:a16="http://schemas.microsoft.com/office/drawing/2014/main" id="{C2E4F8C3-F434-96D1-D957-61C00BD93DB1}"/>
                    </a:ext>
                  </a:extLst>
                </p:cNvPr>
                <p:cNvSpPr txBox="1"/>
                <p:nvPr/>
              </p:nvSpPr>
              <p:spPr>
                <a:xfrm>
                  <a:off x="5776743" y="3499248"/>
                  <a:ext cx="134524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2" name="ZoneTexte 21">
                  <a:extLst>
                    <a:ext uri="{FF2B5EF4-FFF2-40B4-BE49-F238E27FC236}">
                      <a16:creationId xmlns:a16="http://schemas.microsoft.com/office/drawing/2014/main" id="{C2E4F8C3-F434-96D1-D957-61C00BD93D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76743" y="3499248"/>
                  <a:ext cx="134524" cy="184666"/>
                </a:xfrm>
                <a:prstGeom prst="rect">
                  <a:avLst/>
                </a:prstGeom>
                <a:blipFill>
                  <a:blip r:embed="rId2"/>
                  <a:stretch>
                    <a:fillRect l="-27273" r="-27273" b="-666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ZoneTexte 22">
                  <a:extLst>
                    <a:ext uri="{FF2B5EF4-FFF2-40B4-BE49-F238E27FC236}">
                      <a16:creationId xmlns:a16="http://schemas.microsoft.com/office/drawing/2014/main" id="{9FB84DBE-85C0-EB17-D7EC-DF910C1DAC11}"/>
                    </a:ext>
                  </a:extLst>
                </p:cNvPr>
                <p:cNvSpPr txBox="1"/>
                <p:nvPr/>
              </p:nvSpPr>
              <p:spPr>
                <a:xfrm>
                  <a:off x="5828020" y="1866793"/>
                  <a:ext cx="140359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3" name="ZoneTexte 22">
                  <a:extLst>
                    <a:ext uri="{FF2B5EF4-FFF2-40B4-BE49-F238E27FC236}">
                      <a16:creationId xmlns:a16="http://schemas.microsoft.com/office/drawing/2014/main" id="{9FB84DBE-85C0-EB17-D7EC-DF910C1DAC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28020" y="1866793"/>
                  <a:ext cx="140359" cy="184666"/>
                </a:xfrm>
                <a:prstGeom prst="rect">
                  <a:avLst/>
                </a:prstGeom>
                <a:blipFill>
                  <a:blip r:embed="rId3"/>
                  <a:stretch>
                    <a:fillRect l="-26087" r="-21739" b="-666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ZoneTexte 23">
                  <a:extLst>
                    <a:ext uri="{FF2B5EF4-FFF2-40B4-BE49-F238E27FC236}">
                      <a16:creationId xmlns:a16="http://schemas.microsoft.com/office/drawing/2014/main" id="{E9FC3B66-3F19-4AE1-7F97-556E3D403FB9}"/>
                    </a:ext>
                  </a:extLst>
                </p:cNvPr>
                <p:cNvSpPr txBox="1"/>
                <p:nvPr/>
              </p:nvSpPr>
              <p:spPr>
                <a:xfrm>
                  <a:off x="6892521" y="2272989"/>
                  <a:ext cx="133370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4" name="ZoneTexte 23">
                  <a:extLst>
                    <a:ext uri="{FF2B5EF4-FFF2-40B4-BE49-F238E27FC236}">
                      <a16:creationId xmlns:a16="http://schemas.microsoft.com/office/drawing/2014/main" id="{E9FC3B66-3F19-4AE1-7F97-556E3D403FB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92521" y="2272989"/>
                  <a:ext cx="133370" cy="184666"/>
                </a:xfrm>
                <a:prstGeom prst="rect">
                  <a:avLst/>
                </a:prstGeom>
                <a:blipFill>
                  <a:blip r:embed="rId4"/>
                  <a:stretch>
                    <a:fillRect l="-27273" r="-22727" b="-322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ZoneTexte 24">
                  <a:extLst>
                    <a:ext uri="{FF2B5EF4-FFF2-40B4-BE49-F238E27FC236}">
                      <a16:creationId xmlns:a16="http://schemas.microsoft.com/office/drawing/2014/main" id="{08DBE11C-25F7-7C45-0B50-720E95ECDD79}"/>
                    </a:ext>
                  </a:extLst>
                </p:cNvPr>
                <p:cNvSpPr txBox="1"/>
                <p:nvPr/>
              </p:nvSpPr>
              <p:spPr>
                <a:xfrm>
                  <a:off x="7169946" y="2777974"/>
                  <a:ext cx="97847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5" name="ZoneTexte 24">
                  <a:extLst>
                    <a:ext uri="{FF2B5EF4-FFF2-40B4-BE49-F238E27FC236}">
                      <a16:creationId xmlns:a16="http://schemas.microsoft.com/office/drawing/2014/main" id="{08DBE11C-25F7-7C45-0B50-720E95ECDD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69946" y="2777974"/>
                  <a:ext cx="97847" cy="184666"/>
                </a:xfrm>
                <a:prstGeom prst="rect">
                  <a:avLst/>
                </a:prstGeom>
                <a:blipFill>
                  <a:blip r:embed="rId5"/>
                  <a:stretch>
                    <a:fillRect l="-37500" r="-31250" b="-322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6" name="Connecteur droit 25">
              <a:extLst>
                <a:ext uri="{FF2B5EF4-FFF2-40B4-BE49-F238E27FC236}">
                  <a16:creationId xmlns:a16="http://schemas.microsoft.com/office/drawing/2014/main" id="{BA04DD4F-A6C3-4DFF-8AE5-9F63F8CD32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162811" y="2899505"/>
              <a:ext cx="610252" cy="600724"/>
            </a:xfrm>
            <a:prstGeom prst="line">
              <a:avLst/>
            </a:prstGeom>
            <a:noFill/>
            <a:ln w="9525">
              <a:solidFill>
                <a:srgbClr val="FFC000"/>
              </a:solidFill>
              <a:tailEnd type="stealth" w="med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7" name="Ellipse 26">
              <a:extLst>
                <a:ext uri="{FF2B5EF4-FFF2-40B4-BE49-F238E27FC236}">
                  <a16:creationId xmlns:a16="http://schemas.microsoft.com/office/drawing/2014/main" id="{A18217CD-B5E3-AB90-D8FD-963728356255}"/>
                </a:ext>
              </a:extLst>
            </p:cNvPr>
            <p:cNvSpPr/>
            <p:nvPr/>
          </p:nvSpPr>
          <p:spPr>
            <a:xfrm>
              <a:off x="6842582" y="3044390"/>
              <a:ext cx="225543" cy="225543"/>
            </a:xfrm>
            <a:prstGeom prst="ellipse">
              <a:avLst/>
            </a:prstGeom>
            <a:noFill/>
            <a:ln w="1905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b="1" dirty="0">
                  <a:solidFill>
                    <a:srgbClr val="FFC000"/>
                  </a:solidFill>
                </a:rPr>
                <a:t>1</a:t>
              </a:r>
              <a:endParaRPr lang="fr-FR" b="1" dirty="0">
                <a:solidFill>
                  <a:srgbClr val="FFC000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ZoneTexte 27">
                  <a:extLst>
                    <a:ext uri="{FF2B5EF4-FFF2-40B4-BE49-F238E27FC236}">
                      <a16:creationId xmlns:a16="http://schemas.microsoft.com/office/drawing/2014/main" id="{042E8A4A-5B95-D7C8-0501-A72DDAEF9862}"/>
                    </a:ext>
                  </a:extLst>
                </p:cNvPr>
                <p:cNvSpPr txBox="1"/>
                <p:nvPr/>
              </p:nvSpPr>
              <p:spPr>
                <a:xfrm>
                  <a:off x="6528305" y="2769491"/>
                  <a:ext cx="184088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8" name="ZoneTexte 27">
                  <a:extLst>
                    <a:ext uri="{FF2B5EF4-FFF2-40B4-BE49-F238E27FC236}">
                      <a16:creationId xmlns:a16="http://schemas.microsoft.com/office/drawing/2014/main" id="{042E8A4A-5B95-D7C8-0501-A72DDAEF98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28305" y="2769491"/>
                  <a:ext cx="184088" cy="184666"/>
                </a:xfrm>
                <a:prstGeom prst="rect">
                  <a:avLst/>
                </a:prstGeom>
                <a:blipFill>
                  <a:blip r:embed="rId6"/>
                  <a:stretch>
                    <a:fillRect l="-13333" r="-3333" b="-13333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ZoneTexte 28">
                  <a:extLst>
                    <a:ext uri="{FF2B5EF4-FFF2-40B4-BE49-F238E27FC236}">
                      <a16:creationId xmlns:a16="http://schemas.microsoft.com/office/drawing/2014/main" id="{8AB41663-5B8D-9A4A-226A-2A44CA316B08}"/>
                    </a:ext>
                  </a:extLst>
                </p:cNvPr>
                <p:cNvSpPr txBox="1"/>
                <p:nvPr/>
              </p:nvSpPr>
              <p:spPr>
                <a:xfrm>
                  <a:off x="7500980" y="2803916"/>
                  <a:ext cx="187680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9" name="ZoneTexte 28">
                  <a:extLst>
                    <a:ext uri="{FF2B5EF4-FFF2-40B4-BE49-F238E27FC236}">
                      <a16:creationId xmlns:a16="http://schemas.microsoft.com/office/drawing/2014/main" id="{8AB41663-5B8D-9A4A-226A-2A44CA316B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00980" y="2803916"/>
                  <a:ext cx="187680" cy="184666"/>
                </a:xfrm>
                <a:prstGeom prst="rect">
                  <a:avLst/>
                </a:prstGeom>
                <a:blipFill>
                  <a:blip r:embed="rId7"/>
                  <a:stretch>
                    <a:fillRect l="-9677" r="-3226" b="-13333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0" name="Ellipse 29">
              <a:extLst>
                <a:ext uri="{FF2B5EF4-FFF2-40B4-BE49-F238E27FC236}">
                  <a16:creationId xmlns:a16="http://schemas.microsoft.com/office/drawing/2014/main" id="{F0C758A2-633D-23D1-7123-15229428B139}"/>
                </a:ext>
              </a:extLst>
            </p:cNvPr>
            <p:cNvSpPr/>
            <p:nvPr/>
          </p:nvSpPr>
          <p:spPr>
            <a:xfrm>
              <a:off x="5821263" y="2915918"/>
              <a:ext cx="225543" cy="225543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b="1" dirty="0">
                  <a:solidFill>
                    <a:schemeClr val="tx1"/>
                  </a:solidFill>
                </a:rPr>
                <a:t>0</a:t>
              </a:r>
              <a:endParaRPr lang="fr-FR" b="1" dirty="0">
                <a:solidFill>
                  <a:schemeClr val="tx1"/>
                </a:solidFill>
              </a:endParaRPr>
            </a:p>
          </p:txBody>
        </p:sp>
        <p:sp>
          <p:nvSpPr>
            <p:cNvPr id="31" name="Ellipse 30">
              <a:extLst>
                <a:ext uri="{FF2B5EF4-FFF2-40B4-BE49-F238E27FC236}">
                  <a16:creationId xmlns:a16="http://schemas.microsoft.com/office/drawing/2014/main" id="{BF00E591-C4A6-6597-F15D-D731261EE333}"/>
                </a:ext>
              </a:extLst>
            </p:cNvPr>
            <p:cNvSpPr/>
            <p:nvPr/>
          </p:nvSpPr>
          <p:spPr>
            <a:xfrm>
              <a:off x="6503049" y="2041465"/>
              <a:ext cx="225543" cy="225543"/>
            </a:xfrm>
            <a:prstGeom prst="ellipse">
              <a:avLst/>
            </a:prstGeom>
            <a:noFill/>
            <a:ln w="19050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b="1" dirty="0">
                  <a:solidFill>
                    <a:srgbClr val="7030A0"/>
                  </a:solidFill>
                </a:rPr>
                <a:t>2</a:t>
              </a:r>
              <a:endParaRPr lang="fr-FR" b="1" dirty="0">
                <a:solidFill>
                  <a:srgbClr val="7030A0"/>
                </a:solidFill>
              </a:endParaRPr>
            </a:p>
          </p:txBody>
        </p:sp>
        <p:sp>
          <p:nvSpPr>
            <p:cNvPr id="32" name="Ellipse 31">
              <a:extLst>
                <a:ext uri="{FF2B5EF4-FFF2-40B4-BE49-F238E27FC236}">
                  <a16:creationId xmlns:a16="http://schemas.microsoft.com/office/drawing/2014/main" id="{CE832B82-9FF6-8CE6-68F7-60FE79BA0DB2}"/>
                </a:ext>
              </a:extLst>
            </p:cNvPr>
            <p:cNvSpPr/>
            <p:nvPr/>
          </p:nvSpPr>
          <p:spPr>
            <a:xfrm>
              <a:off x="7126815" y="2245846"/>
              <a:ext cx="225543" cy="225543"/>
            </a:xfrm>
            <a:prstGeom prst="ellipse">
              <a:avLst/>
            </a:prstGeom>
            <a:noFill/>
            <a:ln w="1905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b="1" dirty="0">
                  <a:solidFill>
                    <a:srgbClr val="00B050"/>
                  </a:solidFill>
                </a:rPr>
                <a:t>3</a:t>
              </a:r>
              <a:endParaRPr lang="fr-FR" b="1" dirty="0">
                <a:solidFill>
                  <a:srgbClr val="00B050"/>
                </a:solidFill>
              </a:endParaRPr>
            </a:p>
          </p:txBody>
        </p:sp>
        <p:grpSp>
          <p:nvGrpSpPr>
            <p:cNvPr id="33" name="Groupe 32">
              <a:extLst>
                <a:ext uri="{FF2B5EF4-FFF2-40B4-BE49-F238E27FC236}">
                  <a16:creationId xmlns:a16="http://schemas.microsoft.com/office/drawing/2014/main" id="{FFC123FA-199A-4867-4D58-D5D32A6D6571}"/>
                </a:ext>
              </a:extLst>
            </p:cNvPr>
            <p:cNvGrpSpPr/>
            <p:nvPr/>
          </p:nvGrpSpPr>
          <p:grpSpPr>
            <a:xfrm>
              <a:off x="3943586" y="2708964"/>
              <a:ext cx="722488" cy="722488"/>
              <a:chOff x="3943586" y="2708964"/>
              <a:chExt cx="722488" cy="722488"/>
            </a:xfrm>
          </p:grpSpPr>
          <p:cxnSp>
            <p:nvCxnSpPr>
              <p:cNvPr id="34" name="Connecteur droit 33">
                <a:extLst>
                  <a:ext uri="{FF2B5EF4-FFF2-40B4-BE49-F238E27FC236}">
                    <a16:creationId xmlns:a16="http://schemas.microsoft.com/office/drawing/2014/main" id="{F172A1B7-08AE-6F2F-BC4D-938C3D0F84E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943586" y="3429000"/>
                <a:ext cx="722488" cy="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headEnd type="stealth" w="sm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35" name="Connecteur droit 34">
                <a:extLst>
                  <a:ext uri="{FF2B5EF4-FFF2-40B4-BE49-F238E27FC236}">
                    <a16:creationId xmlns:a16="http://schemas.microsoft.com/office/drawing/2014/main" id="{19B9F05A-9017-149C-5305-0795ADA89F8B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>
                <a:off x="3582343" y="3070207"/>
                <a:ext cx="722488" cy="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headEnd type="stealth" w="sm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36" name="Groupe 35">
              <a:extLst>
                <a:ext uri="{FF2B5EF4-FFF2-40B4-BE49-F238E27FC236}">
                  <a16:creationId xmlns:a16="http://schemas.microsoft.com/office/drawing/2014/main" id="{7E4E4F7D-14BB-9E21-9A32-3F0EE0A69103}"/>
                </a:ext>
              </a:extLst>
            </p:cNvPr>
            <p:cNvGrpSpPr/>
            <p:nvPr/>
          </p:nvGrpSpPr>
          <p:grpSpPr>
            <a:xfrm rot="20521398">
              <a:off x="3814215" y="2617044"/>
              <a:ext cx="722488" cy="722488"/>
              <a:chOff x="3943586" y="2708964"/>
              <a:chExt cx="722488" cy="722488"/>
            </a:xfrm>
          </p:grpSpPr>
          <p:cxnSp>
            <p:nvCxnSpPr>
              <p:cNvPr id="37" name="Connecteur droit 36">
                <a:extLst>
                  <a:ext uri="{FF2B5EF4-FFF2-40B4-BE49-F238E27FC236}">
                    <a16:creationId xmlns:a16="http://schemas.microsoft.com/office/drawing/2014/main" id="{C55B5F98-2D17-9054-0811-5FCB1CC3CFD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943586" y="3429000"/>
                <a:ext cx="722488" cy="1"/>
              </a:xfrm>
              <a:prstGeom prst="line">
                <a:avLst/>
              </a:prstGeom>
              <a:noFill/>
              <a:ln w="9525">
                <a:solidFill>
                  <a:srgbClr val="FFC000"/>
                </a:solidFill>
                <a:headEnd type="stealth" w="sm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38" name="Connecteur droit 37">
                <a:extLst>
                  <a:ext uri="{FF2B5EF4-FFF2-40B4-BE49-F238E27FC236}">
                    <a16:creationId xmlns:a16="http://schemas.microsoft.com/office/drawing/2014/main" id="{7841EC68-471B-1A81-0E80-7B5D271C36AF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>
                <a:off x="3582343" y="3070207"/>
                <a:ext cx="722488" cy="1"/>
              </a:xfrm>
              <a:prstGeom prst="line">
                <a:avLst/>
              </a:prstGeom>
              <a:noFill/>
              <a:ln w="9525">
                <a:solidFill>
                  <a:srgbClr val="FFC000"/>
                </a:solidFill>
                <a:headEnd type="stealth" w="sm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39" name="Groupe 38">
              <a:extLst>
                <a:ext uri="{FF2B5EF4-FFF2-40B4-BE49-F238E27FC236}">
                  <a16:creationId xmlns:a16="http://schemas.microsoft.com/office/drawing/2014/main" id="{D22CFE20-8FA9-2439-AC47-CEA33EAD4CF2}"/>
                </a:ext>
              </a:extLst>
            </p:cNvPr>
            <p:cNvGrpSpPr/>
            <p:nvPr/>
          </p:nvGrpSpPr>
          <p:grpSpPr>
            <a:xfrm rot="19800000">
              <a:off x="3713252" y="2571836"/>
              <a:ext cx="722488" cy="722488"/>
              <a:chOff x="3943586" y="2708964"/>
              <a:chExt cx="722488" cy="722488"/>
            </a:xfrm>
          </p:grpSpPr>
          <p:cxnSp>
            <p:nvCxnSpPr>
              <p:cNvPr id="40" name="Connecteur droit 39">
                <a:extLst>
                  <a:ext uri="{FF2B5EF4-FFF2-40B4-BE49-F238E27FC236}">
                    <a16:creationId xmlns:a16="http://schemas.microsoft.com/office/drawing/2014/main" id="{010DCDB7-B0D0-1030-F081-3F7382310EB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943586" y="3429000"/>
                <a:ext cx="722488" cy="1"/>
              </a:xfrm>
              <a:prstGeom prst="line">
                <a:avLst/>
              </a:prstGeom>
              <a:noFill/>
              <a:ln w="9525">
                <a:solidFill>
                  <a:srgbClr val="7030A0"/>
                </a:solidFill>
                <a:headEnd type="stealth" w="sm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41" name="Connecteur droit 40">
                <a:extLst>
                  <a:ext uri="{FF2B5EF4-FFF2-40B4-BE49-F238E27FC236}">
                    <a16:creationId xmlns:a16="http://schemas.microsoft.com/office/drawing/2014/main" id="{D962AE48-A5F1-6D92-99CC-097AD679E48C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>
                <a:off x="3582343" y="3070207"/>
                <a:ext cx="722488" cy="1"/>
              </a:xfrm>
              <a:prstGeom prst="line">
                <a:avLst/>
              </a:prstGeom>
              <a:noFill/>
              <a:ln w="9525">
                <a:solidFill>
                  <a:srgbClr val="7030A0"/>
                </a:solidFill>
                <a:headEnd type="stealth" w="sm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ZoneTexte 41">
                  <a:extLst>
                    <a:ext uri="{FF2B5EF4-FFF2-40B4-BE49-F238E27FC236}">
                      <a16:creationId xmlns:a16="http://schemas.microsoft.com/office/drawing/2014/main" id="{B89B714C-CD8A-1B97-5148-2A31B57C08C7}"/>
                    </a:ext>
                  </a:extLst>
                </p:cNvPr>
                <p:cNvSpPr txBox="1"/>
                <p:nvPr/>
              </p:nvSpPr>
              <p:spPr>
                <a:xfrm>
                  <a:off x="4659428" y="3332093"/>
                  <a:ext cx="156325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000" dirty="0"/>
                </a:p>
              </p:txBody>
            </p:sp>
          </mc:Choice>
          <mc:Fallback xmlns="">
            <p:sp>
              <p:nvSpPr>
                <p:cNvPr id="42" name="ZoneTexte 41">
                  <a:extLst>
                    <a:ext uri="{FF2B5EF4-FFF2-40B4-BE49-F238E27FC236}">
                      <a16:creationId xmlns:a16="http://schemas.microsoft.com/office/drawing/2014/main" id="{B89B714C-CD8A-1B97-5148-2A31B57C08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59428" y="3332093"/>
                  <a:ext cx="156325" cy="153888"/>
                </a:xfrm>
                <a:prstGeom prst="rect">
                  <a:avLst/>
                </a:prstGeom>
                <a:blipFill>
                  <a:blip r:embed="rId8"/>
                  <a:stretch>
                    <a:fillRect l="-11538" r="-3846" b="-16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ZoneTexte 42">
                  <a:extLst>
                    <a:ext uri="{FF2B5EF4-FFF2-40B4-BE49-F238E27FC236}">
                      <a16:creationId xmlns:a16="http://schemas.microsoft.com/office/drawing/2014/main" id="{8153749F-BF8F-52BC-E7C5-7858116BC315}"/>
                    </a:ext>
                  </a:extLst>
                </p:cNvPr>
                <p:cNvSpPr txBox="1"/>
                <p:nvPr/>
              </p:nvSpPr>
              <p:spPr>
                <a:xfrm>
                  <a:off x="4654444" y="3118661"/>
                  <a:ext cx="153375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000" dirty="0"/>
                </a:p>
              </p:txBody>
            </p:sp>
          </mc:Choice>
          <mc:Fallback xmlns="">
            <p:sp>
              <p:nvSpPr>
                <p:cNvPr id="43" name="ZoneTexte 42">
                  <a:extLst>
                    <a:ext uri="{FF2B5EF4-FFF2-40B4-BE49-F238E27FC236}">
                      <a16:creationId xmlns:a16="http://schemas.microsoft.com/office/drawing/2014/main" id="{8153749F-BF8F-52BC-E7C5-7858116BC3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54444" y="3118661"/>
                  <a:ext cx="153375" cy="153888"/>
                </a:xfrm>
                <a:prstGeom prst="rect">
                  <a:avLst/>
                </a:prstGeom>
                <a:blipFill>
                  <a:blip r:embed="rId9"/>
                  <a:stretch>
                    <a:fillRect l="-12000" r="-8000" b="-16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ZoneTexte 43">
                  <a:extLst>
                    <a:ext uri="{FF2B5EF4-FFF2-40B4-BE49-F238E27FC236}">
                      <a16:creationId xmlns:a16="http://schemas.microsoft.com/office/drawing/2014/main" id="{86C7715B-028D-DE2D-2F09-E2B075ACFBED}"/>
                    </a:ext>
                  </a:extLst>
                </p:cNvPr>
                <p:cNvSpPr txBox="1"/>
                <p:nvPr/>
              </p:nvSpPr>
              <p:spPr>
                <a:xfrm>
                  <a:off x="4555756" y="2978683"/>
                  <a:ext cx="156325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000" dirty="0"/>
                </a:p>
              </p:txBody>
            </p:sp>
          </mc:Choice>
          <mc:Fallback xmlns="">
            <p:sp>
              <p:nvSpPr>
                <p:cNvPr id="44" name="ZoneTexte 43">
                  <a:extLst>
                    <a:ext uri="{FF2B5EF4-FFF2-40B4-BE49-F238E27FC236}">
                      <a16:creationId xmlns:a16="http://schemas.microsoft.com/office/drawing/2014/main" id="{86C7715B-028D-DE2D-2F09-E2B075ACFB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5756" y="2978683"/>
                  <a:ext cx="156325" cy="153888"/>
                </a:xfrm>
                <a:prstGeom prst="rect">
                  <a:avLst/>
                </a:prstGeom>
                <a:blipFill>
                  <a:blip r:embed="rId10"/>
                  <a:stretch>
                    <a:fillRect l="-11538" r="-3846" b="-16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ZoneTexte 44">
                  <a:extLst>
                    <a:ext uri="{FF2B5EF4-FFF2-40B4-BE49-F238E27FC236}">
                      <a16:creationId xmlns:a16="http://schemas.microsoft.com/office/drawing/2014/main" id="{F01A7A0C-CEFA-13BE-1840-F838C3CC2B1E}"/>
                    </a:ext>
                  </a:extLst>
                </p:cNvPr>
                <p:cNvSpPr txBox="1"/>
                <p:nvPr/>
              </p:nvSpPr>
              <p:spPr>
                <a:xfrm>
                  <a:off x="3864357" y="2550172"/>
                  <a:ext cx="156902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000" dirty="0"/>
                </a:p>
              </p:txBody>
            </p:sp>
          </mc:Choice>
          <mc:Fallback xmlns="">
            <p:sp>
              <p:nvSpPr>
                <p:cNvPr id="45" name="ZoneTexte 44">
                  <a:extLst>
                    <a:ext uri="{FF2B5EF4-FFF2-40B4-BE49-F238E27FC236}">
                      <a16:creationId xmlns:a16="http://schemas.microsoft.com/office/drawing/2014/main" id="{F01A7A0C-CEFA-13BE-1840-F838C3CC2B1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64357" y="2550172"/>
                  <a:ext cx="156902" cy="153888"/>
                </a:xfrm>
                <a:prstGeom prst="rect">
                  <a:avLst/>
                </a:prstGeom>
                <a:blipFill>
                  <a:blip r:embed="rId11"/>
                  <a:stretch>
                    <a:fillRect l="-24000" r="-8000" b="-24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ZoneTexte 45">
                  <a:extLst>
                    <a:ext uri="{FF2B5EF4-FFF2-40B4-BE49-F238E27FC236}">
                      <a16:creationId xmlns:a16="http://schemas.microsoft.com/office/drawing/2014/main" id="{C45A7F48-01C9-4FCA-E52D-29FDC97827EC}"/>
                    </a:ext>
                  </a:extLst>
                </p:cNvPr>
                <p:cNvSpPr txBox="1"/>
                <p:nvPr/>
              </p:nvSpPr>
              <p:spPr>
                <a:xfrm>
                  <a:off x="3625745" y="2584081"/>
                  <a:ext cx="153953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000" dirty="0"/>
                </a:p>
              </p:txBody>
            </p:sp>
          </mc:Choice>
          <mc:Fallback xmlns="">
            <p:sp>
              <p:nvSpPr>
                <p:cNvPr id="46" name="ZoneTexte 45">
                  <a:extLst>
                    <a:ext uri="{FF2B5EF4-FFF2-40B4-BE49-F238E27FC236}">
                      <a16:creationId xmlns:a16="http://schemas.microsoft.com/office/drawing/2014/main" id="{C45A7F48-01C9-4FCA-E52D-29FDC97827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25745" y="2584081"/>
                  <a:ext cx="153953" cy="153888"/>
                </a:xfrm>
                <a:prstGeom prst="rect">
                  <a:avLst/>
                </a:prstGeom>
                <a:blipFill>
                  <a:blip r:embed="rId12"/>
                  <a:stretch>
                    <a:fillRect l="-24000" r="-8000" b="-2307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Ellipse 46">
              <a:extLst>
                <a:ext uri="{FF2B5EF4-FFF2-40B4-BE49-F238E27FC236}">
                  <a16:creationId xmlns:a16="http://schemas.microsoft.com/office/drawing/2014/main" id="{0024204D-8EC1-760D-68FA-F32FAC052699}"/>
                </a:ext>
              </a:extLst>
            </p:cNvPr>
            <p:cNvSpPr/>
            <p:nvPr/>
          </p:nvSpPr>
          <p:spPr>
            <a:xfrm>
              <a:off x="3891138" y="3373761"/>
              <a:ext cx="108000" cy="108000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8" name="Ellipse 47">
              <a:extLst>
                <a:ext uri="{FF2B5EF4-FFF2-40B4-BE49-F238E27FC236}">
                  <a16:creationId xmlns:a16="http://schemas.microsoft.com/office/drawing/2014/main" id="{F4E6A135-2523-8F7F-7445-B509F57F8B41}"/>
                </a:ext>
              </a:extLst>
            </p:cNvPr>
            <p:cNvSpPr/>
            <p:nvPr/>
          </p:nvSpPr>
          <p:spPr>
            <a:xfrm>
              <a:off x="3927138" y="3409761"/>
              <a:ext cx="36000" cy="36000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ZoneTexte 48">
                  <a:extLst>
                    <a:ext uri="{FF2B5EF4-FFF2-40B4-BE49-F238E27FC236}">
                      <a16:creationId xmlns:a16="http://schemas.microsoft.com/office/drawing/2014/main" id="{FA47477D-B9E3-CD7F-2EC3-E4A1DDC330E9}"/>
                    </a:ext>
                  </a:extLst>
                </p:cNvPr>
                <p:cNvSpPr txBox="1"/>
                <p:nvPr/>
              </p:nvSpPr>
              <p:spPr>
                <a:xfrm>
                  <a:off x="3419103" y="2654598"/>
                  <a:ext cx="156902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000" dirty="0"/>
                </a:p>
              </p:txBody>
            </p:sp>
          </mc:Choice>
          <mc:Fallback xmlns="">
            <p:sp>
              <p:nvSpPr>
                <p:cNvPr id="49" name="ZoneTexte 48">
                  <a:extLst>
                    <a:ext uri="{FF2B5EF4-FFF2-40B4-BE49-F238E27FC236}">
                      <a16:creationId xmlns:a16="http://schemas.microsoft.com/office/drawing/2014/main" id="{FA47477D-B9E3-CD7F-2EC3-E4A1DDC330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19103" y="2654598"/>
                  <a:ext cx="156902" cy="153888"/>
                </a:xfrm>
                <a:prstGeom prst="rect">
                  <a:avLst/>
                </a:prstGeom>
                <a:blipFill>
                  <a:blip r:embed="rId13"/>
                  <a:stretch>
                    <a:fillRect l="-24000" r="-8000" b="-28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0" name="Arc 49">
              <a:extLst>
                <a:ext uri="{FF2B5EF4-FFF2-40B4-BE49-F238E27FC236}">
                  <a16:creationId xmlns:a16="http://schemas.microsoft.com/office/drawing/2014/main" id="{C2F33B79-916F-90D0-9699-D7ABF630B34F}"/>
                </a:ext>
              </a:extLst>
            </p:cNvPr>
            <p:cNvSpPr/>
            <p:nvPr/>
          </p:nvSpPr>
          <p:spPr>
            <a:xfrm>
              <a:off x="3587295" y="3065670"/>
              <a:ext cx="720000" cy="720000"/>
            </a:xfrm>
            <a:prstGeom prst="arc">
              <a:avLst>
                <a:gd name="adj1" fmla="val 19762850"/>
                <a:gd name="adj2" fmla="val 0"/>
              </a:avLst>
            </a:prstGeom>
            <a:ln>
              <a:solidFill>
                <a:srgbClr val="7030A0"/>
              </a:solidFill>
              <a:headEnd type="stealth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1" name="Arc 50">
              <a:extLst>
                <a:ext uri="{FF2B5EF4-FFF2-40B4-BE49-F238E27FC236}">
                  <a16:creationId xmlns:a16="http://schemas.microsoft.com/office/drawing/2014/main" id="{628F6DF2-C779-7256-1F50-7D3BE626F692}"/>
                </a:ext>
              </a:extLst>
            </p:cNvPr>
            <p:cNvSpPr/>
            <p:nvPr/>
          </p:nvSpPr>
          <p:spPr>
            <a:xfrm>
              <a:off x="3409371" y="2884256"/>
              <a:ext cx="1074384" cy="1074384"/>
            </a:xfrm>
            <a:prstGeom prst="arc">
              <a:avLst>
                <a:gd name="adj1" fmla="val 20568333"/>
                <a:gd name="adj2" fmla="val 0"/>
              </a:avLst>
            </a:prstGeom>
            <a:ln>
              <a:solidFill>
                <a:srgbClr val="FFC000"/>
              </a:solidFill>
              <a:headEnd type="stealth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ZoneTexte 51">
                  <a:extLst>
                    <a:ext uri="{FF2B5EF4-FFF2-40B4-BE49-F238E27FC236}">
                      <a16:creationId xmlns:a16="http://schemas.microsoft.com/office/drawing/2014/main" id="{89F8A80B-CEBA-FF29-DEFB-681300EC3D87}"/>
                    </a:ext>
                  </a:extLst>
                </p:cNvPr>
                <p:cNvSpPr txBox="1"/>
                <p:nvPr/>
              </p:nvSpPr>
              <p:spPr>
                <a:xfrm>
                  <a:off x="4137485" y="3020667"/>
                  <a:ext cx="104772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0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oMath>
                    </m:oMathPara>
                  </a14:m>
                  <a:endParaRPr lang="fr-FR" sz="1000" dirty="0"/>
                </a:p>
              </p:txBody>
            </p:sp>
          </mc:Choice>
          <mc:Fallback xmlns="">
            <p:sp>
              <p:nvSpPr>
                <p:cNvPr id="52" name="ZoneTexte 51">
                  <a:extLst>
                    <a:ext uri="{FF2B5EF4-FFF2-40B4-BE49-F238E27FC236}">
                      <a16:creationId xmlns:a16="http://schemas.microsoft.com/office/drawing/2014/main" id="{89F8A80B-CEBA-FF29-DEFB-681300EC3D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37485" y="3020667"/>
                  <a:ext cx="104772" cy="153888"/>
                </a:xfrm>
                <a:prstGeom prst="rect">
                  <a:avLst/>
                </a:prstGeom>
                <a:blipFill>
                  <a:blip r:embed="rId14"/>
                  <a:stretch>
                    <a:fillRect l="-35294" r="-23529" b="-12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ZoneTexte 52">
                  <a:extLst>
                    <a:ext uri="{FF2B5EF4-FFF2-40B4-BE49-F238E27FC236}">
                      <a16:creationId xmlns:a16="http://schemas.microsoft.com/office/drawing/2014/main" id="{9BDAE280-837F-4C88-D34F-E90707630C73}"/>
                    </a:ext>
                  </a:extLst>
                </p:cNvPr>
                <p:cNvSpPr txBox="1"/>
                <p:nvPr/>
              </p:nvSpPr>
              <p:spPr>
                <a:xfrm>
                  <a:off x="4506802" y="3252239"/>
                  <a:ext cx="118174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000" b="0" i="1" smtClean="0">
                            <a:latin typeface="Cambria Math" panose="02040503050406030204" pitchFamily="18" charset="0"/>
                          </a:rPr>
                          <m:t>𝜑</m:t>
                        </m:r>
                      </m:oMath>
                    </m:oMathPara>
                  </a14:m>
                  <a:endParaRPr lang="fr-FR" sz="1000" dirty="0"/>
                </a:p>
              </p:txBody>
            </p:sp>
          </mc:Choice>
          <mc:Fallback xmlns="">
            <p:sp>
              <p:nvSpPr>
                <p:cNvPr id="53" name="ZoneTexte 52">
                  <a:extLst>
                    <a:ext uri="{FF2B5EF4-FFF2-40B4-BE49-F238E27FC236}">
                      <a16:creationId xmlns:a16="http://schemas.microsoft.com/office/drawing/2014/main" id="{9BDAE280-837F-4C88-D34F-E90707630C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06802" y="3252239"/>
                  <a:ext cx="118174" cy="153888"/>
                </a:xfrm>
                <a:prstGeom prst="rect">
                  <a:avLst/>
                </a:prstGeom>
                <a:blipFill>
                  <a:blip r:embed="rId15"/>
                  <a:stretch>
                    <a:fillRect l="-26316" r="-26316" b="-28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3701684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94E9659-8EBA-3FE7-D276-60D63D9ED0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4EEB571-C498-A2BF-6047-C4ACB28205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175075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e 21">
            <a:extLst>
              <a:ext uri="{FF2B5EF4-FFF2-40B4-BE49-F238E27FC236}">
                <a16:creationId xmlns:a16="http://schemas.microsoft.com/office/drawing/2014/main" id="{111341B9-F083-48EC-8679-F8559883AA97}"/>
              </a:ext>
            </a:extLst>
          </p:cNvPr>
          <p:cNvGrpSpPr/>
          <p:nvPr/>
        </p:nvGrpSpPr>
        <p:grpSpPr>
          <a:xfrm rot="13500000">
            <a:off x="6370203" y="1730518"/>
            <a:ext cx="1323247" cy="2241111"/>
            <a:chOff x="2969496" y="2472069"/>
            <a:chExt cx="1323247" cy="2241111"/>
          </a:xfrm>
        </p:grpSpPr>
        <p:grpSp>
          <p:nvGrpSpPr>
            <p:cNvPr id="17" name="Groupe 16">
              <a:extLst>
                <a:ext uri="{FF2B5EF4-FFF2-40B4-BE49-F238E27FC236}">
                  <a16:creationId xmlns:a16="http://schemas.microsoft.com/office/drawing/2014/main" id="{C81DCB13-ED5F-4562-8772-DEE82E353EF2}"/>
                </a:ext>
              </a:extLst>
            </p:cNvPr>
            <p:cNvGrpSpPr/>
            <p:nvPr/>
          </p:nvGrpSpPr>
          <p:grpSpPr>
            <a:xfrm>
              <a:off x="2969496" y="2966483"/>
              <a:ext cx="1323247" cy="1746697"/>
              <a:chOff x="2969496" y="2966483"/>
              <a:chExt cx="1323247" cy="1746697"/>
            </a:xfrm>
          </p:grpSpPr>
          <p:sp>
            <p:nvSpPr>
              <p:cNvPr id="12" name="Arc 11">
                <a:extLst>
                  <a:ext uri="{FF2B5EF4-FFF2-40B4-BE49-F238E27FC236}">
                    <a16:creationId xmlns:a16="http://schemas.microsoft.com/office/drawing/2014/main" id="{B1AEC4BF-C237-4F63-8904-EBF0763721EC}"/>
                  </a:ext>
                </a:extLst>
              </p:cNvPr>
              <p:cNvSpPr/>
              <p:nvPr/>
            </p:nvSpPr>
            <p:spPr>
              <a:xfrm>
                <a:off x="3631019" y="2966483"/>
                <a:ext cx="288000" cy="288000"/>
              </a:xfrm>
              <a:prstGeom prst="arc">
                <a:avLst>
                  <a:gd name="adj1" fmla="val 10671135"/>
                  <a:gd name="adj2" fmla="val 0"/>
                </a:avLst>
              </a:prstGeom>
              <a:noFill/>
              <a:ln w="1905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r-FR" sz="1800" b="0" i="0" u="none" strike="noStrike" kern="1200" cap="none" spc="0" normalizeH="0" baseline="0" noProof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13" name="Connecteur droit 12">
                <a:extLst>
                  <a:ext uri="{FF2B5EF4-FFF2-40B4-BE49-F238E27FC236}">
                    <a16:creationId xmlns:a16="http://schemas.microsoft.com/office/drawing/2014/main" id="{69C9B081-AC10-47FF-94F8-1C5A71DC4D11}"/>
                  </a:ext>
                </a:extLst>
              </p:cNvPr>
              <p:cNvCxnSpPr>
                <a:cxnSpLocks/>
                <a:stCxn id="12" idx="0"/>
              </p:cNvCxnSpPr>
              <p:nvPr/>
            </p:nvCxnSpPr>
            <p:spPr>
              <a:xfrm rot="8100000" flipV="1">
                <a:off x="2969496" y="3389933"/>
                <a:ext cx="1323247" cy="1323247"/>
              </a:xfrm>
              <a:prstGeom prst="line">
                <a:avLst/>
              </a:prstGeom>
              <a:noFill/>
              <a:ln w="1905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cxnSp>
          <p:nvCxnSpPr>
            <p:cNvPr id="18" name="Connecteur droit 17">
              <a:extLst>
                <a:ext uri="{FF2B5EF4-FFF2-40B4-BE49-F238E27FC236}">
                  <a16:creationId xmlns:a16="http://schemas.microsoft.com/office/drawing/2014/main" id="{080DCA9A-2D88-4F26-BF72-9DC64F2DEB8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80342" y="2472069"/>
              <a:ext cx="0" cy="494414"/>
            </a:xfrm>
            <a:prstGeom prst="line">
              <a:avLst/>
            </a:prstGeom>
            <a:noFill/>
            <a:ln w="1905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4" name="Ellipse 3">
            <a:extLst>
              <a:ext uri="{FF2B5EF4-FFF2-40B4-BE49-F238E27FC236}">
                <a16:creationId xmlns:a16="http://schemas.microsoft.com/office/drawing/2014/main" id="{2BB10017-9C11-4F83-8D69-B639B70235E9}"/>
              </a:ext>
            </a:extLst>
          </p:cNvPr>
          <p:cNvSpPr/>
          <p:nvPr/>
        </p:nvSpPr>
        <p:spPr>
          <a:xfrm>
            <a:off x="6024000" y="3509979"/>
            <a:ext cx="144000" cy="1440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8" name="Groupe 7">
            <a:extLst>
              <a:ext uri="{FF2B5EF4-FFF2-40B4-BE49-F238E27FC236}">
                <a16:creationId xmlns:a16="http://schemas.microsoft.com/office/drawing/2014/main" id="{7BBABFD2-4BEB-4612-B52D-3D07AE948464}"/>
              </a:ext>
            </a:extLst>
          </p:cNvPr>
          <p:cNvGrpSpPr/>
          <p:nvPr/>
        </p:nvGrpSpPr>
        <p:grpSpPr>
          <a:xfrm>
            <a:off x="5951539" y="3653979"/>
            <a:ext cx="288000" cy="159879"/>
            <a:chOff x="5951539" y="3653979"/>
            <a:chExt cx="288000" cy="159879"/>
          </a:xfrm>
        </p:grpSpPr>
        <p:sp>
          <p:nvSpPr>
            <p:cNvPr id="9" name="Forme libre : forme 8">
              <a:extLst>
                <a:ext uri="{FF2B5EF4-FFF2-40B4-BE49-F238E27FC236}">
                  <a16:creationId xmlns:a16="http://schemas.microsoft.com/office/drawing/2014/main" id="{F890B058-2B22-4257-879D-930B5F95D0CC}"/>
                </a:ext>
              </a:extLst>
            </p:cNvPr>
            <p:cNvSpPr/>
            <p:nvPr/>
          </p:nvSpPr>
          <p:spPr>
            <a:xfrm>
              <a:off x="5968217" y="3719230"/>
              <a:ext cx="254643" cy="94628"/>
            </a:xfrm>
            <a:custGeom>
              <a:avLst/>
              <a:gdLst>
                <a:gd name="connsiteX0" fmla="*/ 0 w 254643"/>
                <a:gd name="connsiteY0" fmla="*/ 0 h 140389"/>
                <a:gd name="connsiteX1" fmla="*/ 92598 w 254643"/>
                <a:gd name="connsiteY1" fmla="*/ 138897 h 140389"/>
                <a:gd name="connsiteX2" fmla="*/ 138897 w 254643"/>
                <a:gd name="connsiteY2" fmla="*/ 75236 h 140389"/>
                <a:gd name="connsiteX3" fmla="*/ 202557 w 254643"/>
                <a:gd name="connsiteY3" fmla="*/ 104173 h 140389"/>
                <a:gd name="connsiteX4" fmla="*/ 254643 w 254643"/>
                <a:gd name="connsiteY4" fmla="*/ 5788 h 1403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4643" h="140389">
                  <a:moveTo>
                    <a:pt x="0" y="0"/>
                  </a:moveTo>
                  <a:cubicBezTo>
                    <a:pt x="34724" y="63179"/>
                    <a:pt x="69448" y="126358"/>
                    <a:pt x="92598" y="138897"/>
                  </a:cubicBezTo>
                  <a:cubicBezTo>
                    <a:pt x="115748" y="151436"/>
                    <a:pt x="120571" y="81023"/>
                    <a:pt x="138897" y="75236"/>
                  </a:cubicBezTo>
                  <a:cubicBezTo>
                    <a:pt x="157223" y="69449"/>
                    <a:pt x="183266" y="115748"/>
                    <a:pt x="202557" y="104173"/>
                  </a:cubicBezTo>
                  <a:cubicBezTo>
                    <a:pt x="221848" y="92598"/>
                    <a:pt x="238245" y="49193"/>
                    <a:pt x="254643" y="5788"/>
                  </a:cubicBezTo>
                </a:path>
              </a:pathLst>
            </a:cu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6" name="Connecteur droit 5">
              <a:extLst>
                <a:ext uri="{FF2B5EF4-FFF2-40B4-BE49-F238E27FC236}">
                  <a16:creationId xmlns:a16="http://schemas.microsoft.com/office/drawing/2014/main" id="{D7EB28DE-BF7A-478D-8CD5-AB5AA426560E}"/>
                </a:ext>
              </a:extLst>
            </p:cNvPr>
            <p:cNvCxnSpPr>
              <a:cxnSpLocks/>
              <a:stCxn id="4" idx="4"/>
            </p:cNvCxnSpPr>
            <p:nvPr/>
          </p:nvCxnSpPr>
          <p:spPr>
            <a:xfrm>
              <a:off x="6096000" y="3653979"/>
              <a:ext cx="0" cy="59870"/>
            </a:xfrm>
            <a:prstGeom prst="lin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" name="Connecteur droit 6">
              <a:extLst>
                <a:ext uri="{FF2B5EF4-FFF2-40B4-BE49-F238E27FC236}">
                  <a16:creationId xmlns:a16="http://schemas.microsoft.com/office/drawing/2014/main" id="{A1FA2817-8B57-4198-83FA-E759B815AE0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095539" y="3572539"/>
              <a:ext cx="0" cy="288000"/>
            </a:xfrm>
            <a:prstGeom prst="lin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cxnSp>
        <p:nvCxnSpPr>
          <p:cNvPr id="44" name="Connecteur droit 43">
            <a:extLst>
              <a:ext uri="{FF2B5EF4-FFF2-40B4-BE49-F238E27FC236}">
                <a16:creationId xmlns:a16="http://schemas.microsoft.com/office/drawing/2014/main" id="{2CC3D764-5F01-41DB-BE3A-627E299C9B80}"/>
              </a:ext>
            </a:extLst>
          </p:cNvPr>
          <p:cNvCxnSpPr>
            <a:cxnSpLocks/>
          </p:cNvCxnSpPr>
          <p:nvPr/>
        </p:nvCxnSpPr>
        <p:spPr>
          <a:xfrm flipH="1">
            <a:off x="6168000" y="3581979"/>
            <a:ext cx="1560269" cy="0"/>
          </a:xfrm>
          <a:prstGeom prst="line">
            <a:avLst/>
          </a:prstGeom>
          <a:noFill/>
          <a:ln w="19050">
            <a:solidFill>
              <a:srgbClr val="FFC000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ZoneTexte 46">
                <a:extLst>
                  <a:ext uri="{FF2B5EF4-FFF2-40B4-BE49-F238E27FC236}">
                    <a16:creationId xmlns:a16="http://schemas.microsoft.com/office/drawing/2014/main" id="{88A6740D-0008-4AB4-AFFA-951BF6DC782C}"/>
                  </a:ext>
                </a:extLst>
              </p:cNvPr>
              <p:cNvSpPr txBox="1"/>
              <p:nvPr/>
            </p:nvSpPr>
            <p:spPr>
              <a:xfrm>
                <a:off x="5776743" y="3499248"/>
                <a:ext cx="134524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fr-FR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𝐴</m:t>
                      </m:r>
                    </m:oMath>
                  </m:oMathPara>
                </a14:m>
                <a:endParaRPr kumimoji="0" lang="fr-FR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47" name="ZoneTexte 46">
                <a:extLst>
                  <a:ext uri="{FF2B5EF4-FFF2-40B4-BE49-F238E27FC236}">
                    <a16:creationId xmlns:a16="http://schemas.microsoft.com/office/drawing/2014/main" id="{88A6740D-0008-4AB4-AFFA-951BF6DC78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6743" y="3499248"/>
                <a:ext cx="134524" cy="184666"/>
              </a:xfrm>
              <a:prstGeom prst="rect">
                <a:avLst/>
              </a:prstGeom>
              <a:blipFill>
                <a:blip r:embed="rId2"/>
                <a:stretch>
                  <a:fillRect l="-27273" r="-27273" b="-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2" name="Connecteur droit 51">
            <a:extLst>
              <a:ext uri="{FF2B5EF4-FFF2-40B4-BE49-F238E27FC236}">
                <a16:creationId xmlns:a16="http://schemas.microsoft.com/office/drawing/2014/main" id="{E1D620D0-C93F-4123-95C9-1776445B2146}"/>
              </a:ext>
            </a:extLst>
          </p:cNvPr>
          <p:cNvCxnSpPr>
            <a:cxnSpLocks/>
          </p:cNvCxnSpPr>
          <p:nvPr/>
        </p:nvCxnSpPr>
        <p:spPr>
          <a:xfrm flipV="1">
            <a:off x="6162811" y="2899505"/>
            <a:ext cx="610252" cy="600724"/>
          </a:xfrm>
          <a:prstGeom prst="line">
            <a:avLst/>
          </a:prstGeom>
          <a:noFill/>
          <a:ln w="9525">
            <a:solidFill>
              <a:srgbClr val="FFC000"/>
            </a:solidFill>
            <a:tailEnd type="stealth" w="med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6" name="Ellipse 55">
            <a:extLst>
              <a:ext uri="{FF2B5EF4-FFF2-40B4-BE49-F238E27FC236}">
                <a16:creationId xmlns:a16="http://schemas.microsoft.com/office/drawing/2014/main" id="{CBF2E5E5-6155-41EB-A0E2-99A324B266F7}"/>
              </a:ext>
            </a:extLst>
          </p:cNvPr>
          <p:cNvSpPr/>
          <p:nvPr/>
        </p:nvSpPr>
        <p:spPr>
          <a:xfrm>
            <a:off x="6842582" y="3044390"/>
            <a:ext cx="225543" cy="225543"/>
          </a:xfrm>
          <a:prstGeom prst="ellipse">
            <a:avLst/>
          </a:prstGeom>
          <a:noFill/>
          <a:ln w="190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4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</a:t>
            </a:r>
            <a:endParaRPr kumimoji="0" lang="fr-FR" sz="1800" b="1" i="0" u="none" strike="noStrike" kern="1200" cap="none" spc="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ZoneTexte 56">
                <a:extLst>
                  <a:ext uri="{FF2B5EF4-FFF2-40B4-BE49-F238E27FC236}">
                    <a16:creationId xmlns:a16="http://schemas.microsoft.com/office/drawing/2014/main" id="{C2CA50BC-F8E8-4074-9DA7-C04D256AC1DF}"/>
                  </a:ext>
                </a:extLst>
              </p:cNvPr>
              <p:cNvSpPr txBox="1"/>
              <p:nvPr/>
            </p:nvSpPr>
            <p:spPr>
              <a:xfrm>
                <a:off x="6528305" y="2769491"/>
                <a:ext cx="184088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kumimoji="0" lang="fr-FR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kumimoji="0" lang="fr-FR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fr-FR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0" lang="fr-FR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kumimoji="0" lang="fr-FR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57" name="ZoneTexte 56">
                <a:extLst>
                  <a:ext uri="{FF2B5EF4-FFF2-40B4-BE49-F238E27FC236}">
                    <a16:creationId xmlns:a16="http://schemas.microsoft.com/office/drawing/2014/main" id="{C2CA50BC-F8E8-4074-9DA7-C04D256AC1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8305" y="2769491"/>
                <a:ext cx="184088" cy="184666"/>
              </a:xfrm>
              <a:prstGeom prst="rect">
                <a:avLst/>
              </a:prstGeom>
              <a:blipFill>
                <a:blip r:embed="rId6"/>
                <a:stretch>
                  <a:fillRect l="-13333" r="-3333" b="-967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" name="Ellipse 61">
            <a:extLst>
              <a:ext uri="{FF2B5EF4-FFF2-40B4-BE49-F238E27FC236}">
                <a16:creationId xmlns:a16="http://schemas.microsoft.com/office/drawing/2014/main" id="{2263225D-BA7F-43C4-902F-004FA1E713E0}"/>
              </a:ext>
            </a:extLst>
          </p:cNvPr>
          <p:cNvSpPr/>
          <p:nvPr/>
        </p:nvSpPr>
        <p:spPr>
          <a:xfrm>
            <a:off x="5810070" y="3235249"/>
            <a:ext cx="225543" cy="225543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0</a:t>
            </a:r>
            <a:endParaRPr kumimoji="0" lang="fr-FR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69" name="Groupe 68">
            <a:extLst>
              <a:ext uri="{FF2B5EF4-FFF2-40B4-BE49-F238E27FC236}">
                <a16:creationId xmlns:a16="http://schemas.microsoft.com/office/drawing/2014/main" id="{E5ABD407-D565-432F-BD53-DE6B5579CC9E}"/>
              </a:ext>
            </a:extLst>
          </p:cNvPr>
          <p:cNvGrpSpPr/>
          <p:nvPr/>
        </p:nvGrpSpPr>
        <p:grpSpPr>
          <a:xfrm>
            <a:off x="3943586" y="2708964"/>
            <a:ext cx="722488" cy="722488"/>
            <a:chOff x="3943586" y="2708964"/>
            <a:chExt cx="722488" cy="722488"/>
          </a:xfrm>
        </p:grpSpPr>
        <p:cxnSp>
          <p:nvCxnSpPr>
            <p:cNvPr id="65" name="Connecteur droit 64">
              <a:extLst>
                <a:ext uri="{FF2B5EF4-FFF2-40B4-BE49-F238E27FC236}">
                  <a16:creationId xmlns:a16="http://schemas.microsoft.com/office/drawing/2014/main" id="{58D1083C-2E05-461D-8ACD-DEE9B585F69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43586" y="3429000"/>
              <a:ext cx="722488" cy="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headEnd type="stealth" w="sm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8" name="Connecteur droit 67">
              <a:extLst>
                <a:ext uri="{FF2B5EF4-FFF2-40B4-BE49-F238E27FC236}">
                  <a16:creationId xmlns:a16="http://schemas.microsoft.com/office/drawing/2014/main" id="{5BEC8B95-D015-47E0-94BC-084AA3418082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3582343" y="3070207"/>
              <a:ext cx="722488" cy="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headEnd type="stealth" w="sm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0" name="Groupe 69">
            <a:extLst>
              <a:ext uri="{FF2B5EF4-FFF2-40B4-BE49-F238E27FC236}">
                <a16:creationId xmlns:a16="http://schemas.microsoft.com/office/drawing/2014/main" id="{6ECB418F-FF97-49AA-BDB1-E78C9C6A54F1}"/>
              </a:ext>
            </a:extLst>
          </p:cNvPr>
          <p:cNvGrpSpPr/>
          <p:nvPr/>
        </p:nvGrpSpPr>
        <p:grpSpPr>
          <a:xfrm rot="20521398">
            <a:off x="3814215" y="2617044"/>
            <a:ext cx="722488" cy="722488"/>
            <a:chOff x="3943586" y="2708964"/>
            <a:chExt cx="722488" cy="722488"/>
          </a:xfrm>
        </p:grpSpPr>
        <p:cxnSp>
          <p:nvCxnSpPr>
            <p:cNvPr id="71" name="Connecteur droit 70">
              <a:extLst>
                <a:ext uri="{FF2B5EF4-FFF2-40B4-BE49-F238E27FC236}">
                  <a16:creationId xmlns:a16="http://schemas.microsoft.com/office/drawing/2014/main" id="{9EDB4D56-0B69-4AF2-AACD-C710002EE84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43586" y="3429000"/>
              <a:ext cx="722488" cy="1"/>
            </a:xfrm>
            <a:prstGeom prst="line">
              <a:avLst/>
            </a:prstGeom>
            <a:noFill/>
            <a:ln w="9525">
              <a:solidFill>
                <a:srgbClr val="FFC000"/>
              </a:solidFill>
              <a:headEnd type="stealth" w="sm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2" name="Connecteur droit 71">
              <a:extLst>
                <a:ext uri="{FF2B5EF4-FFF2-40B4-BE49-F238E27FC236}">
                  <a16:creationId xmlns:a16="http://schemas.microsoft.com/office/drawing/2014/main" id="{DA176A15-DE95-4E32-9D99-8E42FB792798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3582343" y="3070207"/>
              <a:ext cx="722488" cy="1"/>
            </a:xfrm>
            <a:prstGeom prst="line">
              <a:avLst/>
            </a:prstGeom>
            <a:noFill/>
            <a:ln w="9525">
              <a:solidFill>
                <a:srgbClr val="FFC000"/>
              </a:solidFill>
              <a:headEnd type="stealth" w="sm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6" name="ZoneTexte 75">
                <a:extLst>
                  <a:ext uri="{FF2B5EF4-FFF2-40B4-BE49-F238E27FC236}">
                    <a16:creationId xmlns:a16="http://schemas.microsoft.com/office/drawing/2014/main" id="{0A20C905-E6AB-4660-AD50-3F74729D9781}"/>
                  </a:ext>
                </a:extLst>
              </p:cNvPr>
              <p:cNvSpPr txBox="1"/>
              <p:nvPr/>
            </p:nvSpPr>
            <p:spPr>
              <a:xfrm>
                <a:off x="4659428" y="3332093"/>
                <a:ext cx="156325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kumimoji="0" lang="fr-FR" sz="1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kumimoji="0" lang="fr-FR" sz="1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fr-FR" sz="1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0" lang="fr-FR" sz="1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0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kumimoji="0" lang="fr-FR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76" name="ZoneTexte 75">
                <a:extLst>
                  <a:ext uri="{FF2B5EF4-FFF2-40B4-BE49-F238E27FC236}">
                    <a16:creationId xmlns:a16="http://schemas.microsoft.com/office/drawing/2014/main" id="{0A20C905-E6AB-4660-AD50-3F74729D97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428" y="3332093"/>
                <a:ext cx="156325" cy="153888"/>
              </a:xfrm>
              <a:prstGeom prst="rect">
                <a:avLst/>
              </a:prstGeom>
              <a:blipFill>
                <a:blip r:embed="rId8"/>
                <a:stretch>
                  <a:fillRect l="-11538" r="-3846" b="-16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ZoneTexte 76">
                <a:extLst>
                  <a:ext uri="{FF2B5EF4-FFF2-40B4-BE49-F238E27FC236}">
                    <a16:creationId xmlns:a16="http://schemas.microsoft.com/office/drawing/2014/main" id="{DB626DDA-5DB5-4F9F-AC6C-C33F800E0036}"/>
                  </a:ext>
                </a:extLst>
              </p:cNvPr>
              <p:cNvSpPr txBox="1"/>
              <p:nvPr/>
            </p:nvSpPr>
            <p:spPr>
              <a:xfrm>
                <a:off x="4654444" y="3118661"/>
                <a:ext cx="153375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kumimoji="0" lang="fr-FR" sz="1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kumimoji="0" lang="fr-FR" sz="1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fr-FR" sz="1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0" lang="fr-FR" sz="1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kumimoji="0" lang="fr-FR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77" name="ZoneTexte 76">
                <a:extLst>
                  <a:ext uri="{FF2B5EF4-FFF2-40B4-BE49-F238E27FC236}">
                    <a16:creationId xmlns:a16="http://schemas.microsoft.com/office/drawing/2014/main" id="{DB626DDA-5DB5-4F9F-AC6C-C33F800E00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4444" y="3118661"/>
                <a:ext cx="153375" cy="153888"/>
              </a:xfrm>
              <a:prstGeom prst="rect">
                <a:avLst/>
              </a:prstGeom>
              <a:blipFill>
                <a:blip r:embed="rId9"/>
                <a:stretch>
                  <a:fillRect l="-16000" r="-8000" b="-16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ZoneTexte 78">
                <a:extLst>
                  <a:ext uri="{FF2B5EF4-FFF2-40B4-BE49-F238E27FC236}">
                    <a16:creationId xmlns:a16="http://schemas.microsoft.com/office/drawing/2014/main" id="{78660B58-BFA4-4900-A23F-EAA8B5ABC5C9}"/>
                  </a:ext>
                </a:extLst>
              </p:cNvPr>
              <p:cNvSpPr txBox="1"/>
              <p:nvPr/>
            </p:nvSpPr>
            <p:spPr>
              <a:xfrm>
                <a:off x="3864357" y="2550172"/>
                <a:ext cx="156902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kumimoji="0" lang="fr-FR" sz="1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kumimoji="0" lang="fr-FR" sz="1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fr-FR" sz="1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𝑦</m:t>
                              </m:r>
                            </m:e>
                            <m:sub>
                              <m:r>
                                <a:rPr kumimoji="0" lang="fr-FR" sz="1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0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kumimoji="0" lang="fr-FR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79" name="ZoneTexte 78">
                <a:extLst>
                  <a:ext uri="{FF2B5EF4-FFF2-40B4-BE49-F238E27FC236}">
                    <a16:creationId xmlns:a16="http://schemas.microsoft.com/office/drawing/2014/main" id="{78660B58-BFA4-4900-A23F-EAA8B5ABC5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64357" y="2550172"/>
                <a:ext cx="156902" cy="153888"/>
              </a:xfrm>
              <a:prstGeom prst="rect">
                <a:avLst/>
              </a:prstGeom>
              <a:blipFill>
                <a:blip r:embed="rId11"/>
                <a:stretch>
                  <a:fillRect l="-23077" r="-3846" b="-2307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ZoneTexte 79">
                <a:extLst>
                  <a:ext uri="{FF2B5EF4-FFF2-40B4-BE49-F238E27FC236}">
                    <a16:creationId xmlns:a16="http://schemas.microsoft.com/office/drawing/2014/main" id="{D0B093E2-C41C-45BB-9DF5-A6DA7C15594C}"/>
                  </a:ext>
                </a:extLst>
              </p:cNvPr>
              <p:cNvSpPr txBox="1"/>
              <p:nvPr/>
            </p:nvSpPr>
            <p:spPr>
              <a:xfrm>
                <a:off x="3625745" y="2584081"/>
                <a:ext cx="153953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kumimoji="0" lang="fr-FR" sz="1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kumimoji="0" lang="fr-FR" sz="1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fr-FR" sz="1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𝑦</m:t>
                              </m:r>
                            </m:e>
                            <m:sub>
                              <m:r>
                                <a:rPr kumimoji="0" lang="fr-FR" sz="1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kumimoji="0" lang="fr-FR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80" name="ZoneTexte 79">
                <a:extLst>
                  <a:ext uri="{FF2B5EF4-FFF2-40B4-BE49-F238E27FC236}">
                    <a16:creationId xmlns:a16="http://schemas.microsoft.com/office/drawing/2014/main" id="{D0B093E2-C41C-45BB-9DF5-A6DA7C1559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25745" y="2584081"/>
                <a:ext cx="153953" cy="153888"/>
              </a:xfrm>
              <a:prstGeom prst="rect">
                <a:avLst/>
              </a:prstGeom>
              <a:blipFill>
                <a:blip r:embed="rId12"/>
                <a:stretch>
                  <a:fillRect l="-24000" r="-8000" b="-24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2" name="Ellipse 81">
            <a:extLst>
              <a:ext uri="{FF2B5EF4-FFF2-40B4-BE49-F238E27FC236}">
                <a16:creationId xmlns:a16="http://schemas.microsoft.com/office/drawing/2014/main" id="{F67594AB-19AD-4C18-8F9B-D969D5BF1854}"/>
              </a:ext>
            </a:extLst>
          </p:cNvPr>
          <p:cNvSpPr/>
          <p:nvPr/>
        </p:nvSpPr>
        <p:spPr>
          <a:xfrm>
            <a:off x="3891138" y="3373761"/>
            <a:ext cx="108000" cy="108000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3" name="Ellipse 82">
            <a:extLst>
              <a:ext uri="{FF2B5EF4-FFF2-40B4-BE49-F238E27FC236}">
                <a16:creationId xmlns:a16="http://schemas.microsoft.com/office/drawing/2014/main" id="{4549BC30-FE85-4CFD-A3C0-A1E70E057D1E}"/>
              </a:ext>
            </a:extLst>
          </p:cNvPr>
          <p:cNvSpPr/>
          <p:nvPr/>
        </p:nvSpPr>
        <p:spPr>
          <a:xfrm>
            <a:off x="3927138" y="3409761"/>
            <a:ext cx="36000" cy="360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6" name="Arc 85">
            <a:extLst>
              <a:ext uri="{FF2B5EF4-FFF2-40B4-BE49-F238E27FC236}">
                <a16:creationId xmlns:a16="http://schemas.microsoft.com/office/drawing/2014/main" id="{F716900E-A143-4E23-9EBB-8E1D1A97BF7E}"/>
              </a:ext>
            </a:extLst>
          </p:cNvPr>
          <p:cNvSpPr/>
          <p:nvPr/>
        </p:nvSpPr>
        <p:spPr>
          <a:xfrm>
            <a:off x="3409371" y="2884256"/>
            <a:ext cx="1074384" cy="1074384"/>
          </a:xfrm>
          <a:prstGeom prst="arc">
            <a:avLst>
              <a:gd name="adj1" fmla="val 20568333"/>
              <a:gd name="adj2" fmla="val 0"/>
            </a:avLst>
          </a:prstGeom>
          <a:ln>
            <a:solidFill>
              <a:srgbClr val="FFC000"/>
            </a:solidFill>
            <a:headEnd type="stealth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8" name="ZoneTexte 87">
                <a:extLst>
                  <a:ext uri="{FF2B5EF4-FFF2-40B4-BE49-F238E27FC236}">
                    <a16:creationId xmlns:a16="http://schemas.microsoft.com/office/drawing/2014/main" id="{48D95EB0-6E14-421F-9DCD-7F60C859E8D8}"/>
                  </a:ext>
                </a:extLst>
              </p:cNvPr>
              <p:cNvSpPr txBox="1"/>
              <p:nvPr/>
            </p:nvSpPr>
            <p:spPr>
              <a:xfrm>
                <a:off x="4506802" y="3252239"/>
                <a:ext cx="118174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fr-FR" sz="1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𝜑</m:t>
                      </m:r>
                    </m:oMath>
                  </m:oMathPara>
                </a14:m>
                <a:endParaRPr kumimoji="0" lang="fr-FR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88" name="ZoneTexte 87">
                <a:extLst>
                  <a:ext uri="{FF2B5EF4-FFF2-40B4-BE49-F238E27FC236}">
                    <a16:creationId xmlns:a16="http://schemas.microsoft.com/office/drawing/2014/main" id="{48D95EB0-6E14-421F-9DCD-7F60C859E8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06802" y="3252239"/>
                <a:ext cx="118174" cy="153888"/>
              </a:xfrm>
              <a:prstGeom prst="rect">
                <a:avLst/>
              </a:prstGeom>
              <a:blipFill>
                <a:blip r:embed="rId15"/>
                <a:stretch>
                  <a:fillRect l="-25000" r="-20000" b="-24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Ellipse 4">
            <a:extLst>
              <a:ext uri="{FF2B5EF4-FFF2-40B4-BE49-F238E27FC236}">
                <a16:creationId xmlns:a16="http://schemas.microsoft.com/office/drawing/2014/main" id="{7688820B-C3EA-44EF-A384-202BFA32C98E}"/>
              </a:ext>
            </a:extLst>
          </p:cNvPr>
          <p:cNvSpPr/>
          <p:nvPr/>
        </p:nvSpPr>
        <p:spPr>
          <a:xfrm>
            <a:off x="7897027" y="1743999"/>
            <a:ext cx="241874" cy="241874"/>
          </a:xfrm>
          <a:prstGeom prst="ellipse">
            <a:avLst/>
          </a:prstGeom>
          <a:solidFill>
            <a:schemeClr val="accent2"/>
          </a:solidFill>
          <a:ln w="381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5" name="Ellipse 54">
            <a:extLst>
              <a:ext uri="{FF2B5EF4-FFF2-40B4-BE49-F238E27FC236}">
                <a16:creationId xmlns:a16="http://schemas.microsoft.com/office/drawing/2014/main" id="{E848688C-E56F-4F54-849E-C375CB8F831B}"/>
              </a:ext>
            </a:extLst>
          </p:cNvPr>
          <p:cNvSpPr/>
          <p:nvPr/>
        </p:nvSpPr>
        <p:spPr>
          <a:xfrm>
            <a:off x="7529173" y="2170657"/>
            <a:ext cx="199096" cy="199096"/>
          </a:xfrm>
          <a:prstGeom prst="ellipse">
            <a:avLst/>
          </a:prstGeom>
          <a:solidFill>
            <a:schemeClr val="accent2"/>
          </a:solidFill>
          <a:ln w="381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8" name="Ellipse 57">
            <a:extLst>
              <a:ext uri="{FF2B5EF4-FFF2-40B4-BE49-F238E27FC236}">
                <a16:creationId xmlns:a16="http://schemas.microsoft.com/office/drawing/2014/main" id="{262E948D-69F7-4EDD-A056-8E6B9C929262}"/>
              </a:ext>
            </a:extLst>
          </p:cNvPr>
          <p:cNvSpPr/>
          <p:nvPr/>
        </p:nvSpPr>
        <p:spPr>
          <a:xfrm>
            <a:off x="7368252" y="2437342"/>
            <a:ext cx="89217" cy="89217"/>
          </a:xfrm>
          <a:prstGeom prst="ellipse">
            <a:avLst/>
          </a:prstGeom>
          <a:solidFill>
            <a:schemeClr val="accent2"/>
          </a:solidFill>
          <a:ln w="381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998021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0" name="Connecteur droit 59">
            <a:extLst>
              <a:ext uri="{FF2B5EF4-FFF2-40B4-BE49-F238E27FC236}">
                <a16:creationId xmlns:a16="http://schemas.microsoft.com/office/drawing/2014/main" id="{683C325B-4CFA-2D12-E4D1-D743927350FB}"/>
              </a:ext>
            </a:extLst>
          </p:cNvPr>
          <p:cNvCxnSpPr>
            <a:cxnSpLocks/>
          </p:cNvCxnSpPr>
          <p:nvPr/>
        </p:nvCxnSpPr>
        <p:spPr>
          <a:xfrm flipH="1">
            <a:off x="3941044" y="3260315"/>
            <a:ext cx="965807" cy="170298"/>
          </a:xfrm>
          <a:prstGeom prst="line">
            <a:avLst/>
          </a:prstGeom>
          <a:noFill/>
          <a:ln w="9525">
            <a:solidFill>
              <a:srgbClr val="FFC000"/>
            </a:solidFill>
            <a:headEnd type="stealth" w="sm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A180EB02-00B1-B3EE-6CFB-2B305FFF8CA9}"/>
              </a:ext>
            </a:extLst>
          </p:cNvPr>
          <p:cNvCxnSpPr>
            <a:cxnSpLocks/>
          </p:cNvCxnSpPr>
          <p:nvPr/>
        </p:nvCxnSpPr>
        <p:spPr>
          <a:xfrm flipH="1" flipV="1">
            <a:off x="6486426" y="2254307"/>
            <a:ext cx="1032230" cy="759328"/>
          </a:xfrm>
          <a:prstGeom prst="line">
            <a:avLst/>
          </a:prstGeom>
          <a:noFill/>
          <a:ln w="9525">
            <a:solidFill>
              <a:srgbClr val="7030A0"/>
            </a:solidFill>
            <a:headEnd type="stealth" w="med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313676C5-7A00-39A3-34A8-A81B416722B5}"/>
              </a:ext>
            </a:extLst>
          </p:cNvPr>
          <p:cNvCxnSpPr>
            <a:cxnSpLocks/>
            <a:stCxn id="17" idx="5"/>
            <a:endCxn id="20" idx="1"/>
          </p:cNvCxnSpPr>
          <p:nvPr/>
        </p:nvCxnSpPr>
        <p:spPr>
          <a:xfrm flipH="1" flipV="1">
            <a:off x="6045088" y="1928547"/>
            <a:ext cx="1032230" cy="759328"/>
          </a:xfrm>
          <a:prstGeom prst="line">
            <a:avLst/>
          </a:prstGeom>
          <a:noFill/>
          <a:ln w="1905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6" name="Groupe 5">
            <a:extLst>
              <a:ext uri="{FF2B5EF4-FFF2-40B4-BE49-F238E27FC236}">
                <a16:creationId xmlns:a16="http://schemas.microsoft.com/office/drawing/2014/main" id="{410D3907-8BAE-BA71-C743-A778EDC7FEBB}"/>
              </a:ext>
            </a:extLst>
          </p:cNvPr>
          <p:cNvGrpSpPr/>
          <p:nvPr/>
        </p:nvGrpSpPr>
        <p:grpSpPr>
          <a:xfrm rot="13500000">
            <a:off x="6629023" y="2007921"/>
            <a:ext cx="288000" cy="1796903"/>
            <a:chOff x="3631019" y="2472069"/>
            <a:chExt cx="288000" cy="1796903"/>
          </a:xfrm>
        </p:grpSpPr>
        <p:grpSp>
          <p:nvGrpSpPr>
            <p:cNvPr id="7" name="Groupe 6">
              <a:extLst>
                <a:ext uri="{FF2B5EF4-FFF2-40B4-BE49-F238E27FC236}">
                  <a16:creationId xmlns:a16="http://schemas.microsoft.com/office/drawing/2014/main" id="{D3BA2312-0AA5-41BE-C4CD-F9FF3A4CD7C4}"/>
                </a:ext>
              </a:extLst>
            </p:cNvPr>
            <p:cNvGrpSpPr/>
            <p:nvPr/>
          </p:nvGrpSpPr>
          <p:grpSpPr>
            <a:xfrm>
              <a:off x="3631019" y="2966483"/>
              <a:ext cx="288000" cy="1302489"/>
              <a:chOff x="3631019" y="2966483"/>
              <a:chExt cx="288000" cy="1302489"/>
            </a:xfrm>
          </p:grpSpPr>
          <p:sp>
            <p:nvSpPr>
              <p:cNvPr id="9" name="Arc 8">
                <a:extLst>
                  <a:ext uri="{FF2B5EF4-FFF2-40B4-BE49-F238E27FC236}">
                    <a16:creationId xmlns:a16="http://schemas.microsoft.com/office/drawing/2014/main" id="{7634A3F9-8944-BD0B-C990-9332C9F314C3}"/>
                  </a:ext>
                </a:extLst>
              </p:cNvPr>
              <p:cNvSpPr/>
              <p:nvPr/>
            </p:nvSpPr>
            <p:spPr>
              <a:xfrm>
                <a:off x="3631019" y="2966483"/>
                <a:ext cx="288000" cy="288000"/>
              </a:xfrm>
              <a:prstGeom prst="arc">
                <a:avLst>
                  <a:gd name="adj1" fmla="val 10671135"/>
                  <a:gd name="adj2" fmla="val 0"/>
                </a:avLst>
              </a:prstGeom>
              <a:noFill/>
              <a:ln w="1905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>
                  <a:solidFill>
                    <a:srgbClr val="FF0000"/>
                  </a:solidFill>
                </a:endParaRPr>
              </a:p>
            </p:txBody>
          </p:sp>
          <p:cxnSp>
            <p:nvCxnSpPr>
              <p:cNvPr id="10" name="Connecteur droit 9">
                <a:extLst>
                  <a:ext uri="{FF2B5EF4-FFF2-40B4-BE49-F238E27FC236}">
                    <a16:creationId xmlns:a16="http://schemas.microsoft.com/office/drawing/2014/main" id="{CE2AB44E-C510-769F-956F-4E4CAFF95B86}"/>
                  </a:ext>
                </a:extLst>
              </p:cNvPr>
              <p:cNvCxnSpPr>
                <a:cxnSpLocks/>
                <a:stCxn id="9" idx="0"/>
              </p:cNvCxnSpPr>
              <p:nvPr/>
            </p:nvCxnSpPr>
            <p:spPr>
              <a:xfrm>
                <a:off x="3631120" y="3115880"/>
                <a:ext cx="0" cy="1153092"/>
              </a:xfrm>
              <a:prstGeom prst="line">
                <a:avLst/>
              </a:prstGeom>
              <a:noFill/>
              <a:ln w="1905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cxnSp>
          <p:nvCxnSpPr>
            <p:cNvPr id="8" name="Connecteur droit 7">
              <a:extLst>
                <a:ext uri="{FF2B5EF4-FFF2-40B4-BE49-F238E27FC236}">
                  <a16:creationId xmlns:a16="http://schemas.microsoft.com/office/drawing/2014/main" id="{6497AF29-DBA8-ACEF-9CEE-981F91FF4AC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80342" y="2472069"/>
              <a:ext cx="0" cy="494414"/>
            </a:xfrm>
            <a:prstGeom prst="line">
              <a:avLst/>
            </a:prstGeom>
            <a:noFill/>
            <a:ln w="1905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1" name="Forme libre : forme 10">
            <a:extLst>
              <a:ext uri="{FF2B5EF4-FFF2-40B4-BE49-F238E27FC236}">
                <a16:creationId xmlns:a16="http://schemas.microsoft.com/office/drawing/2014/main" id="{70C1B35E-E669-A533-5B34-87AB998B9D6D}"/>
              </a:ext>
            </a:extLst>
          </p:cNvPr>
          <p:cNvSpPr/>
          <p:nvPr/>
        </p:nvSpPr>
        <p:spPr>
          <a:xfrm>
            <a:off x="5968217" y="3719230"/>
            <a:ext cx="254643" cy="94628"/>
          </a:xfrm>
          <a:custGeom>
            <a:avLst/>
            <a:gdLst>
              <a:gd name="connsiteX0" fmla="*/ 0 w 254643"/>
              <a:gd name="connsiteY0" fmla="*/ 0 h 140389"/>
              <a:gd name="connsiteX1" fmla="*/ 92598 w 254643"/>
              <a:gd name="connsiteY1" fmla="*/ 138897 h 140389"/>
              <a:gd name="connsiteX2" fmla="*/ 138897 w 254643"/>
              <a:gd name="connsiteY2" fmla="*/ 75236 h 140389"/>
              <a:gd name="connsiteX3" fmla="*/ 202557 w 254643"/>
              <a:gd name="connsiteY3" fmla="*/ 104173 h 140389"/>
              <a:gd name="connsiteX4" fmla="*/ 254643 w 254643"/>
              <a:gd name="connsiteY4" fmla="*/ 5788 h 1403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4643" h="140389">
                <a:moveTo>
                  <a:pt x="0" y="0"/>
                </a:moveTo>
                <a:cubicBezTo>
                  <a:pt x="34724" y="63179"/>
                  <a:pt x="69448" y="126358"/>
                  <a:pt x="92598" y="138897"/>
                </a:cubicBezTo>
                <a:cubicBezTo>
                  <a:pt x="115748" y="151436"/>
                  <a:pt x="120571" y="81023"/>
                  <a:pt x="138897" y="75236"/>
                </a:cubicBezTo>
                <a:cubicBezTo>
                  <a:pt x="157223" y="69449"/>
                  <a:pt x="183266" y="115748"/>
                  <a:pt x="202557" y="104173"/>
                </a:cubicBezTo>
                <a:cubicBezTo>
                  <a:pt x="221848" y="92598"/>
                  <a:pt x="238245" y="49193"/>
                  <a:pt x="254643" y="5788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101F44C3-DC3C-4123-DEEB-9A31FC50BE65}"/>
              </a:ext>
            </a:extLst>
          </p:cNvPr>
          <p:cNvSpPr/>
          <p:nvPr/>
        </p:nvSpPr>
        <p:spPr>
          <a:xfrm>
            <a:off x="6024000" y="3509979"/>
            <a:ext cx="144000" cy="1440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3" name="Connecteur droit 12">
            <a:extLst>
              <a:ext uri="{FF2B5EF4-FFF2-40B4-BE49-F238E27FC236}">
                <a16:creationId xmlns:a16="http://schemas.microsoft.com/office/drawing/2014/main" id="{71BC84DB-FC31-604D-5B3B-357145722E1F}"/>
              </a:ext>
            </a:extLst>
          </p:cNvPr>
          <p:cNvCxnSpPr>
            <a:cxnSpLocks/>
            <a:stCxn id="12" idx="4"/>
          </p:cNvCxnSpPr>
          <p:nvPr/>
        </p:nvCxnSpPr>
        <p:spPr>
          <a:xfrm>
            <a:off x="6096000" y="3653979"/>
            <a:ext cx="0" cy="59870"/>
          </a:xfrm>
          <a:prstGeom prst="lin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4" name="Connecteur droit 13">
            <a:extLst>
              <a:ext uri="{FF2B5EF4-FFF2-40B4-BE49-F238E27FC236}">
                <a16:creationId xmlns:a16="http://schemas.microsoft.com/office/drawing/2014/main" id="{619DF929-1747-DFBA-F69C-048259938561}"/>
              </a:ext>
            </a:extLst>
          </p:cNvPr>
          <p:cNvCxnSpPr>
            <a:cxnSpLocks/>
          </p:cNvCxnSpPr>
          <p:nvPr/>
        </p:nvCxnSpPr>
        <p:spPr>
          <a:xfrm rot="5400000">
            <a:off x="6095539" y="3572539"/>
            <a:ext cx="0" cy="288000"/>
          </a:xfrm>
          <a:prstGeom prst="lin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9CF4D067-E9FE-B5B5-CDEA-86173B9F38C7}"/>
              </a:ext>
            </a:extLst>
          </p:cNvPr>
          <p:cNvGrpSpPr/>
          <p:nvPr/>
        </p:nvGrpSpPr>
        <p:grpSpPr>
          <a:xfrm>
            <a:off x="6882867" y="2493424"/>
            <a:ext cx="287079" cy="287079"/>
            <a:chOff x="6882867" y="2493424"/>
            <a:chExt cx="287079" cy="287079"/>
          </a:xfrm>
        </p:grpSpPr>
        <p:sp>
          <p:nvSpPr>
            <p:cNvPr id="16" name="Ellipse 15">
              <a:extLst>
                <a:ext uri="{FF2B5EF4-FFF2-40B4-BE49-F238E27FC236}">
                  <a16:creationId xmlns:a16="http://schemas.microsoft.com/office/drawing/2014/main" id="{7FBEFAC3-E263-A00C-1652-54FA82D4FA38}"/>
                </a:ext>
              </a:extLst>
            </p:cNvPr>
            <p:cNvSpPr/>
            <p:nvPr/>
          </p:nvSpPr>
          <p:spPr>
            <a:xfrm>
              <a:off x="6882867" y="2493424"/>
              <a:ext cx="287079" cy="287079"/>
            </a:xfrm>
            <a:prstGeom prst="ellipse">
              <a:avLst/>
            </a:prstGeom>
            <a:noFill/>
            <a:ln w="1905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" name="Ellipse 16">
              <a:extLst>
                <a:ext uri="{FF2B5EF4-FFF2-40B4-BE49-F238E27FC236}">
                  <a16:creationId xmlns:a16="http://schemas.microsoft.com/office/drawing/2014/main" id="{F21D81E8-FB26-E032-FBCB-85C7A524FF1E}"/>
                </a:ext>
              </a:extLst>
            </p:cNvPr>
            <p:cNvSpPr/>
            <p:nvPr/>
          </p:nvSpPr>
          <p:spPr>
            <a:xfrm>
              <a:off x="6954406" y="2564963"/>
              <a:ext cx="144000" cy="1440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</p:grp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9A091921-646C-42DB-B304-41B156FE4534}"/>
              </a:ext>
            </a:extLst>
          </p:cNvPr>
          <p:cNvCxnSpPr>
            <a:cxnSpLocks/>
            <a:stCxn id="17" idx="7"/>
            <a:endCxn id="16" idx="7"/>
          </p:cNvCxnSpPr>
          <p:nvPr/>
        </p:nvCxnSpPr>
        <p:spPr>
          <a:xfrm flipV="1">
            <a:off x="7077318" y="2535466"/>
            <a:ext cx="50586" cy="50585"/>
          </a:xfrm>
          <a:prstGeom prst="line">
            <a:avLst/>
          </a:prstGeom>
          <a:noFill/>
          <a:ln w="190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9" name="Connecteur droit 18">
            <a:extLst>
              <a:ext uri="{FF2B5EF4-FFF2-40B4-BE49-F238E27FC236}">
                <a16:creationId xmlns:a16="http://schemas.microsoft.com/office/drawing/2014/main" id="{EF4B1F64-D820-EB83-94CC-62893726A0DF}"/>
              </a:ext>
            </a:extLst>
          </p:cNvPr>
          <p:cNvCxnSpPr>
            <a:cxnSpLocks/>
            <a:stCxn id="12" idx="0"/>
            <a:endCxn id="20" idx="4"/>
          </p:cNvCxnSpPr>
          <p:nvPr/>
        </p:nvCxnSpPr>
        <p:spPr>
          <a:xfrm flipV="1">
            <a:off x="6096000" y="2051459"/>
            <a:ext cx="0" cy="1458520"/>
          </a:xfrm>
          <a:prstGeom prst="lin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0" name="Ellipse 19">
            <a:extLst>
              <a:ext uri="{FF2B5EF4-FFF2-40B4-BE49-F238E27FC236}">
                <a16:creationId xmlns:a16="http://schemas.microsoft.com/office/drawing/2014/main" id="{E5BA96B7-69BE-31F8-DA12-67D025C48C89}"/>
              </a:ext>
            </a:extLst>
          </p:cNvPr>
          <p:cNvSpPr/>
          <p:nvPr/>
        </p:nvSpPr>
        <p:spPr>
          <a:xfrm>
            <a:off x="6024000" y="1907459"/>
            <a:ext cx="144000" cy="14400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1" name="Connecteur droit 20">
            <a:extLst>
              <a:ext uri="{FF2B5EF4-FFF2-40B4-BE49-F238E27FC236}">
                <a16:creationId xmlns:a16="http://schemas.microsoft.com/office/drawing/2014/main" id="{396522BE-B7F5-5967-844E-734BCDF52B44}"/>
              </a:ext>
            </a:extLst>
          </p:cNvPr>
          <p:cNvCxnSpPr>
            <a:cxnSpLocks/>
          </p:cNvCxnSpPr>
          <p:nvPr/>
        </p:nvCxnSpPr>
        <p:spPr>
          <a:xfrm flipH="1">
            <a:off x="6168000" y="3581979"/>
            <a:ext cx="1560269" cy="0"/>
          </a:xfrm>
          <a:prstGeom prst="line">
            <a:avLst/>
          </a:prstGeom>
          <a:noFill/>
          <a:ln w="19050">
            <a:solidFill>
              <a:srgbClr val="FFC000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ZoneTexte 21">
                <a:extLst>
                  <a:ext uri="{FF2B5EF4-FFF2-40B4-BE49-F238E27FC236}">
                    <a16:creationId xmlns:a16="http://schemas.microsoft.com/office/drawing/2014/main" id="{C2E4F8C3-F434-96D1-D957-61C00BD93DB1}"/>
                  </a:ext>
                </a:extLst>
              </p:cNvPr>
              <p:cNvSpPr txBox="1"/>
              <p:nvPr/>
            </p:nvSpPr>
            <p:spPr>
              <a:xfrm>
                <a:off x="5776743" y="3499248"/>
                <a:ext cx="134524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22" name="ZoneTexte 21">
                <a:extLst>
                  <a:ext uri="{FF2B5EF4-FFF2-40B4-BE49-F238E27FC236}">
                    <a16:creationId xmlns:a16="http://schemas.microsoft.com/office/drawing/2014/main" id="{C2E4F8C3-F434-96D1-D957-61C00BD93D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6743" y="3499248"/>
                <a:ext cx="134524" cy="184666"/>
              </a:xfrm>
              <a:prstGeom prst="rect">
                <a:avLst/>
              </a:prstGeom>
              <a:blipFill>
                <a:blip r:embed="rId2"/>
                <a:stretch>
                  <a:fillRect l="-27273" r="-27273" b="-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ZoneTexte 22">
                <a:extLst>
                  <a:ext uri="{FF2B5EF4-FFF2-40B4-BE49-F238E27FC236}">
                    <a16:creationId xmlns:a16="http://schemas.microsoft.com/office/drawing/2014/main" id="{9FB84DBE-85C0-EB17-D7EC-DF910C1DAC11}"/>
                  </a:ext>
                </a:extLst>
              </p:cNvPr>
              <p:cNvSpPr txBox="1"/>
              <p:nvPr/>
            </p:nvSpPr>
            <p:spPr>
              <a:xfrm>
                <a:off x="5828020" y="1866793"/>
                <a:ext cx="140359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23" name="ZoneTexte 22">
                <a:extLst>
                  <a:ext uri="{FF2B5EF4-FFF2-40B4-BE49-F238E27FC236}">
                    <a16:creationId xmlns:a16="http://schemas.microsoft.com/office/drawing/2014/main" id="{9FB84DBE-85C0-EB17-D7EC-DF910C1DAC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8020" y="1866793"/>
                <a:ext cx="140359" cy="184666"/>
              </a:xfrm>
              <a:prstGeom prst="rect">
                <a:avLst/>
              </a:prstGeom>
              <a:blipFill>
                <a:blip r:embed="rId3"/>
                <a:stretch>
                  <a:fillRect l="-26087" r="-21739" b="-322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ZoneTexte 23">
                <a:extLst>
                  <a:ext uri="{FF2B5EF4-FFF2-40B4-BE49-F238E27FC236}">
                    <a16:creationId xmlns:a16="http://schemas.microsoft.com/office/drawing/2014/main" id="{E9FC3B66-3F19-4AE1-7F97-556E3D403FB9}"/>
                  </a:ext>
                </a:extLst>
              </p:cNvPr>
              <p:cNvSpPr txBox="1"/>
              <p:nvPr/>
            </p:nvSpPr>
            <p:spPr>
              <a:xfrm>
                <a:off x="6892521" y="2272989"/>
                <a:ext cx="133370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24" name="ZoneTexte 23">
                <a:extLst>
                  <a:ext uri="{FF2B5EF4-FFF2-40B4-BE49-F238E27FC236}">
                    <a16:creationId xmlns:a16="http://schemas.microsoft.com/office/drawing/2014/main" id="{E9FC3B66-3F19-4AE1-7F97-556E3D403F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2521" y="2272989"/>
                <a:ext cx="133370" cy="184666"/>
              </a:xfrm>
              <a:prstGeom prst="rect">
                <a:avLst/>
              </a:prstGeom>
              <a:blipFill>
                <a:blip r:embed="rId4"/>
                <a:stretch>
                  <a:fillRect l="-27273" r="-22727" b="-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ZoneTexte 24">
                <a:extLst>
                  <a:ext uri="{FF2B5EF4-FFF2-40B4-BE49-F238E27FC236}">
                    <a16:creationId xmlns:a16="http://schemas.microsoft.com/office/drawing/2014/main" id="{08DBE11C-25F7-7C45-0B50-720E95ECDD79}"/>
                  </a:ext>
                </a:extLst>
              </p:cNvPr>
              <p:cNvSpPr txBox="1"/>
              <p:nvPr/>
            </p:nvSpPr>
            <p:spPr>
              <a:xfrm>
                <a:off x="7169946" y="2777974"/>
                <a:ext cx="97847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𝐼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25" name="ZoneTexte 24">
                <a:extLst>
                  <a:ext uri="{FF2B5EF4-FFF2-40B4-BE49-F238E27FC236}">
                    <a16:creationId xmlns:a16="http://schemas.microsoft.com/office/drawing/2014/main" id="{08DBE11C-25F7-7C45-0B50-720E95ECDD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9946" y="2777974"/>
                <a:ext cx="97847" cy="184666"/>
              </a:xfrm>
              <a:prstGeom prst="rect">
                <a:avLst/>
              </a:prstGeom>
              <a:blipFill>
                <a:blip r:embed="rId5"/>
                <a:stretch>
                  <a:fillRect l="-37500" r="-31250" b="-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Connecteur droit 25">
            <a:extLst>
              <a:ext uri="{FF2B5EF4-FFF2-40B4-BE49-F238E27FC236}">
                <a16:creationId xmlns:a16="http://schemas.microsoft.com/office/drawing/2014/main" id="{BA04DD4F-A6C3-4DFF-8AE5-9F63F8CD3252}"/>
              </a:ext>
            </a:extLst>
          </p:cNvPr>
          <p:cNvCxnSpPr>
            <a:cxnSpLocks/>
          </p:cNvCxnSpPr>
          <p:nvPr/>
        </p:nvCxnSpPr>
        <p:spPr>
          <a:xfrm flipV="1">
            <a:off x="6162811" y="2899505"/>
            <a:ext cx="610252" cy="600724"/>
          </a:xfrm>
          <a:prstGeom prst="line">
            <a:avLst/>
          </a:prstGeom>
          <a:noFill/>
          <a:ln w="9525">
            <a:solidFill>
              <a:srgbClr val="FFC000"/>
            </a:solidFill>
            <a:tailEnd type="stealth" w="med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7" name="Ellipse 26">
            <a:extLst>
              <a:ext uri="{FF2B5EF4-FFF2-40B4-BE49-F238E27FC236}">
                <a16:creationId xmlns:a16="http://schemas.microsoft.com/office/drawing/2014/main" id="{A18217CD-B5E3-AB90-D8FD-963728356255}"/>
              </a:ext>
            </a:extLst>
          </p:cNvPr>
          <p:cNvSpPr/>
          <p:nvPr/>
        </p:nvSpPr>
        <p:spPr>
          <a:xfrm>
            <a:off x="6842582" y="3044390"/>
            <a:ext cx="225543" cy="225543"/>
          </a:xfrm>
          <a:prstGeom prst="ellipse">
            <a:avLst/>
          </a:prstGeom>
          <a:noFill/>
          <a:ln w="190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400" b="1" dirty="0">
                <a:solidFill>
                  <a:schemeClr val="accent4"/>
                </a:solidFill>
              </a:rPr>
              <a:t>1</a:t>
            </a:r>
            <a:endParaRPr lang="fr-FR" b="1" dirty="0">
              <a:solidFill>
                <a:schemeClr val="accent4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ZoneTexte 27">
                <a:extLst>
                  <a:ext uri="{FF2B5EF4-FFF2-40B4-BE49-F238E27FC236}">
                    <a16:creationId xmlns:a16="http://schemas.microsoft.com/office/drawing/2014/main" id="{042E8A4A-5B95-D7C8-0501-A72DDAEF9862}"/>
                  </a:ext>
                </a:extLst>
              </p:cNvPr>
              <p:cNvSpPr txBox="1"/>
              <p:nvPr/>
            </p:nvSpPr>
            <p:spPr>
              <a:xfrm>
                <a:off x="6528305" y="2769491"/>
                <a:ext cx="184088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28" name="ZoneTexte 27">
                <a:extLst>
                  <a:ext uri="{FF2B5EF4-FFF2-40B4-BE49-F238E27FC236}">
                    <a16:creationId xmlns:a16="http://schemas.microsoft.com/office/drawing/2014/main" id="{042E8A4A-5B95-D7C8-0501-A72DDAEF98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8305" y="2769491"/>
                <a:ext cx="184088" cy="184666"/>
              </a:xfrm>
              <a:prstGeom prst="rect">
                <a:avLst/>
              </a:prstGeom>
              <a:blipFill>
                <a:blip r:embed="rId6"/>
                <a:stretch>
                  <a:fillRect l="-13333" r="-3333" b="-967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ZoneTexte 28">
                <a:extLst>
                  <a:ext uri="{FF2B5EF4-FFF2-40B4-BE49-F238E27FC236}">
                    <a16:creationId xmlns:a16="http://schemas.microsoft.com/office/drawing/2014/main" id="{8AB41663-5B8D-9A4A-226A-2A44CA316B08}"/>
                  </a:ext>
                </a:extLst>
              </p:cNvPr>
              <p:cNvSpPr txBox="1"/>
              <p:nvPr/>
            </p:nvSpPr>
            <p:spPr>
              <a:xfrm>
                <a:off x="7500980" y="2803916"/>
                <a:ext cx="187680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29" name="ZoneTexte 28">
                <a:extLst>
                  <a:ext uri="{FF2B5EF4-FFF2-40B4-BE49-F238E27FC236}">
                    <a16:creationId xmlns:a16="http://schemas.microsoft.com/office/drawing/2014/main" id="{8AB41663-5B8D-9A4A-226A-2A44CA316B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0980" y="2803916"/>
                <a:ext cx="187680" cy="184666"/>
              </a:xfrm>
              <a:prstGeom prst="rect">
                <a:avLst/>
              </a:prstGeom>
              <a:blipFill>
                <a:blip r:embed="rId7"/>
                <a:stretch>
                  <a:fillRect l="-9677" r="-3226" b="-1333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Ellipse 29">
            <a:extLst>
              <a:ext uri="{FF2B5EF4-FFF2-40B4-BE49-F238E27FC236}">
                <a16:creationId xmlns:a16="http://schemas.microsoft.com/office/drawing/2014/main" id="{F0C758A2-633D-23D1-7123-15229428B139}"/>
              </a:ext>
            </a:extLst>
          </p:cNvPr>
          <p:cNvSpPr/>
          <p:nvPr/>
        </p:nvSpPr>
        <p:spPr>
          <a:xfrm>
            <a:off x="5821263" y="2915918"/>
            <a:ext cx="225543" cy="225543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400" b="1" dirty="0">
                <a:solidFill>
                  <a:schemeClr val="tx1"/>
                </a:solidFill>
              </a:rPr>
              <a:t>0</a:t>
            </a:r>
            <a:endParaRPr lang="fr-FR" b="1" dirty="0">
              <a:solidFill>
                <a:schemeClr val="tx1"/>
              </a:solidFill>
            </a:endParaRPr>
          </a:p>
        </p:txBody>
      </p:sp>
      <p:sp>
        <p:nvSpPr>
          <p:cNvPr id="31" name="Ellipse 30">
            <a:extLst>
              <a:ext uri="{FF2B5EF4-FFF2-40B4-BE49-F238E27FC236}">
                <a16:creationId xmlns:a16="http://schemas.microsoft.com/office/drawing/2014/main" id="{BF00E591-C4A6-6597-F15D-D731261EE333}"/>
              </a:ext>
            </a:extLst>
          </p:cNvPr>
          <p:cNvSpPr/>
          <p:nvPr/>
        </p:nvSpPr>
        <p:spPr>
          <a:xfrm>
            <a:off x="6503049" y="2041465"/>
            <a:ext cx="225543" cy="225543"/>
          </a:xfrm>
          <a:prstGeom prst="ellipse">
            <a:avLst/>
          </a:prstGeom>
          <a:noFill/>
          <a:ln w="1905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400" b="1" dirty="0">
                <a:solidFill>
                  <a:srgbClr val="7030A0"/>
                </a:solidFill>
              </a:rPr>
              <a:t>2</a:t>
            </a:r>
            <a:endParaRPr lang="fr-FR" b="1" dirty="0">
              <a:solidFill>
                <a:srgbClr val="7030A0"/>
              </a:solidFill>
            </a:endParaRPr>
          </a:p>
        </p:txBody>
      </p:sp>
      <p:sp>
        <p:nvSpPr>
          <p:cNvPr id="32" name="Ellipse 31">
            <a:extLst>
              <a:ext uri="{FF2B5EF4-FFF2-40B4-BE49-F238E27FC236}">
                <a16:creationId xmlns:a16="http://schemas.microsoft.com/office/drawing/2014/main" id="{CE832B82-9FF6-8CE6-68F7-60FE79BA0DB2}"/>
              </a:ext>
            </a:extLst>
          </p:cNvPr>
          <p:cNvSpPr/>
          <p:nvPr/>
        </p:nvSpPr>
        <p:spPr>
          <a:xfrm>
            <a:off x="7126815" y="2245846"/>
            <a:ext cx="225543" cy="225543"/>
          </a:xfrm>
          <a:prstGeom prst="ellipse">
            <a:avLst/>
          </a:prstGeom>
          <a:noFill/>
          <a:ln w="190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400" b="1" dirty="0">
                <a:solidFill>
                  <a:srgbClr val="00B050"/>
                </a:solidFill>
              </a:rPr>
              <a:t>3</a:t>
            </a:r>
            <a:endParaRPr lang="fr-FR" b="1" dirty="0">
              <a:solidFill>
                <a:srgbClr val="00B050"/>
              </a:solidFill>
            </a:endParaRPr>
          </a:p>
        </p:txBody>
      </p:sp>
      <p:grpSp>
        <p:nvGrpSpPr>
          <p:cNvPr id="33" name="Groupe 32">
            <a:extLst>
              <a:ext uri="{FF2B5EF4-FFF2-40B4-BE49-F238E27FC236}">
                <a16:creationId xmlns:a16="http://schemas.microsoft.com/office/drawing/2014/main" id="{FFC123FA-199A-4867-4D58-D5D32A6D6571}"/>
              </a:ext>
            </a:extLst>
          </p:cNvPr>
          <p:cNvGrpSpPr/>
          <p:nvPr/>
        </p:nvGrpSpPr>
        <p:grpSpPr>
          <a:xfrm>
            <a:off x="3943586" y="2708964"/>
            <a:ext cx="722488" cy="722488"/>
            <a:chOff x="3943586" y="2708964"/>
            <a:chExt cx="722488" cy="722488"/>
          </a:xfrm>
        </p:grpSpPr>
        <p:cxnSp>
          <p:nvCxnSpPr>
            <p:cNvPr id="34" name="Connecteur droit 33">
              <a:extLst>
                <a:ext uri="{FF2B5EF4-FFF2-40B4-BE49-F238E27FC236}">
                  <a16:creationId xmlns:a16="http://schemas.microsoft.com/office/drawing/2014/main" id="{F172A1B7-08AE-6F2F-BC4D-938C3D0F84E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43586" y="3429000"/>
              <a:ext cx="722488" cy="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headEnd type="stealth" w="sm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Connecteur droit 34">
              <a:extLst>
                <a:ext uri="{FF2B5EF4-FFF2-40B4-BE49-F238E27FC236}">
                  <a16:creationId xmlns:a16="http://schemas.microsoft.com/office/drawing/2014/main" id="{19B9F05A-9017-149C-5305-0795ADA89F8B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3582343" y="3070207"/>
              <a:ext cx="722488" cy="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headEnd type="stealth" w="sm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36" name="Groupe 35">
            <a:extLst>
              <a:ext uri="{FF2B5EF4-FFF2-40B4-BE49-F238E27FC236}">
                <a16:creationId xmlns:a16="http://schemas.microsoft.com/office/drawing/2014/main" id="{7E4E4F7D-14BB-9E21-9A32-3F0EE0A69103}"/>
              </a:ext>
            </a:extLst>
          </p:cNvPr>
          <p:cNvGrpSpPr/>
          <p:nvPr/>
        </p:nvGrpSpPr>
        <p:grpSpPr>
          <a:xfrm rot="20521398">
            <a:off x="3814215" y="2617044"/>
            <a:ext cx="722488" cy="722488"/>
            <a:chOff x="3943586" y="2708964"/>
            <a:chExt cx="722488" cy="722488"/>
          </a:xfrm>
        </p:grpSpPr>
        <p:cxnSp>
          <p:nvCxnSpPr>
            <p:cNvPr id="37" name="Connecteur droit 36">
              <a:extLst>
                <a:ext uri="{FF2B5EF4-FFF2-40B4-BE49-F238E27FC236}">
                  <a16:creationId xmlns:a16="http://schemas.microsoft.com/office/drawing/2014/main" id="{C55B5F98-2D17-9054-0811-5FCB1CC3CFD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43586" y="3429000"/>
              <a:ext cx="722488" cy="1"/>
            </a:xfrm>
            <a:prstGeom prst="line">
              <a:avLst/>
            </a:prstGeom>
            <a:noFill/>
            <a:ln w="9525">
              <a:solidFill>
                <a:srgbClr val="FFC000"/>
              </a:solidFill>
              <a:headEnd type="stealth" w="sm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8" name="Connecteur droit 37">
              <a:extLst>
                <a:ext uri="{FF2B5EF4-FFF2-40B4-BE49-F238E27FC236}">
                  <a16:creationId xmlns:a16="http://schemas.microsoft.com/office/drawing/2014/main" id="{7841EC68-471B-1A81-0E80-7B5D271C36AF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3582343" y="3070207"/>
              <a:ext cx="722488" cy="1"/>
            </a:xfrm>
            <a:prstGeom prst="line">
              <a:avLst/>
            </a:prstGeom>
            <a:noFill/>
            <a:ln w="9525">
              <a:solidFill>
                <a:srgbClr val="FFC000"/>
              </a:solidFill>
              <a:headEnd type="stealth" w="sm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39" name="Groupe 38">
            <a:extLst>
              <a:ext uri="{FF2B5EF4-FFF2-40B4-BE49-F238E27FC236}">
                <a16:creationId xmlns:a16="http://schemas.microsoft.com/office/drawing/2014/main" id="{D22CFE20-8FA9-2439-AC47-CEA33EAD4CF2}"/>
              </a:ext>
            </a:extLst>
          </p:cNvPr>
          <p:cNvGrpSpPr/>
          <p:nvPr/>
        </p:nvGrpSpPr>
        <p:grpSpPr>
          <a:xfrm rot="19800000">
            <a:off x="3713252" y="2571836"/>
            <a:ext cx="722488" cy="722488"/>
            <a:chOff x="3943586" y="2708964"/>
            <a:chExt cx="722488" cy="722488"/>
          </a:xfrm>
        </p:grpSpPr>
        <p:cxnSp>
          <p:nvCxnSpPr>
            <p:cNvPr id="40" name="Connecteur droit 39">
              <a:extLst>
                <a:ext uri="{FF2B5EF4-FFF2-40B4-BE49-F238E27FC236}">
                  <a16:creationId xmlns:a16="http://schemas.microsoft.com/office/drawing/2014/main" id="{010DCDB7-B0D0-1030-F081-3F7382310EB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43586" y="3429000"/>
              <a:ext cx="722488" cy="1"/>
            </a:xfrm>
            <a:prstGeom prst="line">
              <a:avLst/>
            </a:prstGeom>
            <a:noFill/>
            <a:ln w="9525">
              <a:solidFill>
                <a:srgbClr val="7030A0"/>
              </a:solidFill>
              <a:headEnd type="stealth" w="sm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1" name="Connecteur droit 40">
              <a:extLst>
                <a:ext uri="{FF2B5EF4-FFF2-40B4-BE49-F238E27FC236}">
                  <a16:creationId xmlns:a16="http://schemas.microsoft.com/office/drawing/2014/main" id="{D962AE48-A5F1-6D92-99CC-097AD679E48C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3582343" y="3070207"/>
              <a:ext cx="722488" cy="1"/>
            </a:xfrm>
            <a:prstGeom prst="line">
              <a:avLst/>
            </a:prstGeom>
            <a:noFill/>
            <a:ln w="9525">
              <a:solidFill>
                <a:srgbClr val="7030A0"/>
              </a:solidFill>
              <a:headEnd type="stealth" w="sm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ZoneTexte 41">
                <a:extLst>
                  <a:ext uri="{FF2B5EF4-FFF2-40B4-BE49-F238E27FC236}">
                    <a16:creationId xmlns:a16="http://schemas.microsoft.com/office/drawing/2014/main" id="{B89B714C-CD8A-1B97-5148-2A31B57C08C7}"/>
                  </a:ext>
                </a:extLst>
              </p:cNvPr>
              <p:cNvSpPr txBox="1"/>
              <p:nvPr/>
            </p:nvSpPr>
            <p:spPr>
              <a:xfrm>
                <a:off x="4659428" y="3332093"/>
                <a:ext cx="156325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0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0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000" dirty="0"/>
              </a:p>
            </p:txBody>
          </p:sp>
        </mc:Choice>
        <mc:Fallback xmlns="">
          <p:sp>
            <p:nvSpPr>
              <p:cNvPr id="42" name="ZoneTexte 41">
                <a:extLst>
                  <a:ext uri="{FF2B5EF4-FFF2-40B4-BE49-F238E27FC236}">
                    <a16:creationId xmlns:a16="http://schemas.microsoft.com/office/drawing/2014/main" id="{B89B714C-CD8A-1B97-5148-2A31B57C08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428" y="3332093"/>
                <a:ext cx="156325" cy="153888"/>
              </a:xfrm>
              <a:prstGeom prst="rect">
                <a:avLst/>
              </a:prstGeom>
              <a:blipFill>
                <a:blip r:embed="rId8"/>
                <a:stretch>
                  <a:fillRect l="-11538" r="-3846" b="-16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ZoneTexte 42">
                <a:extLst>
                  <a:ext uri="{FF2B5EF4-FFF2-40B4-BE49-F238E27FC236}">
                    <a16:creationId xmlns:a16="http://schemas.microsoft.com/office/drawing/2014/main" id="{8153749F-BF8F-52BC-E7C5-7858116BC315}"/>
                  </a:ext>
                </a:extLst>
              </p:cNvPr>
              <p:cNvSpPr txBox="1"/>
              <p:nvPr/>
            </p:nvSpPr>
            <p:spPr>
              <a:xfrm>
                <a:off x="4654444" y="3118661"/>
                <a:ext cx="153375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0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000" dirty="0"/>
              </a:p>
            </p:txBody>
          </p:sp>
        </mc:Choice>
        <mc:Fallback xmlns="">
          <p:sp>
            <p:nvSpPr>
              <p:cNvPr id="43" name="ZoneTexte 42">
                <a:extLst>
                  <a:ext uri="{FF2B5EF4-FFF2-40B4-BE49-F238E27FC236}">
                    <a16:creationId xmlns:a16="http://schemas.microsoft.com/office/drawing/2014/main" id="{8153749F-BF8F-52BC-E7C5-7858116BC3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4444" y="3118661"/>
                <a:ext cx="153375" cy="153888"/>
              </a:xfrm>
              <a:prstGeom prst="rect">
                <a:avLst/>
              </a:prstGeom>
              <a:blipFill>
                <a:blip r:embed="rId9"/>
                <a:stretch>
                  <a:fillRect l="-16000" r="-8000" b="-16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ZoneTexte 43">
                <a:extLst>
                  <a:ext uri="{FF2B5EF4-FFF2-40B4-BE49-F238E27FC236}">
                    <a16:creationId xmlns:a16="http://schemas.microsoft.com/office/drawing/2014/main" id="{86C7715B-028D-DE2D-2F09-E2B075ACFBED}"/>
                  </a:ext>
                </a:extLst>
              </p:cNvPr>
              <p:cNvSpPr txBox="1"/>
              <p:nvPr/>
            </p:nvSpPr>
            <p:spPr>
              <a:xfrm>
                <a:off x="4555756" y="2978683"/>
                <a:ext cx="156325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0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000" dirty="0"/>
              </a:p>
            </p:txBody>
          </p:sp>
        </mc:Choice>
        <mc:Fallback xmlns="">
          <p:sp>
            <p:nvSpPr>
              <p:cNvPr id="44" name="ZoneTexte 43">
                <a:extLst>
                  <a:ext uri="{FF2B5EF4-FFF2-40B4-BE49-F238E27FC236}">
                    <a16:creationId xmlns:a16="http://schemas.microsoft.com/office/drawing/2014/main" id="{86C7715B-028D-DE2D-2F09-E2B075ACFB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5756" y="2978683"/>
                <a:ext cx="156325" cy="153888"/>
              </a:xfrm>
              <a:prstGeom prst="rect">
                <a:avLst/>
              </a:prstGeom>
              <a:blipFill>
                <a:blip r:embed="rId10"/>
                <a:stretch>
                  <a:fillRect l="-11538" r="-3846" b="-16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ZoneTexte 44">
                <a:extLst>
                  <a:ext uri="{FF2B5EF4-FFF2-40B4-BE49-F238E27FC236}">
                    <a16:creationId xmlns:a16="http://schemas.microsoft.com/office/drawing/2014/main" id="{F01A7A0C-CEFA-13BE-1840-F838C3CC2B1E}"/>
                  </a:ext>
                </a:extLst>
              </p:cNvPr>
              <p:cNvSpPr txBox="1"/>
              <p:nvPr/>
            </p:nvSpPr>
            <p:spPr>
              <a:xfrm>
                <a:off x="3864357" y="2550172"/>
                <a:ext cx="156902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0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fr-FR" sz="10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000" dirty="0"/>
              </a:p>
            </p:txBody>
          </p:sp>
        </mc:Choice>
        <mc:Fallback xmlns="">
          <p:sp>
            <p:nvSpPr>
              <p:cNvPr id="45" name="ZoneTexte 44">
                <a:extLst>
                  <a:ext uri="{FF2B5EF4-FFF2-40B4-BE49-F238E27FC236}">
                    <a16:creationId xmlns:a16="http://schemas.microsoft.com/office/drawing/2014/main" id="{F01A7A0C-CEFA-13BE-1840-F838C3CC2B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64357" y="2550172"/>
                <a:ext cx="156902" cy="153888"/>
              </a:xfrm>
              <a:prstGeom prst="rect">
                <a:avLst/>
              </a:prstGeom>
              <a:blipFill>
                <a:blip r:embed="rId11"/>
                <a:stretch>
                  <a:fillRect l="-23077" r="-3846" b="-2307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ZoneTexte 45">
                <a:extLst>
                  <a:ext uri="{FF2B5EF4-FFF2-40B4-BE49-F238E27FC236}">
                    <a16:creationId xmlns:a16="http://schemas.microsoft.com/office/drawing/2014/main" id="{C45A7F48-01C9-4FCA-E52D-29FDC97827EC}"/>
                  </a:ext>
                </a:extLst>
              </p:cNvPr>
              <p:cNvSpPr txBox="1"/>
              <p:nvPr/>
            </p:nvSpPr>
            <p:spPr>
              <a:xfrm>
                <a:off x="3625745" y="2584081"/>
                <a:ext cx="153953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0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fr-FR" sz="1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000" dirty="0"/>
              </a:p>
            </p:txBody>
          </p:sp>
        </mc:Choice>
        <mc:Fallback xmlns="">
          <p:sp>
            <p:nvSpPr>
              <p:cNvPr id="46" name="ZoneTexte 45">
                <a:extLst>
                  <a:ext uri="{FF2B5EF4-FFF2-40B4-BE49-F238E27FC236}">
                    <a16:creationId xmlns:a16="http://schemas.microsoft.com/office/drawing/2014/main" id="{C45A7F48-01C9-4FCA-E52D-29FDC97827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25745" y="2584081"/>
                <a:ext cx="153953" cy="153888"/>
              </a:xfrm>
              <a:prstGeom prst="rect">
                <a:avLst/>
              </a:prstGeom>
              <a:blipFill>
                <a:blip r:embed="rId12"/>
                <a:stretch>
                  <a:fillRect l="-24000" r="-8000" b="-24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" name="Ellipse 46">
            <a:extLst>
              <a:ext uri="{FF2B5EF4-FFF2-40B4-BE49-F238E27FC236}">
                <a16:creationId xmlns:a16="http://schemas.microsoft.com/office/drawing/2014/main" id="{0024204D-8EC1-760D-68FA-F32FAC052699}"/>
              </a:ext>
            </a:extLst>
          </p:cNvPr>
          <p:cNvSpPr/>
          <p:nvPr/>
        </p:nvSpPr>
        <p:spPr>
          <a:xfrm>
            <a:off x="3891138" y="3373761"/>
            <a:ext cx="108000" cy="108000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8" name="Ellipse 47">
            <a:extLst>
              <a:ext uri="{FF2B5EF4-FFF2-40B4-BE49-F238E27FC236}">
                <a16:creationId xmlns:a16="http://schemas.microsoft.com/office/drawing/2014/main" id="{F4E6A135-2523-8F7F-7445-B509F57F8B41}"/>
              </a:ext>
            </a:extLst>
          </p:cNvPr>
          <p:cNvSpPr/>
          <p:nvPr/>
        </p:nvSpPr>
        <p:spPr>
          <a:xfrm>
            <a:off x="3927138" y="3409761"/>
            <a:ext cx="36000" cy="360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ZoneTexte 48">
                <a:extLst>
                  <a:ext uri="{FF2B5EF4-FFF2-40B4-BE49-F238E27FC236}">
                    <a16:creationId xmlns:a16="http://schemas.microsoft.com/office/drawing/2014/main" id="{FA47477D-B9E3-CD7F-2EC3-E4A1DDC330E9}"/>
                  </a:ext>
                </a:extLst>
              </p:cNvPr>
              <p:cNvSpPr txBox="1"/>
              <p:nvPr/>
            </p:nvSpPr>
            <p:spPr>
              <a:xfrm>
                <a:off x="3419103" y="2654598"/>
                <a:ext cx="156902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0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fr-FR" sz="1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000" dirty="0"/>
              </a:p>
            </p:txBody>
          </p:sp>
        </mc:Choice>
        <mc:Fallback xmlns="">
          <p:sp>
            <p:nvSpPr>
              <p:cNvPr id="49" name="ZoneTexte 48">
                <a:extLst>
                  <a:ext uri="{FF2B5EF4-FFF2-40B4-BE49-F238E27FC236}">
                    <a16:creationId xmlns:a16="http://schemas.microsoft.com/office/drawing/2014/main" id="{FA47477D-B9E3-CD7F-2EC3-E4A1DDC330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19103" y="2654598"/>
                <a:ext cx="156902" cy="153888"/>
              </a:xfrm>
              <a:prstGeom prst="rect">
                <a:avLst/>
              </a:prstGeom>
              <a:blipFill>
                <a:blip r:embed="rId13"/>
                <a:stretch>
                  <a:fillRect l="-23077" r="-3846" b="-2307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" name="Arc 49">
            <a:extLst>
              <a:ext uri="{FF2B5EF4-FFF2-40B4-BE49-F238E27FC236}">
                <a16:creationId xmlns:a16="http://schemas.microsoft.com/office/drawing/2014/main" id="{C2F33B79-916F-90D0-9699-D7ABF630B34F}"/>
              </a:ext>
            </a:extLst>
          </p:cNvPr>
          <p:cNvSpPr/>
          <p:nvPr/>
        </p:nvSpPr>
        <p:spPr>
          <a:xfrm>
            <a:off x="3587295" y="3065670"/>
            <a:ext cx="720000" cy="720000"/>
          </a:xfrm>
          <a:prstGeom prst="arc">
            <a:avLst>
              <a:gd name="adj1" fmla="val 19762850"/>
              <a:gd name="adj2" fmla="val 0"/>
            </a:avLst>
          </a:prstGeom>
          <a:ln>
            <a:solidFill>
              <a:srgbClr val="7030A0"/>
            </a:solidFill>
            <a:headEnd type="stealth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1" name="Arc 50">
            <a:extLst>
              <a:ext uri="{FF2B5EF4-FFF2-40B4-BE49-F238E27FC236}">
                <a16:creationId xmlns:a16="http://schemas.microsoft.com/office/drawing/2014/main" id="{628F6DF2-C779-7256-1F50-7D3BE626F692}"/>
              </a:ext>
            </a:extLst>
          </p:cNvPr>
          <p:cNvSpPr/>
          <p:nvPr/>
        </p:nvSpPr>
        <p:spPr>
          <a:xfrm>
            <a:off x="3409371" y="2884256"/>
            <a:ext cx="1074384" cy="1074384"/>
          </a:xfrm>
          <a:prstGeom prst="arc">
            <a:avLst>
              <a:gd name="adj1" fmla="val 20568333"/>
              <a:gd name="adj2" fmla="val 0"/>
            </a:avLst>
          </a:prstGeom>
          <a:ln>
            <a:solidFill>
              <a:srgbClr val="FFC000"/>
            </a:solidFill>
            <a:headEnd type="stealth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ZoneTexte 51">
                <a:extLst>
                  <a:ext uri="{FF2B5EF4-FFF2-40B4-BE49-F238E27FC236}">
                    <a16:creationId xmlns:a16="http://schemas.microsoft.com/office/drawing/2014/main" id="{89F8A80B-CEBA-FF29-DEFB-681300EC3D87}"/>
                  </a:ext>
                </a:extLst>
              </p:cNvPr>
              <p:cNvSpPr txBox="1"/>
              <p:nvPr/>
            </p:nvSpPr>
            <p:spPr>
              <a:xfrm>
                <a:off x="4137485" y="3020667"/>
                <a:ext cx="104772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000" b="0" i="1" smtClean="0">
                          <a:latin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fr-FR" sz="1000" dirty="0"/>
              </a:p>
            </p:txBody>
          </p:sp>
        </mc:Choice>
        <mc:Fallback xmlns="">
          <p:sp>
            <p:nvSpPr>
              <p:cNvPr id="52" name="ZoneTexte 51">
                <a:extLst>
                  <a:ext uri="{FF2B5EF4-FFF2-40B4-BE49-F238E27FC236}">
                    <a16:creationId xmlns:a16="http://schemas.microsoft.com/office/drawing/2014/main" id="{89F8A80B-CEBA-FF29-DEFB-681300EC3D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7485" y="3020667"/>
                <a:ext cx="104772" cy="153888"/>
              </a:xfrm>
              <a:prstGeom prst="rect">
                <a:avLst/>
              </a:prstGeom>
              <a:blipFill>
                <a:blip r:embed="rId14"/>
                <a:stretch>
                  <a:fillRect l="-35294" r="-23529" b="-8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ZoneTexte 52">
                <a:extLst>
                  <a:ext uri="{FF2B5EF4-FFF2-40B4-BE49-F238E27FC236}">
                    <a16:creationId xmlns:a16="http://schemas.microsoft.com/office/drawing/2014/main" id="{9BDAE280-837F-4C88-D34F-E90707630C73}"/>
                  </a:ext>
                </a:extLst>
              </p:cNvPr>
              <p:cNvSpPr txBox="1"/>
              <p:nvPr/>
            </p:nvSpPr>
            <p:spPr>
              <a:xfrm>
                <a:off x="4416451" y="3400878"/>
                <a:ext cx="118174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000" b="0" i="1" smtClean="0">
                          <a:latin typeface="Cambria Math" panose="02040503050406030204" pitchFamily="18" charset="0"/>
                        </a:rPr>
                        <m:t>𝜑</m:t>
                      </m:r>
                    </m:oMath>
                  </m:oMathPara>
                </a14:m>
                <a:endParaRPr lang="fr-FR" sz="1000" dirty="0"/>
              </a:p>
            </p:txBody>
          </p:sp>
        </mc:Choice>
        <mc:Fallback xmlns="">
          <p:sp>
            <p:nvSpPr>
              <p:cNvPr id="53" name="ZoneTexte 52">
                <a:extLst>
                  <a:ext uri="{FF2B5EF4-FFF2-40B4-BE49-F238E27FC236}">
                    <a16:creationId xmlns:a16="http://schemas.microsoft.com/office/drawing/2014/main" id="{9BDAE280-837F-4C88-D34F-E90707630C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6451" y="3400878"/>
                <a:ext cx="118174" cy="153888"/>
              </a:xfrm>
              <a:prstGeom prst="rect">
                <a:avLst/>
              </a:prstGeom>
              <a:blipFill>
                <a:blip r:embed="rId15"/>
                <a:stretch>
                  <a:fillRect l="-25000" r="-20000" b="-24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14B18037-8579-A483-372D-AE8777CDE5A7}"/>
              </a:ext>
            </a:extLst>
          </p:cNvPr>
          <p:cNvCxnSpPr>
            <a:cxnSpLocks/>
            <a:stCxn id="12" idx="6"/>
          </p:cNvCxnSpPr>
          <p:nvPr/>
        </p:nvCxnSpPr>
        <p:spPr>
          <a:xfrm>
            <a:off x="6168000" y="3581979"/>
            <a:ext cx="3082680" cy="0"/>
          </a:xfrm>
          <a:prstGeom prst="line">
            <a:avLst/>
          </a:prstGeom>
          <a:noFill/>
          <a:ln w="1905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5" name="Ellipse 54">
            <a:extLst>
              <a:ext uri="{FF2B5EF4-FFF2-40B4-BE49-F238E27FC236}">
                <a16:creationId xmlns:a16="http://schemas.microsoft.com/office/drawing/2014/main" id="{EDC7E5E9-F49E-A2CA-819D-E2B6FC9A8187}"/>
              </a:ext>
            </a:extLst>
          </p:cNvPr>
          <p:cNvSpPr/>
          <p:nvPr/>
        </p:nvSpPr>
        <p:spPr>
          <a:xfrm>
            <a:off x="9250680" y="3492033"/>
            <a:ext cx="199096" cy="199096"/>
          </a:xfrm>
          <a:prstGeom prst="ellipse">
            <a:avLst/>
          </a:prstGeom>
          <a:solidFill>
            <a:schemeClr val="accent2"/>
          </a:solidFill>
          <a:ln w="381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56" name="Connecteur droit 55">
            <a:extLst>
              <a:ext uri="{FF2B5EF4-FFF2-40B4-BE49-F238E27FC236}">
                <a16:creationId xmlns:a16="http://schemas.microsoft.com/office/drawing/2014/main" id="{F1941764-8118-14B4-B5DF-DD457B75538D}"/>
              </a:ext>
            </a:extLst>
          </p:cNvPr>
          <p:cNvCxnSpPr>
            <a:cxnSpLocks/>
            <a:stCxn id="12" idx="6"/>
          </p:cNvCxnSpPr>
          <p:nvPr/>
        </p:nvCxnSpPr>
        <p:spPr>
          <a:xfrm>
            <a:off x="6168000" y="3581979"/>
            <a:ext cx="771475" cy="0"/>
          </a:xfrm>
          <a:prstGeom prst="line">
            <a:avLst/>
          </a:prstGeom>
          <a:noFill/>
          <a:ln w="9525">
            <a:solidFill>
              <a:srgbClr val="FFC000"/>
            </a:solidFill>
            <a:tailEnd type="stealth" w="med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9" name="ZoneTexte 58">
                <a:extLst>
                  <a:ext uri="{FF2B5EF4-FFF2-40B4-BE49-F238E27FC236}">
                    <a16:creationId xmlns:a16="http://schemas.microsoft.com/office/drawing/2014/main" id="{466F8641-54AD-553D-0994-FEBB8E8B5DAA}"/>
                  </a:ext>
                </a:extLst>
              </p:cNvPr>
              <p:cNvSpPr txBox="1"/>
              <p:nvPr/>
            </p:nvSpPr>
            <p:spPr>
              <a:xfrm>
                <a:off x="6670250" y="3629001"/>
                <a:ext cx="201914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59" name="ZoneTexte 58">
                <a:extLst>
                  <a:ext uri="{FF2B5EF4-FFF2-40B4-BE49-F238E27FC236}">
                    <a16:creationId xmlns:a16="http://schemas.microsoft.com/office/drawing/2014/main" id="{466F8641-54AD-553D-0994-FEBB8E8B5D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0250" y="3629001"/>
                <a:ext cx="201914" cy="184666"/>
              </a:xfrm>
              <a:prstGeom prst="rect">
                <a:avLst/>
              </a:prstGeom>
              <a:blipFill>
                <a:blip r:embed="rId16"/>
                <a:stretch>
                  <a:fillRect l="-9091" r="-3030" b="-967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ZoneTexte 62">
                <a:extLst>
                  <a:ext uri="{FF2B5EF4-FFF2-40B4-BE49-F238E27FC236}">
                    <a16:creationId xmlns:a16="http://schemas.microsoft.com/office/drawing/2014/main" id="{03C3D575-6818-AC6E-6BE5-E8D21C883A41}"/>
                  </a:ext>
                </a:extLst>
              </p:cNvPr>
              <p:cNvSpPr txBox="1"/>
              <p:nvPr/>
            </p:nvSpPr>
            <p:spPr>
              <a:xfrm>
                <a:off x="4922004" y="3188183"/>
                <a:ext cx="168443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0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0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000" dirty="0"/>
              </a:p>
            </p:txBody>
          </p:sp>
        </mc:Choice>
        <mc:Fallback xmlns="">
          <p:sp>
            <p:nvSpPr>
              <p:cNvPr id="63" name="ZoneTexte 62">
                <a:extLst>
                  <a:ext uri="{FF2B5EF4-FFF2-40B4-BE49-F238E27FC236}">
                    <a16:creationId xmlns:a16="http://schemas.microsoft.com/office/drawing/2014/main" id="{03C3D575-6818-AC6E-6BE5-E8D21C883A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2004" y="3188183"/>
                <a:ext cx="168443" cy="153888"/>
              </a:xfrm>
              <a:prstGeom prst="rect">
                <a:avLst/>
              </a:prstGeom>
              <a:blipFill>
                <a:blip r:embed="rId17"/>
                <a:stretch>
                  <a:fillRect l="-10714" r="-3571" b="-16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4" name="Arc 63">
            <a:extLst>
              <a:ext uri="{FF2B5EF4-FFF2-40B4-BE49-F238E27FC236}">
                <a16:creationId xmlns:a16="http://schemas.microsoft.com/office/drawing/2014/main" id="{027C6F1A-D985-A917-2736-A4732A9B2BD2}"/>
              </a:ext>
            </a:extLst>
          </p:cNvPr>
          <p:cNvSpPr/>
          <p:nvPr/>
        </p:nvSpPr>
        <p:spPr>
          <a:xfrm>
            <a:off x="3339088" y="2815632"/>
            <a:ext cx="1216320" cy="1216320"/>
          </a:xfrm>
          <a:prstGeom prst="arc">
            <a:avLst>
              <a:gd name="adj1" fmla="val 21024292"/>
              <a:gd name="adj2" fmla="val 0"/>
            </a:avLst>
          </a:prstGeom>
          <a:ln>
            <a:solidFill>
              <a:srgbClr val="FFC000"/>
            </a:solidFill>
            <a:headEnd type="stealth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ZoneTexte 64">
                <a:extLst>
                  <a:ext uri="{FF2B5EF4-FFF2-40B4-BE49-F238E27FC236}">
                    <a16:creationId xmlns:a16="http://schemas.microsoft.com/office/drawing/2014/main" id="{B0BEF081-E803-FDC5-9C12-EC23F6D06216}"/>
                  </a:ext>
                </a:extLst>
              </p:cNvPr>
              <p:cNvSpPr txBox="1"/>
              <p:nvPr/>
            </p:nvSpPr>
            <p:spPr>
              <a:xfrm>
                <a:off x="4504677" y="3400878"/>
                <a:ext cx="187359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00" b="0" i="1" smtClean="0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fr-FR" sz="10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fr-FR" sz="1000" dirty="0"/>
              </a:p>
            </p:txBody>
          </p:sp>
        </mc:Choice>
        <mc:Fallback xmlns="">
          <p:sp>
            <p:nvSpPr>
              <p:cNvPr id="65" name="ZoneTexte 64">
                <a:extLst>
                  <a:ext uri="{FF2B5EF4-FFF2-40B4-BE49-F238E27FC236}">
                    <a16:creationId xmlns:a16="http://schemas.microsoft.com/office/drawing/2014/main" id="{B0BEF081-E803-FDC5-9C12-EC23F6D062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04677" y="3400878"/>
                <a:ext cx="187359" cy="153888"/>
              </a:xfrm>
              <a:prstGeom prst="rect">
                <a:avLst/>
              </a:prstGeom>
              <a:blipFill>
                <a:blip r:embed="rId18"/>
                <a:stretch>
                  <a:fillRect l="-19355" b="-24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5401653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6F0BB4B-A344-479B-9ACF-6473524123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Problème 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280F93A6-1895-4342-AC73-EEB6D50CF48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198587" y="2517957"/>
                <a:ext cx="3350856" cy="1742812"/>
              </a:xfrm>
            </p:spPr>
            <p:txBody>
              <a:bodyPr>
                <a:normAutofit/>
              </a:bodyPr>
              <a:lstStyle/>
              <a:p>
                <a:r>
                  <a:rPr lang="fr-FR" sz="2000" b="1" i="1" dirty="0"/>
                  <a:t>Paramétrage géométrique</a:t>
                </a:r>
                <a:endParaRPr lang="fr-FR" sz="200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8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8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sSub>
                          <m:sSubPr>
                            <m:ctrlPr>
                              <a:rPr lang="fr-FR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800" b="0" i="1" smtClean="0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fr-FR" sz="18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e>
                    </m:acc>
                    <m:r>
                      <a:rPr lang="fr-FR" sz="18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8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fr-FR" sz="18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acc>
                      <m:accPr>
                        <m:chr m:val="⃗"/>
                        <m:ctrlPr>
                          <a:rPr lang="fr-FR" sz="18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</m:oMath>
                </a14:m>
                <a:endParaRPr lang="fr-FR" sz="1800" dirty="0"/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8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8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sSub>
                          <m:sSubPr>
                            <m:ctrlPr>
                              <a:rPr lang="fr-FR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800" b="0" i="1" smtClean="0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fr-FR" sz="1800" b="0" i="1" smtClean="0">
                                <a:latin typeface="Cambria Math" panose="02040503050406030204" pitchFamily="18" charset="0"/>
                              </a:rPr>
                              <m:t>𝑀</m:t>
                            </m:r>
                          </m:sub>
                        </m:sSub>
                      </m:e>
                    </m:acc>
                    <m:r>
                      <a:rPr lang="fr-FR" sz="18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8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fr-FR" sz="1800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  <m:acc>
                      <m:accPr>
                        <m:chr m:val="⃗"/>
                        <m:ctrlPr>
                          <a:rPr lang="fr-FR" sz="18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</m:oMath>
                </a14:m>
                <a:endParaRPr lang="fr-FR" sz="1800" b="1" i="1" dirty="0"/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8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8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sSub>
                          <m:sSubPr>
                            <m:ctrlPr>
                              <a:rPr lang="fr-FR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800" b="0" i="1" smtClean="0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fr-FR" sz="1800" b="0" i="1" smtClean="0">
                                <a:latin typeface="Cambria Math" panose="02040503050406030204" pitchFamily="18" charset="0"/>
                              </a:rPr>
                              <m:t>𝐹</m:t>
                            </m:r>
                          </m:sub>
                        </m:sSub>
                      </m:e>
                    </m:acc>
                    <m:r>
                      <a:rPr lang="fr-FR" sz="18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8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fr-FR" sz="1800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sub>
                    </m:sSub>
                    <m:acc>
                      <m:accPr>
                        <m:chr m:val="⃗"/>
                        <m:ctrlPr>
                          <a:rPr lang="fr-FR" sz="18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</m:oMath>
                </a14:m>
                <a:endParaRPr lang="fr-FR" sz="1800" b="1" i="1" dirty="0"/>
              </a:p>
              <a:p>
                <a:pPr lvl="1"/>
                <a:endParaRPr lang="fr-FR" sz="1800" b="1" i="1" dirty="0"/>
              </a:p>
              <a:p>
                <a:pPr lvl="1"/>
                <a:endParaRPr lang="fr-FR" sz="1800" b="1" i="1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280F93A6-1895-4342-AC73-EEB6D50CF48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98587" y="2517957"/>
                <a:ext cx="3350856" cy="1742812"/>
              </a:xfrm>
              <a:blipFill>
                <a:blip r:embed="rId2"/>
                <a:stretch>
                  <a:fillRect l="-1636" t="-349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4" name="Groupe 63">
            <a:extLst>
              <a:ext uri="{FF2B5EF4-FFF2-40B4-BE49-F238E27FC236}">
                <a16:creationId xmlns:a16="http://schemas.microsoft.com/office/drawing/2014/main" id="{56044620-E2FA-41CE-8F45-4C52D6862909}"/>
              </a:ext>
            </a:extLst>
          </p:cNvPr>
          <p:cNvGrpSpPr/>
          <p:nvPr/>
        </p:nvGrpSpPr>
        <p:grpSpPr>
          <a:xfrm>
            <a:off x="6154188" y="2685129"/>
            <a:ext cx="1406382" cy="1408468"/>
            <a:chOff x="3409371" y="2550172"/>
            <a:chExt cx="1406382" cy="1408468"/>
          </a:xfrm>
        </p:grpSpPr>
        <p:grpSp>
          <p:nvGrpSpPr>
            <p:cNvPr id="50" name="Groupe 49">
              <a:extLst>
                <a:ext uri="{FF2B5EF4-FFF2-40B4-BE49-F238E27FC236}">
                  <a16:creationId xmlns:a16="http://schemas.microsoft.com/office/drawing/2014/main" id="{1C9B8457-5D3D-4E94-B705-8F0B7AC6D86C}"/>
                </a:ext>
              </a:extLst>
            </p:cNvPr>
            <p:cNvGrpSpPr/>
            <p:nvPr/>
          </p:nvGrpSpPr>
          <p:grpSpPr>
            <a:xfrm>
              <a:off x="3943586" y="2708964"/>
              <a:ext cx="722488" cy="722488"/>
              <a:chOff x="3943586" y="2708964"/>
              <a:chExt cx="722488" cy="722488"/>
            </a:xfrm>
          </p:grpSpPr>
          <p:cxnSp>
            <p:nvCxnSpPr>
              <p:cNvPr id="51" name="Connecteur droit 50">
                <a:extLst>
                  <a:ext uri="{FF2B5EF4-FFF2-40B4-BE49-F238E27FC236}">
                    <a16:creationId xmlns:a16="http://schemas.microsoft.com/office/drawing/2014/main" id="{7FFB468F-681C-4F28-970D-F2B22BC6673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943586" y="3429000"/>
                <a:ext cx="722488" cy="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headEnd type="stealth" w="sm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52" name="Connecteur droit 51">
                <a:extLst>
                  <a:ext uri="{FF2B5EF4-FFF2-40B4-BE49-F238E27FC236}">
                    <a16:creationId xmlns:a16="http://schemas.microsoft.com/office/drawing/2014/main" id="{9C9AB4E4-AC65-458C-9A30-8CE58A69404D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>
                <a:off x="3582343" y="3070207"/>
                <a:ext cx="722488" cy="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headEnd type="stealth" w="sm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53" name="Groupe 52">
              <a:extLst>
                <a:ext uri="{FF2B5EF4-FFF2-40B4-BE49-F238E27FC236}">
                  <a16:creationId xmlns:a16="http://schemas.microsoft.com/office/drawing/2014/main" id="{80435A09-89F1-4BAC-B1CF-21E8AAAF8A5E}"/>
                </a:ext>
              </a:extLst>
            </p:cNvPr>
            <p:cNvGrpSpPr/>
            <p:nvPr/>
          </p:nvGrpSpPr>
          <p:grpSpPr>
            <a:xfrm rot="20521398">
              <a:off x="3814215" y="2617044"/>
              <a:ext cx="722488" cy="722488"/>
              <a:chOff x="3943586" y="2708964"/>
              <a:chExt cx="722488" cy="722488"/>
            </a:xfrm>
          </p:grpSpPr>
          <p:cxnSp>
            <p:nvCxnSpPr>
              <p:cNvPr id="54" name="Connecteur droit 53">
                <a:extLst>
                  <a:ext uri="{FF2B5EF4-FFF2-40B4-BE49-F238E27FC236}">
                    <a16:creationId xmlns:a16="http://schemas.microsoft.com/office/drawing/2014/main" id="{6C688ABB-3AE4-4455-933D-F766FADA118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943586" y="3429000"/>
                <a:ext cx="722488" cy="1"/>
              </a:xfrm>
              <a:prstGeom prst="line">
                <a:avLst/>
              </a:prstGeom>
              <a:noFill/>
              <a:ln w="9525">
                <a:solidFill>
                  <a:srgbClr val="FFC000"/>
                </a:solidFill>
                <a:headEnd type="stealth" w="sm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55" name="Connecteur droit 54">
                <a:extLst>
                  <a:ext uri="{FF2B5EF4-FFF2-40B4-BE49-F238E27FC236}">
                    <a16:creationId xmlns:a16="http://schemas.microsoft.com/office/drawing/2014/main" id="{F2260824-6431-4C7E-A1B0-000E35E6AC9B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>
                <a:off x="3582343" y="3070207"/>
                <a:ext cx="722488" cy="1"/>
              </a:xfrm>
              <a:prstGeom prst="line">
                <a:avLst/>
              </a:prstGeom>
              <a:noFill/>
              <a:ln w="9525">
                <a:solidFill>
                  <a:srgbClr val="FFC000"/>
                </a:solidFill>
                <a:headEnd type="stealth" w="sm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ZoneTexte 55">
                  <a:extLst>
                    <a:ext uri="{FF2B5EF4-FFF2-40B4-BE49-F238E27FC236}">
                      <a16:creationId xmlns:a16="http://schemas.microsoft.com/office/drawing/2014/main" id="{A4FB5276-55AE-4E91-9B8B-568C4909B2C6}"/>
                    </a:ext>
                  </a:extLst>
                </p:cNvPr>
                <p:cNvSpPr txBox="1"/>
                <p:nvPr/>
              </p:nvSpPr>
              <p:spPr>
                <a:xfrm>
                  <a:off x="4659428" y="3332093"/>
                  <a:ext cx="156325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kumimoji="0" lang="fr-FR" sz="1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kumimoji="0" lang="fr-FR" sz="1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Pr>
                              <m:e>
                                <m:r>
                                  <a:rPr kumimoji="0" lang="fr-FR" sz="1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0" lang="fr-FR" sz="1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kumimoji="0" lang="fr-FR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56" name="ZoneTexte 55">
                  <a:extLst>
                    <a:ext uri="{FF2B5EF4-FFF2-40B4-BE49-F238E27FC236}">
                      <a16:creationId xmlns:a16="http://schemas.microsoft.com/office/drawing/2014/main" id="{A4FB5276-55AE-4E91-9B8B-568C4909B2C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59428" y="3332093"/>
                  <a:ext cx="156325" cy="153888"/>
                </a:xfrm>
                <a:prstGeom prst="rect">
                  <a:avLst/>
                </a:prstGeom>
                <a:blipFill>
                  <a:blip r:embed="rId3"/>
                  <a:stretch>
                    <a:fillRect l="-11538" r="-3846" b="-16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ZoneTexte 56">
                  <a:extLst>
                    <a:ext uri="{FF2B5EF4-FFF2-40B4-BE49-F238E27FC236}">
                      <a16:creationId xmlns:a16="http://schemas.microsoft.com/office/drawing/2014/main" id="{75B94B40-E4F0-4F78-8ED3-A4BD81582887}"/>
                    </a:ext>
                  </a:extLst>
                </p:cNvPr>
                <p:cNvSpPr txBox="1"/>
                <p:nvPr/>
              </p:nvSpPr>
              <p:spPr>
                <a:xfrm>
                  <a:off x="4654444" y="3118661"/>
                  <a:ext cx="153375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kumimoji="0" lang="fr-FR" sz="1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kumimoji="0" lang="fr-FR" sz="1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Pr>
                              <m:e>
                                <m:r>
                                  <a:rPr kumimoji="0" lang="fr-FR" sz="1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0" lang="fr-FR" sz="1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kumimoji="0" lang="fr-FR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57" name="ZoneTexte 56">
                  <a:extLst>
                    <a:ext uri="{FF2B5EF4-FFF2-40B4-BE49-F238E27FC236}">
                      <a16:creationId xmlns:a16="http://schemas.microsoft.com/office/drawing/2014/main" id="{75B94B40-E4F0-4F78-8ED3-A4BD815828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54444" y="3118661"/>
                  <a:ext cx="153375" cy="153888"/>
                </a:xfrm>
                <a:prstGeom prst="rect">
                  <a:avLst/>
                </a:prstGeom>
                <a:blipFill>
                  <a:blip r:embed="rId4"/>
                  <a:stretch>
                    <a:fillRect l="-11538" r="-3846" b="-16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ZoneTexte 57">
                  <a:extLst>
                    <a:ext uri="{FF2B5EF4-FFF2-40B4-BE49-F238E27FC236}">
                      <a16:creationId xmlns:a16="http://schemas.microsoft.com/office/drawing/2014/main" id="{93BDD4AB-6D50-47C7-8842-025AB3E7A965}"/>
                    </a:ext>
                  </a:extLst>
                </p:cNvPr>
                <p:cNvSpPr txBox="1"/>
                <p:nvPr/>
              </p:nvSpPr>
              <p:spPr>
                <a:xfrm>
                  <a:off x="3864357" y="2550172"/>
                  <a:ext cx="156902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kumimoji="0" lang="fr-FR" sz="1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kumimoji="0" lang="fr-FR" sz="1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Pr>
                              <m:e>
                                <m:r>
                                  <a:rPr kumimoji="0" lang="fr-FR" sz="1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kumimoji="0" lang="fr-FR" sz="1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kumimoji="0" lang="fr-FR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58" name="ZoneTexte 57">
                  <a:extLst>
                    <a:ext uri="{FF2B5EF4-FFF2-40B4-BE49-F238E27FC236}">
                      <a16:creationId xmlns:a16="http://schemas.microsoft.com/office/drawing/2014/main" id="{93BDD4AB-6D50-47C7-8842-025AB3E7A9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64357" y="2550172"/>
                  <a:ext cx="156902" cy="153888"/>
                </a:xfrm>
                <a:prstGeom prst="rect">
                  <a:avLst/>
                </a:prstGeom>
                <a:blipFill>
                  <a:blip r:embed="rId5"/>
                  <a:stretch>
                    <a:fillRect l="-23077" r="-3846" b="-24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ZoneTexte 58">
                  <a:extLst>
                    <a:ext uri="{FF2B5EF4-FFF2-40B4-BE49-F238E27FC236}">
                      <a16:creationId xmlns:a16="http://schemas.microsoft.com/office/drawing/2014/main" id="{96BF64D5-DB6A-43DF-AEB7-B0A632160CE8}"/>
                    </a:ext>
                  </a:extLst>
                </p:cNvPr>
                <p:cNvSpPr txBox="1"/>
                <p:nvPr/>
              </p:nvSpPr>
              <p:spPr>
                <a:xfrm>
                  <a:off x="3625745" y="2584081"/>
                  <a:ext cx="153953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kumimoji="0" lang="fr-FR" sz="1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kumimoji="0" lang="fr-FR" sz="1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Pr>
                              <m:e>
                                <m:r>
                                  <a:rPr kumimoji="0" lang="fr-FR" sz="1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kumimoji="0" lang="fr-FR" sz="1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kumimoji="0" lang="fr-FR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59" name="ZoneTexte 58">
                  <a:extLst>
                    <a:ext uri="{FF2B5EF4-FFF2-40B4-BE49-F238E27FC236}">
                      <a16:creationId xmlns:a16="http://schemas.microsoft.com/office/drawing/2014/main" id="{96BF64D5-DB6A-43DF-AEB7-B0A632160C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25745" y="2584081"/>
                  <a:ext cx="153953" cy="153888"/>
                </a:xfrm>
                <a:prstGeom prst="rect">
                  <a:avLst/>
                </a:prstGeom>
                <a:blipFill>
                  <a:blip r:embed="rId6"/>
                  <a:stretch>
                    <a:fillRect l="-24000" r="-8000" b="-2307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0" name="Ellipse 59">
              <a:extLst>
                <a:ext uri="{FF2B5EF4-FFF2-40B4-BE49-F238E27FC236}">
                  <a16:creationId xmlns:a16="http://schemas.microsoft.com/office/drawing/2014/main" id="{3A447C86-D550-4EAB-9262-8CC41D3FACE0}"/>
                </a:ext>
              </a:extLst>
            </p:cNvPr>
            <p:cNvSpPr/>
            <p:nvPr/>
          </p:nvSpPr>
          <p:spPr>
            <a:xfrm>
              <a:off x="3891138" y="3373761"/>
              <a:ext cx="108000" cy="108000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1" name="Ellipse 60">
              <a:extLst>
                <a:ext uri="{FF2B5EF4-FFF2-40B4-BE49-F238E27FC236}">
                  <a16:creationId xmlns:a16="http://schemas.microsoft.com/office/drawing/2014/main" id="{FD437849-2629-4B54-A0D1-05287F59D52D}"/>
                </a:ext>
              </a:extLst>
            </p:cNvPr>
            <p:cNvSpPr/>
            <p:nvPr/>
          </p:nvSpPr>
          <p:spPr>
            <a:xfrm>
              <a:off x="3927138" y="3409761"/>
              <a:ext cx="36000" cy="36000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2" name="Arc 61">
              <a:extLst>
                <a:ext uri="{FF2B5EF4-FFF2-40B4-BE49-F238E27FC236}">
                  <a16:creationId xmlns:a16="http://schemas.microsoft.com/office/drawing/2014/main" id="{E7FDA299-1D95-4FE9-B277-0C6D5880FB2A}"/>
                </a:ext>
              </a:extLst>
            </p:cNvPr>
            <p:cNvSpPr/>
            <p:nvPr/>
          </p:nvSpPr>
          <p:spPr>
            <a:xfrm>
              <a:off x="3409371" y="2884256"/>
              <a:ext cx="1074384" cy="1074384"/>
            </a:xfrm>
            <a:prstGeom prst="arc">
              <a:avLst>
                <a:gd name="adj1" fmla="val 20568333"/>
                <a:gd name="adj2" fmla="val 0"/>
              </a:avLst>
            </a:prstGeom>
            <a:ln>
              <a:solidFill>
                <a:srgbClr val="FFC000"/>
              </a:solidFill>
              <a:headEnd type="stealth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ZoneTexte 62">
                  <a:extLst>
                    <a:ext uri="{FF2B5EF4-FFF2-40B4-BE49-F238E27FC236}">
                      <a16:creationId xmlns:a16="http://schemas.microsoft.com/office/drawing/2014/main" id="{6573B8FF-FC92-4D39-A7CF-813A1EBEA58D}"/>
                    </a:ext>
                  </a:extLst>
                </p:cNvPr>
                <p:cNvSpPr txBox="1"/>
                <p:nvPr/>
              </p:nvSpPr>
              <p:spPr>
                <a:xfrm>
                  <a:off x="4506802" y="3252239"/>
                  <a:ext cx="118174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fr-FR" sz="10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𝜑</m:t>
                        </m:r>
                      </m:oMath>
                    </m:oMathPara>
                  </a14:m>
                  <a:endParaRPr kumimoji="0" lang="fr-FR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63" name="ZoneTexte 62">
                  <a:extLst>
                    <a:ext uri="{FF2B5EF4-FFF2-40B4-BE49-F238E27FC236}">
                      <a16:creationId xmlns:a16="http://schemas.microsoft.com/office/drawing/2014/main" id="{6573B8FF-FC92-4D39-A7CF-813A1EBEA5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06802" y="3252239"/>
                  <a:ext cx="118174" cy="153888"/>
                </a:xfrm>
                <a:prstGeom prst="rect">
                  <a:avLst/>
                </a:prstGeom>
                <a:blipFill>
                  <a:blip r:embed="rId7"/>
                  <a:stretch>
                    <a:fillRect l="-25000" r="-20000" b="-24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71" name="Groupe 70">
            <a:extLst>
              <a:ext uri="{FF2B5EF4-FFF2-40B4-BE49-F238E27FC236}">
                <a16:creationId xmlns:a16="http://schemas.microsoft.com/office/drawing/2014/main" id="{E80766BF-C577-4AE9-B82B-ADB8EE47676B}"/>
              </a:ext>
            </a:extLst>
          </p:cNvPr>
          <p:cNvGrpSpPr/>
          <p:nvPr/>
        </p:nvGrpSpPr>
        <p:grpSpPr>
          <a:xfrm>
            <a:off x="233617" y="2254102"/>
            <a:ext cx="2370197" cy="2270523"/>
            <a:chOff x="740286" y="2833291"/>
            <a:chExt cx="2370197" cy="2270523"/>
          </a:xfrm>
        </p:grpSpPr>
        <p:grpSp>
          <p:nvGrpSpPr>
            <p:cNvPr id="4" name="Groupe 3">
              <a:extLst>
                <a:ext uri="{FF2B5EF4-FFF2-40B4-BE49-F238E27FC236}">
                  <a16:creationId xmlns:a16="http://schemas.microsoft.com/office/drawing/2014/main" id="{045FBDD0-4DD7-4C48-9E9C-68F4310C10A9}"/>
                </a:ext>
              </a:extLst>
            </p:cNvPr>
            <p:cNvGrpSpPr/>
            <p:nvPr/>
          </p:nvGrpSpPr>
          <p:grpSpPr>
            <a:xfrm rot="13500000">
              <a:off x="1328303" y="3015030"/>
              <a:ext cx="1323247" cy="2241112"/>
              <a:chOff x="2977194" y="2472069"/>
              <a:chExt cx="1323247" cy="2241112"/>
            </a:xfrm>
          </p:grpSpPr>
          <p:grpSp>
            <p:nvGrpSpPr>
              <p:cNvPr id="5" name="Groupe 4">
                <a:extLst>
                  <a:ext uri="{FF2B5EF4-FFF2-40B4-BE49-F238E27FC236}">
                    <a16:creationId xmlns:a16="http://schemas.microsoft.com/office/drawing/2014/main" id="{75398963-89E7-421D-BA19-13772E20B77C}"/>
                  </a:ext>
                </a:extLst>
              </p:cNvPr>
              <p:cNvGrpSpPr/>
              <p:nvPr/>
            </p:nvGrpSpPr>
            <p:grpSpPr>
              <a:xfrm>
                <a:off x="2977194" y="2966483"/>
                <a:ext cx="1323247" cy="1746698"/>
                <a:chOff x="2977194" y="2966483"/>
                <a:chExt cx="1323247" cy="1746698"/>
              </a:xfrm>
            </p:grpSpPr>
            <p:sp>
              <p:nvSpPr>
                <p:cNvPr id="7" name="Arc 6">
                  <a:extLst>
                    <a:ext uri="{FF2B5EF4-FFF2-40B4-BE49-F238E27FC236}">
                      <a16:creationId xmlns:a16="http://schemas.microsoft.com/office/drawing/2014/main" id="{BEC1EE3B-0A90-458F-9F6B-6BA619ED1449}"/>
                    </a:ext>
                  </a:extLst>
                </p:cNvPr>
                <p:cNvSpPr/>
                <p:nvPr/>
              </p:nvSpPr>
              <p:spPr>
                <a:xfrm>
                  <a:off x="3631019" y="2966483"/>
                  <a:ext cx="288000" cy="288000"/>
                </a:xfrm>
                <a:prstGeom prst="arc">
                  <a:avLst>
                    <a:gd name="adj1" fmla="val 10671135"/>
                    <a:gd name="adj2" fmla="val 0"/>
                  </a:avLst>
                </a:prstGeom>
                <a:noFill/>
                <a:ln w="19050">
                  <a:solidFill>
                    <a:srgbClr val="FFC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FR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cxnSp>
              <p:nvCxnSpPr>
                <p:cNvPr id="8" name="Connecteur droit 7">
                  <a:extLst>
                    <a:ext uri="{FF2B5EF4-FFF2-40B4-BE49-F238E27FC236}">
                      <a16:creationId xmlns:a16="http://schemas.microsoft.com/office/drawing/2014/main" id="{3AD19322-ED43-49B9-8142-19BB522CF02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8100000" flipV="1">
                  <a:off x="2977194" y="3389934"/>
                  <a:ext cx="1323247" cy="1323247"/>
                </a:xfrm>
                <a:prstGeom prst="line">
                  <a:avLst/>
                </a:prstGeom>
                <a:noFill/>
                <a:ln w="19050">
                  <a:solidFill>
                    <a:srgbClr val="FFC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</p:grpSp>
          <p:cxnSp>
            <p:nvCxnSpPr>
              <p:cNvPr id="6" name="Connecteur droit 5">
                <a:extLst>
                  <a:ext uri="{FF2B5EF4-FFF2-40B4-BE49-F238E27FC236}">
                    <a16:creationId xmlns:a16="http://schemas.microsoft.com/office/drawing/2014/main" id="{ED42E5F3-EBBF-4087-9D01-B58AA52E867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780342" y="2472069"/>
                <a:ext cx="0" cy="494414"/>
              </a:xfrm>
              <a:prstGeom prst="line">
                <a:avLst/>
              </a:prstGeom>
              <a:noFill/>
              <a:ln w="1905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9" name="Forme libre : forme 8">
              <a:extLst>
                <a:ext uri="{FF2B5EF4-FFF2-40B4-BE49-F238E27FC236}">
                  <a16:creationId xmlns:a16="http://schemas.microsoft.com/office/drawing/2014/main" id="{8FA039F8-A007-4773-9933-5F8B090CF15E}"/>
                </a:ext>
              </a:extLst>
            </p:cNvPr>
            <p:cNvSpPr/>
            <p:nvPr/>
          </p:nvSpPr>
          <p:spPr>
            <a:xfrm>
              <a:off x="931760" y="5009186"/>
              <a:ext cx="254643" cy="94628"/>
            </a:xfrm>
            <a:custGeom>
              <a:avLst/>
              <a:gdLst>
                <a:gd name="connsiteX0" fmla="*/ 0 w 254643"/>
                <a:gd name="connsiteY0" fmla="*/ 0 h 140389"/>
                <a:gd name="connsiteX1" fmla="*/ 92598 w 254643"/>
                <a:gd name="connsiteY1" fmla="*/ 138897 h 140389"/>
                <a:gd name="connsiteX2" fmla="*/ 138897 w 254643"/>
                <a:gd name="connsiteY2" fmla="*/ 75236 h 140389"/>
                <a:gd name="connsiteX3" fmla="*/ 202557 w 254643"/>
                <a:gd name="connsiteY3" fmla="*/ 104173 h 140389"/>
                <a:gd name="connsiteX4" fmla="*/ 254643 w 254643"/>
                <a:gd name="connsiteY4" fmla="*/ 5788 h 1403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4643" h="140389">
                  <a:moveTo>
                    <a:pt x="0" y="0"/>
                  </a:moveTo>
                  <a:cubicBezTo>
                    <a:pt x="34724" y="63179"/>
                    <a:pt x="69448" y="126358"/>
                    <a:pt x="92598" y="138897"/>
                  </a:cubicBezTo>
                  <a:cubicBezTo>
                    <a:pt x="115748" y="151436"/>
                    <a:pt x="120571" y="81023"/>
                    <a:pt x="138897" y="75236"/>
                  </a:cubicBezTo>
                  <a:cubicBezTo>
                    <a:pt x="157223" y="69449"/>
                    <a:pt x="183266" y="115748"/>
                    <a:pt x="202557" y="104173"/>
                  </a:cubicBezTo>
                  <a:cubicBezTo>
                    <a:pt x="221848" y="92598"/>
                    <a:pt x="238245" y="49193"/>
                    <a:pt x="254643" y="5788"/>
                  </a:cubicBezTo>
                </a:path>
              </a:pathLst>
            </a:cu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" name="Ellipse 9">
              <a:extLst>
                <a:ext uri="{FF2B5EF4-FFF2-40B4-BE49-F238E27FC236}">
                  <a16:creationId xmlns:a16="http://schemas.microsoft.com/office/drawing/2014/main" id="{6032AC7D-3A37-4BC4-B97E-8AC753CFA461}"/>
                </a:ext>
              </a:extLst>
            </p:cNvPr>
            <p:cNvSpPr/>
            <p:nvPr/>
          </p:nvSpPr>
          <p:spPr>
            <a:xfrm>
              <a:off x="987543" y="4799935"/>
              <a:ext cx="144000" cy="144000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DDB4BA1A-8F1C-413A-872B-B08F7F5D9627}"/>
                </a:ext>
              </a:extLst>
            </p:cNvPr>
            <p:cNvCxnSpPr>
              <a:cxnSpLocks/>
              <a:stCxn id="10" idx="4"/>
            </p:cNvCxnSpPr>
            <p:nvPr/>
          </p:nvCxnSpPr>
          <p:spPr>
            <a:xfrm>
              <a:off x="1059543" y="4943935"/>
              <a:ext cx="0" cy="59870"/>
            </a:xfrm>
            <a:prstGeom prst="lin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" name="Connecteur droit 11">
              <a:extLst>
                <a:ext uri="{FF2B5EF4-FFF2-40B4-BE49-F238E27FC236}">
                  <a16:creationId xmlns:a16="http://schemas.microsoft.com/office/drawing/2014/main" id="{1227F42E-7FCC-450B-AAB2-03C07D1116C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59082" y="4862495"/>
              <a:ext cx="0" cy="288000"/>
            </a:xfrm>
            <a:prstGeom prst="lin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Connecteur droit 12">
              <a:extLst>
                <a:ext uri="{FF2B5EF4-FFF2-40B4-BE49-F238E27FC236}">
                  <a16:creationId xmlns:a16="http://schemas.microsoft.com/office/drawing/2014/main" id="{F4A3CDC2-2CF5-42EA-9CFB-9D34FEFC0D9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31543" y="4871935"/>
              <a:ext cx="1560269" cy="0"/>
            </a:xfrm>
            <a:prstGeom prst="line">
              <a:avLst/>
            </a:prstGeom>
            <a:noFill/>
            <a:ln w="19050">
              <a:solidFill>
                <a:srgbClr val="FFC000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ZoneTexte 13">
                  <a:extLst>
                    <a:ext uri="{FF2B5EF4-FFF2-40B4-BE49-F238E27FC236}">
                      <a16:creationId xmlns:a16="http://schemas.microsoft.com/office/drawing/2014/main" id="{9C98817C-9EB3-4877-80CA-8239FAA37D82}"/>
                    </a:ext>
                  </a:extLst>
                </p:cNvPr>
                <p:cNvSpPr txBox="1"/>
                <p:nvPr/>
              </p:nvSpPr>
              <p:spPr>
                <a:xfrm>
                  <a:off x="740286" y="4789204"/>
                  <a:ext cx="134524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fr-FR" sz="12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𝐴</m:t>
                        </m:r>
                      </m:oMath>
                    </m:oMathPara>
                  </a14:m>
                  <a:endParaRPr kumimoji="0" lang="fr-FR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14" name="ZoneTexte 13">
                  <a:extLst>
                    <a:ext uri="{FF2B5EF4-FFF2-40B4-BE49-F238E27FC236}">
                      <a16:creationId xmlns:a16="http://schemas.microsoft.com/office/drawing/2014/main" id="{9C98817C-9EB3-4877-80CA-8239FAA37D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0286" y="4789204"/>
                  <a:ext cx="134524" cy="184666"/>
                </a:xfrm>
                <a:prstGeom prst="rect">
                  <a:avLst/>
                </a:prstGeom>
                <a:blipFill>
                  <a:blip r:embed="rId8"/>
                  <a:stretch>
                    <a:fillRect l="-27273" r="-27273" b="-322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" name="Connecteur droit 14">
              <a:extLst>
                <a:ext uri="{FF2B5EF4-FFF2-40B4-BE49-F238E27FC236}">
                  <a16:creationId xmlns:a16="http://schemas.microsoft.com/office/drawing/2014/main" id="{08CE0A27-3396-4054-96E4-27B8248794A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26354" y="4189461"/>
              <a:ext cx="610252" cy="600724"/>
            </a:xfrm>
            <a:prstGeom prst="line">
              <a:avLst/>
            </a:prstGeom>
            <a:noFill/>
            <a:ln w="9525">
              <a:solidFill>
                <a:srgbClr val="FFC000"/>
              </a:solidFill>
              <a:tailEnd type="stealth" w="med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6" name="Ellipse 15">
              <a:extLst>
                <a:ext uri="{FF2B5EF4-FFF2-40B4-BE49-F238E27FC236}">
                  <a16:creationId xmlns:a16="http://schemas.microsoft.com/office/drawing/2014/main" id="{9BD752BD-2FAC-4070-93C7-41431DA52ECD}"/>
                </a:ext>
              </a:extLst>
            </p:cNvPr>
            <p:cNvSpPr/>
            <p:nvPr/>
          </p:nvSpPr>
          <p:spPr>
            <a:xfrm>
              <a:off x="1806125" y="4334346"/>
              <a:ext cx="225543" cy="225543"/>
            </a:xfrm>
            <a:prstGeom prst="ellipse">
              <a:avLst/>
            </a:prstGeom>
            <a:noFill/>
            <a:ln w="19050"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FFC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1</a:t>
              </a:r>
              <a:endParaRPr kumimoji="0" lang="fr-FR" sz="18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ZoneTexte 16">
                  <a:extLst>
                    <a:ext uri="{FF2B5EF4-FFF2-40B4-BE49-F238E27FC236}">
                      <a16:creationId xmlns:a16="http://schemas.microsoft.com/office/drawing/2014/main" id="{D0C85A7F-D2D0-44BE-893C-DD1E97FDD47F}"/>
                    </a:ext>
                  </a:extLst>
                </p:cNvPr>
                <p:cNvSpPr txBox="1"/>
                <p:nvPr/>
              </p:nvSpPr>
              <p:spPr>
                <a:xfrm>
                  <a:off x="1491848" y="4059447"/>
                  <a:ext cx="184088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kumimoji="0" lang="fr-FR" sz="12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kumimoji="0" lang="fr-FR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Pr>
                              <m:e>
                                <m:r>
                                  <a:rPr kumimoji="0" lang="fr-FR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0" lang="fr-FR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kumimoji="0" lang="fr-FR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17" name="ZoneTexte 16">
                  <a:extLst>
                    <a:ext uri="{FF2B5EF4-FFF2-40B4-BE49-F238E27FC236}">
                      <a16:creationId xmlns:a16="http://schemas.microsoft.com/office/drawing/2014/main" id="{D0C85A7F-D2D0-44BE-893C-DD1E97FDD47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91848" y="4059447"/>
                  <a:ext cx="184088" cy="184666"/>
                </a:xfrm>
                <a:prstGeom prst="rect">
                  <a:avLst/>
                </a:prstGeom>
                <a:blipFill>
                  <a:blip r:embed="rId9"/>
                  <a:stretch>
                    <a:fillRect l="-13333" r="-3333" b="-13333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47BAA44B-90FA-4EBD-AC2A-6E0B05336A6F}"/>
                </a:ext>
              </a:extLst>
            </p:cNvPr>
            <p:cNvSpPr/>
            <p:nvPr/>
          </p:nvSpPr>
          <p:spPr>
            <a:xfrm>
              <a:off x="773613" y="4525205"/>
              <a:ext cx="225543" cy="225543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0</a:t>
              </a:r>
              <a:endParaRPr kumimoji="0" lang="fr-FR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0" name="Ellipse 19">
              <a:extLst>
                <a:ext uri="{FF2B5EF4-FFF2-40B4-BE49-F238E27FC236}">
                  <a16:creationId xmlns:a16="http://schemas.microsoft.com/office/drawing/2014/main" id="{9F57CEB1-7116-46E4-A26F-F19F49996E10}"/>
                </a:ext>
              </a:extLst>
            </p:cNvPr>
            <p:cNvSpPr/>
            <p:nvPr/>
          </p:nvSpPr>
          <p:spPr>
            <a:xfrm>
              <a:off x="2492716" y="3460613"/>
              <a:ext cx="199096" cy="199096"/>
            </a:xfrm>
            <a:prstGeom prst="ellipse">
              <a:avLst/>
            </a:prstGeom>
            <a:solidFill>
              <a:schemeClr val="accent2"/>
            </a:solidFill>
            <a:ln w="3810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" name="Ellipse 20">
              <a:extLst>
                <a:ext uri="{FF2B5EF4-FFF2-40B4-BE49-F238E27FC236}">
                  <a16:creationId xmlns:a16="http://schemas.microsoft.com/office/drawing/2014/main" id="{7A9324EA-B7A9-4C97-B7E9-800F3F3C7815}"/>
                </a:ext>
              </a:extLst>
            </p:cNvPr>
            <p:cNvSpPr/>
            <p:nvPr/>
          </p:nvSpPr>
          <p:spPr>
            <a:xfrm>
              <a:off x="2331795" y="3727298"/>
              <a:ext cx="89217" cy="89217"/>
            </a:xfrm>
            <a:prstGeom prst="ellipse">
              <a:avLst/>
            </a:prstGeom>
            <a:solidFill>
              <a:schemeClr val="accent2"/>
            </a:solidFill>
            <a:ln w="3810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5" name="Connecteur droit avec flèche 24">
              <a:extLst>
                <a:ext uri="{FF2B5EF4-FFF2-40B4-BE49-F238E27FC236}">
                  <a16:creationId xmlns:a16="http://schemas.microsoft.com/office/drawing/2014/main" id="{7C8392EA-20D2-4BFF-AA6B-3B02A482FCD0}"/>
                </a:ext>
              </a:extLst>
            </p:cNvPr>
            <p:cNvCxnSpPr>
              <a:cxnSpLocks/>
            </p:cNvCxnSpPr>
            <p:nvPr/>
          </p:nvCxnSpPr>
          <p:spPr>
            <a:xfrm>
              <a:off x="2594985" y="3666122"/>
              <a:ext cx="0" cy="621836"/>
            </a:xfrm>
            <a:prstGeom prst="straightConnector1">
              <a:avLst/>
            </a:prstGeom>
            <a:ln w="38100">
              <a:solidFill>
                <a:srgbClr val="C00000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eur droit avec flèche 25">
              <a:extLst>
                <a:ext uri="{FF2B5EF4-FFF2-40B4-BE49-F238E27FC236}">
                  <a16:creationId xmlns:a16="http://schemas.microsoft.com/office/drawing/2014/main" id="{7BC92A14-65E0-4AE1-9100-81FB194DD0D9}"/>
                </a:ext>
              </a:extLst>
            </p:cNvPr>
            <p:cNvCxnSpPr>
              <a:cxnSpLocks/>
            </p:cNvCxnSpPr>
            <p:nvPr/>
          </p:nvCxnSpPr>
          <p:spPr>
            <a:xfrm>
              <a:off x="2366154" y="3837622"/>
              <a:ext cx="0" cy="351839"/>
            </a:xfrm>
            <a:prstGeom prst="straightConnector1">
              <a:avLst/>
            </a:prstGeom>
            <a:ln w="38100">
              <a:solidFill>
                <a:srgbClr val="C00000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Arc 46">
              <a:extLst>
                <a:ext uri="{FF2B5EF4-FFF2-40B4-BE49-F238E27FC236}">
                  <a16:creationId xmlns:a16="http://schemas.microsoft.com/office/drawing/2014/main" id="{311BE4B0-029D-43A1-99B7-578BCE561C27}"/>
                </a:ext>
              </a:extLst>
            </p:cNvPr>
            <p:cNvSpPr/>
            <p:nvPr/>
          </p:nvSpPr>
          <p:spPr>
            <a:xfrm rot="13500000">
              <a:off x="884187" y="4662418"/>
              <a:ext cx="388584" cy="388584"/>
            </a:xfrm>
            <a:prstGeom prst="arc">
              <a:avLst>
                <a:gd name="adj1" fmla="val 10671135"/>
                <a:gd name="adj2" fmla="val 0"/>
              </a:avLst>
            </a:prstGeom>
            <a:ln w="38100">
              <a:solidFill>
                <a:srgbClr val="C00000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ZoneTexte 65">
                  <a:extLst>
                    <a:ext uri="{FF2B5EF4-FFF2-40B4-BE49-F238E27FC236}">
                      <a16:creationId xmlns:a16="http://schemas.microsoft.com/office/drawing/2014/main" id="{3A97950B-84F8-4DD6-B142-4080708B4364}"/>
                    </a:ext>
                  </a:extLst>
                </p:cNvPr>
                <p:cNvSpPr txBox="1"/>
                <p:nvPr/>
              </p:nvSpPr>
              <p:spPr>
                <a:xfrm>
                  <a:off x="2217246" y="3496933"/>
                  <a:ext cx="213328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fr-FR" sz="12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fr-FR" sz="12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𝐺</m:t>
                            </m:r>
                          </m:e>
                          <m:sub>
                            <m:r>
                              <a:rPr kumimoji="0" lang="fr-FR" sz="12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𝐵</m:t>
                            </m:r>
                          </m:sub>
                        </m:sSub>
                      </m:oMath>
                    </m:oMathPara>
                  </a14:m>
                  <a:endParaRPr kumimoji="0" lang="fr-FR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66" name="ZoneTexte 65">
                  <a:extLst>
                    <a:ext uri="{FF2B5EF4-FFF2-40B4-BE49-F238E27FC236}">
                      <a16:creationId xmlns:a16="http://schemas.microsoft.com/office/drawing/2014/main" id="{3A97950B-84F8-4DD6-B142-4080708B436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7246" y="3496933"/>
                  <a:ext cx="213328" cy="184666"/>
                </a:xfrm>
                <a:prstGeom prst="rect">
                  <a:avLst/>
                </a:prstGeom>
                <a:blipFill>
                  <a:blip r:embed="rId10"/>
                  <a:stretch>
                    <a:fillRect l="-17143" r="-2857" b="-967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ZoneTexte 66">
                  <a:extLst>
                    <a:ext uri="{FF2B5EF4-FFF2-40B4-BE49-F238E27FC236}">
                      <a16:creationId xmlns:a16="http://schemas.microsoft.com/office/drawing/2014/main" id="{C8D08307-30E2-4C01-ABFF-19B8856BD45A}"/>
                    </a:ext>
                  </a:extLst>
                </p:cNvPr>
                <p:cNvSpPr txBox="1"/>
                <p:nvPr/>
              </p:nvSpPr>
              <p:spPr>
                <a:xfrm>
                  <a:off x="2440060" y="3168660"/>
                  <a:ext cx="240450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fr-FR" sz="12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fr-FR" sz="12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𝐺</m:t>
                            </m:r>
                          </m:e>
                          <m:sub>
                            <m:r>
                              <a:rPr kumimoji="0" lang="fr-FR" sz="12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𝑀</m:t>
                            </m:r>
                          </m:sub>
                        </m:sSub>
                      </m:oMath>
                    </m:oMathPara>
                  </a14:m>
                  <a:endParaRPr kumimoji="0" lang="fr-FR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67" name="ZoneTexte 66">
                  <a:extLst>
                    <a:ext uri="{FF2B5EF4-FFF2-40B4-BE49-F238E27FC236}">
                      <a16:creationId xmlns:a16="http://schemas.microsoft.com/office/drawing/2014/main" id="{C8D08307-30E2-4C01-ABFF-19B8856BD4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40060" y="3168660"/>
                  <a:ext cx="240450" cy="184666"/>
                </a:xfrm>
                <a:prstGeom prst="rect">
                  <a:avLst/>
                </a:prstGeom>
                <a:blipFill>
                  <a:blip r:embed="rId11"/>
                  <a:stretch>
                    <a:fillRect l="-15000" b="-13333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ZoneTexte 40">
                  <a:extLst>
                    <a:ext uri="{FF2B5EF4-FFF2-40B4-BE49-F238E27FC236}">
                      <a16:creationId xmlns:a16="http://schemas.microsoft.com/office/drawing/2014/main" id="{5A46F57F-C963-933C-CB45-59BFD1A54E3A}"/>
                    </a:ext>
                  </a:extLst>
                </p:cNvPr>
                <p:cNvSpPr txBox="1"/>
                <p:nvPr/>
              </p:nvSpPr>
              <p:spPr>
                <a:xfrm>
                  <a:off x="2881633" y="2833291"/>
                  <a:ext cx="207749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fr-FR" sz="12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fr-FR" sz="12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𝐺</m:t>
                            </m:r>
                          </m:e>
                          <m:sub>
                            <m:r>
                              <a:rPr kumimoji="0" lang="fr-FR" sz="12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𝐹</m:t>
                            </m:r>
                          </m:sub>
                        </m:sSub>
                      </m:oMath>
                    </m:oMathPara>
                  </a14:m>
                  <a:endParaRPr kumimoji="0" lang="fr-FR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41" name="ZoneTexte 40">
                  <a:extLst>
                    <a:ext uri="{FF2B5EF4-FFF2-40B4-BE49-F238E27FC236}">
                      <a16:creationId xmlns:a16="http://schemas.microsoft.com/office/drawing/2014/main" id="{5A46F57F-C963-933C-CB45-59BFD1A54E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81633" y="2833291"/>
                  <a:ext cx="207749" cy="184666"/>
                </a:xfrm>
                <a:prstGeom prst="rect">
                  <a:avLst/>
                </a:prstGeom>
                <a:blipFill>
                  <a:blip r:embed="rId12"/>
                  <a:stretch>
                    <a:fillRect l="-17647" r="-2941" b="-13333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4" name="Ellipse 23">
              <a:extLst>
                <a:ext uri="{FF2B5EF4-FFF2-40B4-BE49-F238E27FC236}">
                  <a16:creationId xmlns:a16="http://schemas.microsoft.com/office/drawing/2014/main" id="{CC51D85B-73C6-2B2A-0AAB-D1AEC33BE629}"/>
                </a:ext>
              </a:extLst>
            </p:cNvPr>
            <p:cNvSpPr/>
            <p:nvPr/>
          </p:nvSpPr>
          <p:spPr>
            <a:xfrm>
              <a:off x="2890286" y="3024059"/>
              <a:ext cx="199096" cy="199096"/>
            </a:xfrm>
            <a:prstGeom prst="ellipse">
              <a:avLst/>
            </a:prstGeom>
            <a:solidFill>
              <a:schemeClr val="accent2"/>
            </a:solidFill>
            <a:ln w="3810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38" name="Groupe 37">
            <a:extLst>
              <a:ext uri="{FF2B5EF4-FFF2-40B4-BE49-F238E27FC236}">
                <a16:creationId xmlns:a16="http://schemas.microsoft.com/office/drawing/2014/main" id="{1BF14533-FFBD-35A4-B09B-1945958232CD}"/>
              </a:ext>
            </a:extLst>
          </p:cNvPr>
          <p:cNvGrpSpPr/>
          <p:nvPr/>
        </p:nvGrpSpPr>
        <p:grpSpPr>
          <a:xfrm>
            <a:off x="3241830" y="2382525"/>
            <a:ext cx="2274342" cy="2013676"/>
            <a:chOff x="1871449" y="4044107"/>
            <a:chExt cx="2274342" cy="2013676"/>
          </a:xfrm>
        </p:grpSpPr>
        <p:cxnSp>
          <p:nvCxnSpPr>
            <p:cNvPr id="76" name="Connecteur droit 75">
              <a:extLst>
                <a:ext uri="{FF2B5EF4-FFF2-40B4-BE49-F238E27FC236}">
                  <a16:creationId xmlns:a16="http://schemas.microsoft.com/office/drawing/2014/main" id="{796FF1CE-9C2D-463D-86C3-D6503BF7F436}"/>
                </a:ext>
              </a:extLst>
            </p:cNvPr>
            <p:cNvCxnSpPr>
              <a:cxnSpLocks/>
              <a:stCxn id="70" idx="7"/>
              <a:endCxn id="69" idx="3"/>
            </p:cNvCxnSpPr>
            <p:nvPr/>
          </p:nvCxnSpPr>
          <p:spPr>
            <a:xfrm flipH="1">
              <a:off x="1935708" y="4950140"/>
              <a:ext cx="1065201" cy="914734"/>
            </a:xfrm>
            <a:prstGeom prst="lin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69" name="Ellipse 68">
              <a:extLst>
                <a:ext uri="{FF2B5EF4-FFF2-40B4-BE49-F238E27FC236}">
                  <a16:creationId xmlns:a16="http://schemas.microsoft.com/office/drawing/2014/main" id="{EC73B7E8-9435-4C9E-9E75-98A4C6CBAF35}"/>
                </a:ext>
              </a:extLst>
            </p:cNvPr>
            <p:cNvSpPr/>
            <p:nvPr/>
          </p:nvSpPr>
          <p:spPr>
            <a:xfrm>
              <a:off x="1902678" y="5672361"/>
              <a:ext cx="225543" cy="225543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0</a:t>
              </a:r>
              <a:endParaRPr kumimoji="0" lang="fr-FR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0" name="Ellipse 69">
              <a:extLst>
                <a:ext uri="{FF2B5EF4-FFF2-40B4-BE49-F238E27FC236}">
                  <a16:creationId xmlns:a16="http://schemas.microsoft.com/office/drawing/2014/main" id="{1690BC6D-74DF-49C4-B2C9-74D33C026CF8}"/>
                </a:ext>
              </a:extLst>
            </p:cNvPr>
            <p:cNvSpPr/>
            <p:nvPr/>
          </p:nvSpPr>
          <p:spPr>
            <a:xfrm>
              <a:off x="2808396" y="4917110"/>
              <a:ext cx="225543" cy="225543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FFC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1</a:t>
              </a:r>
              <a:endParaRPr kumimoji="0" lang="fr-FR" sz="18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72" name="Groupe 71">
              <a:extLst>
                <a:ext uri="{FF2B5EF4-FFF2-40B4-BE49-F238E27FC236}">
                  <a16:creationId xmlns:a16="http://schemas.microsoft.com/office/drawing/2014/main" id="{8C3225EE-5354-499A-A849-CE5F1E76C3CF}"/>
                </a:ext>
              </a:extLst>
            </p:cNvPr>
            <p:cNvGrpSpPr/>
            <p:nvPr/>
          </p:nvGrpSpPr>
          <p:grpSpPr>
            <a:xfrm>
              <a:off x="1871449" y="5897904"/>
              <a:ext cx="288000" cy="159879"/>
              <a:chOff x="5951539" y="3653979"/>
              <a:chExt cx="288000" cy="159879"/>
            </a:xfrm>
          </p:grpSpPr>
          <p:sp>
            <p:nvSpPr>
              <p:cNvPr id="73" name="Forme libre : forme 72">
                <a:extLst>
                  <a:ext uri="{FF2B5EF4-FFF2-40B4-BE49-F238E27FC236}">
                    <a16:creationId xmlns:a16="http://schemas.microsoft.com/office/drawing/2014/main" id="{2337484C-D25E-4A4A-B39E-E6F4DC589306}"/>
                  </a:ext>
                </a:extLst>
              </p:cNvPr>
              <p:cNvSpPr/>
              <p:nvPr/>
            </p:nvSpPr>
            <p:spPr>
              <a:xfrm>
                <a:off x="5968217" y="3719230"/>
                <a:ext cx="254643" cy="94628"/>
              </a:xfrm>
              <a:custGeom>
                <a:avLst/>
                <a:gdLst>
                  <a:gd name="connsiteX0" fmla="*/ 0 w 254643"/>
                  <a:gd name="connsiteY0" fmla="*/ 0 h 140389"/>
                  <a:gd name="connsiteX1" fmla="*/ 92598 w 254643"/>
                  <a:gd name="connsiteY1" fmla="*/ 138897 h 140389"/>
                  <a:gd name="connsiteX2" fmla="*/ 138897 w 254643"/>
                  <a:gd name="connsiteY2" fmla="*/ 75236 h 140389"/>
                  <a:gd name="connsiteX3" fmla="*/ 202557 w 254643"/>
                  <a:gd name="connsiteY3" fmla="*/ 104173 h 140389"/>
                  <a:gd name="connsiteX4" fmla="*/ 254643 w 254643"/>
                  <a:gd name="connsiteY4" fmla="*/ 5788 h 1403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54643" h="140389">
                    <a:moveTo>
                      <a:pt x="0" y="0"/>
                    </a:moveTo>
                    <a:cubicBezTo>
                      <a:pt x="34724" y="63179"/>
                      <a:pt x="69448" y="126358"/>
                      <a:pt x="92598" y="138897"/>
                    </a:cubicBezTo>
                    <a:cubicBezTo>
                      <a:pt x="115748" y="151436"/>
                      <a:pt x="120571" y="81023"/>
                      <a:pt x="138897" y="75236"/>
                    </a:cubicBezTo>
                    <a:cubicBezTo>
                      <a:pt x="157223" y="69449"/>
                      <a:pt x="183266" y="115748"/>
                      <a:pt x="202557" y="104173"/>
                    </a:cubicBezTo>
                    <a:cubicBezTo>
                      <a:pt x="221848" y="92598"/>
                      <a:pt x="238245" y="49193"/>
                      <a:pt x="254643" y="5788"/>
                    </a:cubicBezTo>
                  </a:path>
                </a:pathLst>
              </a:custGeom>
              <a:solidFill>
                <a:schemeClr val="bg2">
                  <a:lumMod val="9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r-FR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74" name="Connecteur droit 73">
                <a:extLst>
                  <a:ext uri="{FF2B5EF4-FFF2-40B4-BE49-F238E27FC236}">
                    <a16:creationId xmlns:a16="http://schemas.microsoft.com/office/drawing/2014/main" id="{3000810D-1DC3-43D1-B68E-26082971866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96000" y="3653979"/>
                <a:ext cx="0" cy="5987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5" name="Connecteur droit 74">
                <a:extLst>
                  <a:ext uri="{FF2B5EF4-FFF2-40B4-BE49-F238E27FC236}">
                    <a16:creationId xmlns:a16="http://schemas.microsoft.com/office/drawing/2014/main" id="{9FA3A4DC-FAE2-4C95-AD90-73B3BAAD1DC0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6095539" y="3572539"/>
                <a:ext cx="0" cy="28800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32" name="Éclair 31">
              <a:extLst>
                <a:ext uri="{FF2B5EF4-FFF2-40B4-BE49-F238E27FC236}">
                  <a16:creationId xmlns:a16="http://schemas.microsoft.com/office/drawing/2014/main" id="{3BE1E9CD-C832-E3D3-CA2F-8F95E6F6024E}"/>
                </a:ext>
              </a:extLst>
            </p:cNvPr>
            <p:cNvSpPr/>
            <p:nvPr/>
          </p:nvSpPr>
          <p:spPr>
            <a:xfrm flipH="1">
              <a:off x="3033939" y="4287969"/>
              <a:ext cx="349603" cy="549540"/>
            </a:xfrm>
            <a:prstGeom prst="lightningBol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905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3" name="ZoneTexte 32">
              <a:extLst>
                <a:ext uri="{FF2B5EF4-FFF2-40B4-BE49-F238E27FC236}">
                  <a16:creationId xmlns:a16="http://schemas.microsoft.com/office/drawing/2014/main" id="{868DBBFE-9D50-8AA2-0C4C-09F5CECA5164}"/>
                </a:ext>
              </a:extLst>
            </p:cNvPr>
            <p:cNvSpPr txBox="1"/>
            <p:nvPr/>
          </p:nvSpPr>
          <p:spPr>
            <a:xfrm>
              <a:off x="3410782" y="4044107"/>
              <a:ext cx="735009" cy="215444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Pesanteur</a:t>
              </a:r>
            </a:p>
          </p:txBody>
        </p:sp>
        <p:sp>
          <p:nvSpPr>
            <p:cNvPr id="34" name="Éclair 33">
              <a:extLst>
                <a:ext uri="{FF2B5EF4-FFF2-40B4-BE49-F238E27FC236}">
                  <a16:creationId xmlns:a16="http://schemas.microsoft.com/office/drawing/2014/main" id="{25AEAD33-5764-EBE6-120B-C219DCD3C4AF}"/>
                </a:ext>
              </a:extLst>
            </p:cNvPr>
            <p:cNvSpPr/>
            <p:nvPr/>
          </p:nvSpPr>
          <p:spPr>
            <a:xfrm rot="2700000" flipH="1">
              <a:off x="2320032" y="5661176"/>
              <a:ext cx="245809" cy="247912"/>
            </a:xfrm>
            <a:prstGeom prst="lightningBol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905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ZoneTexte 34">
                  <a:extLst>
                    <a:ext uri="{FF2B5EF4-FFF2-40B4-BE49-F238E27FC236}">
                      <a16:creationId xmlns:a16="http://schemas.microsoft.com/office/drawing/2014/main" id="{FD9DB9FD-1FAF-B507-8F96-D857CC5E9358}"/>
                    </a:ext>
                  </a:extLst>
                </p:cNvPr>
                <p:cNvSpPr txBox="1"/>
                <p:nvPr/>
              </p:nvSpPr>
              <p:spPr>
                <a:xfrm>
                  <a:off x="2692337" y="5700078"/>
                  <a:ext cx="403124" cy="24301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fr-FR" sz="1400" b="0" i="1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−</m:t>
                        </m:r>
                        <m:acc>
                          <m:accPr>
                            <m:chr m:val="⃗"/>
                            <m:ctrlPr>
                              <a:rPr kumimoji="0" lang="fr-FR" sz="1400" b="0" i="1" u="none" strike="noStrike" kern="1200" cap="none" spc="0" normalizeH="0" baseline="0" noProof="0" dirty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kumimoji="0" lang="fr-FR" sz="1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Pr>
                              <m:e>
                                <m:r>
                                  <a:rPr kumimoji="0" lang="fr-FR" sz="1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kumimoji="0" lang="fr-FR" sz="1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𝑚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kumimoji="0" lang="fr-FR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35" name="ZoneTexte 34">
                  <a:extLst>
                    <a:ext uri="{FF2B5EF4-FFF2-40B4-BE49-F238E27FC236}">
                      <a16:creationId xmlns:a16="http://schemas.microsoft.com/office/drawing/2014/main" id="{FD9DB9FD-1FAF-B507-8F96-D857CC5E93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92337" y="5700078"/>
                  <a:ext cx="403124" cy="243015"/>
                </a:xfrm>
                <a:prstGeom prst="rect">
                  <a:avLst/>
                </a:prstGeom>
                <a:blipFill>
                  <a:blip r:embed="rId13"/>
                  <a:stretch>
                    <a:fillRect l="-2985" b="-10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ZoneTexte 35">
                  <a:extLst>
                    <a:ext uri="{FF2B5EF4-FFF2-40B4-BE49-F238E27FC236}">
                      <a16:creationId xmlns:a16="http://schemas.microsoft.com/office/drawing/2014/main" id="{AB6794E0-A04E-A948-A25E-169649308248}"/>
                    </a:ext>
                  </a:extLst>
                </p:cNvPr>
                <p:cNvSpPr txBox="1"/>
                <p:nvPr/>
              </p:nvSpPr>
              <p:spPr>
                <a:xfrm>
                  <a:off x="3000681" y="5273426"/>
                  <a:ext cx="318164" cy="24301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fr-FR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+</a:t>
                  </a:r>
                  <a14:m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kumimoji="0" lang="fr-FR" sz="1400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kumimoji="0" lang="fr-FR" sz="14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fr-FR" sz="14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𝐶</m:t>
                              </m:r>
                            </m:e>
                            <m:sub>
                              <m:r>
                                <a:rPr kumimoji="0" lang="fr-FR" sz="14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𝑚</m:t>
                              </m:r>
                            </m:sub>
                          </m:sSub>
                        </m:e>
                      </m:acc>
                    </m:oMath>
                  </a14:m>
                  <a:endParaRPr kumimoji="0" lang="fr-FR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36" name="ZoneTexte 35">
                  <a:extLst>
                    <a:ext uri="{FF2B5EF4-FFF2-40B4-BE49-F238E27FC236}">
                      <a16:creationId xmlns:a16="http://schemas.microsoft.com/office/drawing/2014/main" id="{AB6794E0-A04E-A948-A25E-1696493082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00681" y="5273426"/>
                  <a:ext cx="318164" cy="243015"/>
                </a:xfrm>
                <a:prstGeom prst="rect">
                  <a:avLst/>
                </a:prstGeom>
                <a:blipFill>
                  <a:blip r:embed="rId14"/>
                  <a:stretch>
                    <a:fillRect l="-34615" t="-10000" r="-5769" b="-45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Éclair 36">
              <a:extLst>
                <a:ext uri="{FF2B5EF4-FFF2-40B4-BE49-F238E27FC236}">
                  <a16:creationId xmlns:a16="http://schemas.microsoft.com/office/drawing/2014/main" id="{50064332-C4A1-1EA1-CC73-B17FBA285A32}"/>
                </a:ext>
              </a:extLst>
            </p:cNvPr>
            <p:cNvSpPr/>
            <p:nvPr/>
          </p:nvSpPr>
          <p:spPr>
            <a:xfrm rot="8100000" flipH="1">
              <a:off x="2736479" y="5275935"/>
              <a:ext cx="245809" cy="247912"/>
            </a:xfrm>
            <a:prstGeom prst="lightningBol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905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40" name="Connecteur droit avec flèche 39">
            <a:extLst>
              <a:ext uri="{FF2B5EF4-FFF2-40B4-BE49-F238E27FC236}">
                <a16:creationId xmlns:a16="http://schemas.microsoft.com/office/drawing/2014/main" id="{BFAA8250-1733-E6D4-43D5-9D95D530E99F}"/>
              </a:ext>
            </a:extLst>
          </p:cNvPr>
          <p:cNvCxnSpPr>
            <a:cxnSpLocks/>
          </p:cNvCxnSpPr>
          <p:nvPr/>
        </p:nvCxnSpPr>
        <p:spPr>
          <a:xfrm flipH="1">
            <a:off x="2480888" y="2674875"/>
            <a:ext cx="0" cy="841147"/>
          </a:xfrm>
          <a:prstGeom prst="straightConnector1">
            <a:avLst/>
          </a:prstGeom>
          <a:ln w="38100">
            <a:solidFill>
              <a:srgbClr val="C00000"/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49482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6" name="Connecteur droit 75">
            <a:extLst>
              <a:ext uri="{FF2B5EF4-FFF2-40B4-BE49-F238E27FC236}">
                <a16:creationId xmlns:a16="http://schemas.microsoft.com/office/drawing/2014/main" id="{796FF1CE-9C2D-463D-86C3-D6503BF7F436}"/>
              </a:ext>
            </a:extLst>
          </p:cNvPr>
          <p:cNvCxnSpPr>
            <a:cxnSpLocks/>
            <a:stCxn id="70" idx="7"/>
            <a:endCxn id="69" idx="3"/>
          </p:cNvCxnSpPr>
          <p:nvPr/>
        </p:nvCxnSpPr>
        <p:spPr>
          <a:xfrm flipH="1">
            <a:off x="1935708" y="4950140"/>
            <a:ext cx="1065201" cy="914734"/>
          </a:xfrm>
          <a:prstGeom prst="lin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" name="Titre 1">
            <a:extLst>
              <a:ext uri="{FF2B5EF4-FFF2-40B4-BE49-F238E27FC236}">
                <a16:creationId xmlns:a16="http://schemas.microsoft.com/office/drawing/2014/main" id="{36F0BB4B-A344-479B-9ACF-6473524123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Problème 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280F93A6-1895-4342-AC73-EEB6D50CF48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73320" y="491756"/>
                <a:ext cx="6761135" cy="4351338"/>
              </a:xfrm>
            </p:spPr>
            <p:txBody>
              <a:bodyPr/>
              <a:lstStyle/>
              <a:p>
                <a:r>
                  <a:rPr lang="fr-FR" b="1" i="1" dirty="0"/>
                  <a:t>Paramétrage géométrique</a:t>
                </a:r>
                <a:endParaRPr lang="fr-FR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e>
                    </m:acc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acc>
                      <m:accPr>
                        <m:chr m:val="⃗"/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</m:oMath>
                </a14:m>
                <a:endParaRPr lang="fr-FR" dirty="0"/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𝑀</m:t>
                            </m:r>
                          </m:sub>
                        </m:sSub>
                      </m:e>
                    </m:acc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  <m:acc>
                      <m:accPr>
                        <m:chr m:val="⃗"/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</m:oMath>
                </a14:m>
                <a:endParaRPr lang="fr-FR" dirty="0"/>
              </a:p>
              <a:p>
                <a:r>
                  <a:rPr lang="fr-FR" b="1" i="1" dirty="0"/>
                  <a:t>Bilan des actions mécaniques</a:t>
                </a:r>
              </a:p>
              <a:p>
                <a:pPr lvl="1"/>
                <a:r>
                  <a:rPr lang="fr-FR" dirty="0"/>
                  <a:t>Pesanteur</a:t>
                </a:r>
              </a:p>
              <a:p>
                <a:pPr lvl="1"/>
                <a:r>
                  <a:rPr lang="fr-FR" dirty="0"/>
                  <a:t>Couple moteur </a:t>
                </a:r>
              </a:p>
              <a:p>
                <a:r>
                  <a:rPr lang="fr-FR" b="1" i="1" dirty="0"/>
                  <a:t>Théorème de la résultante statique</a:t>
                </a:r>
              </a:p>
              <a:p>
                <a:pPr lvl="1"/>
                <a:endParaRPr lang="fr-FR" b="1" i="1" dirty="0"/>
              </a:p>
              <a:p>
                <a:pPr lvl="1"/>
                <a:endParaRPr lang="fr-FR" b="1" i="1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280F93A6-1895-4342-AC73-EEB6D50CF48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73320" y="491756"/>
                <a:ext cx="6761135" cy="4351338"/>
              </a:xfrm>
              <a:blipFill>
                <a:blip r:embed="rId2"/>
                <a:stretch>
                  <a:fillRect l="-1623" t="-238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4" name="Groupe 63">
            <a:extLst>
              <a:ext uri="{FF2B5EF4-FFF2-40B4-BE49-F238E27FC236}">
                <a16:creationId xmlns:a16="http://schemas.microsoft.com/office/drawing/2014/main" id="{56044620-E2FA-41CE-8F45-4C52D6862909}"/>
              </a:ext>
            </a:extLst>
          </p:cNvPr>
          <p:cNvGrpSpPr/>
          <p:nvPr/>
        </p:nvGrpSpPr>
        <p:grpSpPr>
          <a:xfrm>
            <a:off x="-59733" y="1260433"/>
            <a:ext cx="1406382" cy="1408468"/>
            <a:chOff x="3409371" y="2550172"/>
            <a:chExt cx="1406382" cy="1408468"/>
          </a:xfrm>
        </p:grpSpPr>
        <p:grpSp>
          <p:nvGrpSpPr>
            <p:cNvPr id="50" name="Groupe 49">
              <a:extLst>
                <a:ext uri="{FF2B5EF4-FFF2-40B4-BE49-F238E27FC236}">
                  <a16:creationId xmlns:a16="http://schemas.microsoft.com/office/drawing/2014/main" id="{1C9B8457-5D3D-4E94-B705-8F0B7AC6D86C}"/>
                </a:ext>
              </a:extLst>
            </p:cNvPr>
            <p:cNvGrpSpPr/>
            <p:nvPr/>
          </p:nvGrpSpPr>
          <p:grpSpPr>
            <a:xfrm>
              <a:off x="3943586" y="2708964"/>
              <a:ext cx="722488" cy="722488"/>
              <a:chOff x="3943586" y="2708964"/>
              <a:chExt cx="722488" cy="722488"/>
            </a:xfrm>
          </p:grpSpPr>
          <p:cxnSp>
            <p:nvCxnSpPr>
              <p:cNvPr id="51" name="Connecteur droit 50">
                <a:extLst>
                  <a:ext uri="{FF2B5EF4-FFF2-40B4-BE49-F238E27FC236}">
                    <a16:creationId xmlns:a16="http://schemas.microsoft.com/office/drawing/2014/main" id="{7FFB468F-681C-4F28-970D-F2B22BC6673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943586" y="3429000"/>
                <a:ext cx="722488" cy="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headEnd type="stealth" w="sm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52" name="Connecteur droit 51">
                <a:extLst>
                  <a:ext uri="{FF2B5EF4-FFF2-40B4-BE49-F238E27FC236}">
                    <a16:creationId xmlns:a16="http://schemas.microsoft.com/office/drawing/2014/main" id="{9C9AB4E4-AC65-458C-9A30-8CE58A69404D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>
                <a:off x="3582343" y="3070207"/>
                <a:ext cx="722488" cy="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headEnd type="stealth" w="sm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53" name="Groupe 52">
              <a:extLst>
                <a:ext uri="{FF2B5EF4-FFF2-40B4-BE49-F238E27FC236}">
                  <a16:creationId xmlns:a16="http://schemas.microsoft.com/office/drawing/2014/main" id="{80435A09-89F1-4BAC-B1CF-21E8AAAF8A5E}"/>
                </a:ext>
              </a:extLst>
            </p:cNvPr>
            <p:cNvGrpSpPr/>
            <p:nvPr/>
          </p:nvGrpSpPr>
          <p:grpSpPr>
            <a:xfrm rot="20521398">
              <a:off x="3814215" y="2617044"/>
              <a:ext cx="722488" cy="722488"/>
              <a:chOff x="3943586" y="2708964"/>
              <a:chExt cx="722488" cy="722488"/>
            </a:xfrm>
          </p:grpSpPr>
          <p:cxnSp>
            <p:nvCxnSpPr>
              <p:cNvPr id="54" name="Connecteur droit 53">
                <a:extLst>
                  <a:ext uri="{FF2B5EF4-FFF2-40B4-BE49-F238E27FC236}">
                    <a16:creationId xmlns:a16="http://schemas.microsoft.com/office/drawing/2014/main" id="{6C688ABB-3AE4-4455-933D-F766FADA118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943586" y="3429000"/>
                <a:ext cx="722488" cy="1"/>
              </a:xfrm>
              <a:prstGeom prst="line">
                <a:avLst/>
              </a:prstGeom>
              <a:noFill/>
              <a:ln w="9525">
                <a:solidFill>
                  <a:srgbClr val="FFC000"/>
                </a:solidFill>
                <a:headEnd type="stealth" w="sm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55" name="Connecteur droit 54">
                <a:extLst>
                  <a:ext uri="{FF2B5EF4-FFF2-40B4-BE49-F238E27FC236}">
                    <a16:creationId xmlns:a16="http://schemas.microsoft.com/office/drawing/2014/main" id="{F2260824-6431-4C7E-A1B0-000E35E6AC9B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>
                <a:off x="3582343" y="3070207"/>
                <a:ext cx="722488" cy="1"/>
              </a:xfrm>
              <a:prstGeom prst="line">
                <a:avLst/>
              </a:prstGeom>
              <a:noFill/>
              <a:ln w="9525">
                <a:solidFill>
                  <a:srgbClr val="FFC000"/>
                </a:solidFill>
                <a:headEnd type="stealth" w="sm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ZoneTexte 55">
                  <a:extLst>
                    <a:ext uri="{FF2B5EF4-FFF2-40B4-BE49-F238E27FC236}">
                      <a16:creationId xmlns:a16="http://schemas.microsoft.com/office/drawing/2014/main" id="{A4FB5276-55AE-4E91-9B8B-568C4909B2C6}"/>
                    </a:ext>
                  </a:extLst>
                </p:cNvPr>
                <p:cNvSpPr txBox="1"/>
                <p:nvPr/>
              </p:nvSpPr>
              <p:spPr>
                <a:xfrm>
                  <a:off x="4659428" y="3332093"/>
                  <a:ext cx="156325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kumimoji="0" lang="fr-FR" sz="1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kumimoji="0" lang="fr-FR" sz="1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Pr>
                              <m:e>
                                <m:r>
                                  <a:rPr kumimoji="0" lang="fr-FR" sz="1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0" lang="fr-FR" sz="1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kumimoji="0" lang="fr-FR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56" name="ZoneTexte 55">
                  <a:extLst>
                    <a:ext uri="{FF2B5EF4-FFF2-40B4-BE49-F238E27FC236}">
                      <a16:creationId xmlns:a16="http://schemas.microsoft.com/office/drawing/2014/main" id="{A4FB5276-55AE-4E91-9B8B-568C4909B2C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59428" y="3332093"/>
                  <a:ext cx="156325" cy="153888"/>
                </a:xfrm>
                <a:prstGeom prst="rect">
                  <a:avLst/>
                </a:prstGeom>
                <a:blipFill>
                  <a:blip r:embed="rId3"/>
                  <a:stretch>
                    <a:fillRect l="-11538" r="-3846" b="-16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ZoneTexte 56">
                  <a:extLst>
                    <a:ext uri="{FF2B5EF4-FFF2-40B4-BE49-F238E27FC236}">
                      <a16:creationId xmlns:a16="http://schemas.microsoft.com/office/drawing/2014/main" id="{75B94B40-E4F0-4F78-8ED3-A4BD81582887}"/>
                    </a:ext>
                  </a:extLst>
                </p:cNvPr>
                <p:cNvSpPr txBox="1"/>
                <p:nvPr/>
              </p:nvSpPr>
              <p:spPr>
                <a:xfrm>
                  <a:off x="4654444" y="3118661"/>
                  <a:ext cx="153375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kumimoji="0" lang="fr-FR" sz="1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kumimoji="0" lang="fr-FR" sz="1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Pr>
                              <m:e>
                                <m:r>
                                  <a:rPr kumimoji="0" lang="fr-FR" sz="1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0" lang="fr-FR" sz="1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kumimoji="0" lang="fr-FR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57" name="ZoneTexte 56">
                  <a:extLst>
                    <a:ext uri="{FF2B5EF4-FFF2-40B4-BE49-F238E27FC236}">
                      <a16:creationId xmlns:a16="http://schemas.microsoft.com/office/drawing/2014/main" id="{75B94B40-E4F0-4F78-8ED3-A4BD815828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54444" y="3118661"/>
                  <a:ext cx="153375" cy="153888"/>
                </a:xfrm>
                <a:prstGeom prst="rect">
                  <a:avLst/>
                </a:prstGeom>
                <a:blipFill>
                  <a:blip r:embed="rId4"/>
                  <a:stretch>
                    <a:fillRect l="-11538" r="-3846" b="-16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ZoneTexte 57">
                  <a:extLst>
                    <a:ext uri="{FF2B5EF4-FFF2-40B4-BE49-F238E27FC236}">
                      <a16:creationId xmlns:a16="http://schemas.microsoft.com/office/drawing/2014/main" id="{93BDD4AB-6D50-47C7-8842-025AB3E7A965}"/>
                    </a:ext>
                  </a:extLst>
                </p:cNvPr>
                <p:cNvSpPr txBox="1"/>
                <p:nvPr/>
              </p:nvSpPr>
              <p:spPr>
                <a:xfrm>
                  <a:off x="3864357" y="2550172"/>
                  <a:ext cx="156902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kumimoji="0" lang="fr-FR" sz="1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kumimoji="0" lang="fr-FR" sz="1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Pr>
                              <m:e>
                                <m:r>
                                  <a:rPr kumimoji="0" lang="fr-FR" sz="1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kumimoji="0" lang="fr-FR" sz="1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kumimoji="0" lang="fr-FR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58" name="ZoneTexte 57">
                  <a:extLst>
                    <a:ext uri="{FF2B5EF4-FFF2-40B4-BE49-F238E27FC236}">
                      <a16:creationId xmlns:a16="http://schemas.microsoft.com/office/drawing/2014/main" id="{93BDD4AB-6D50-47C7-8842-025AB3E7A9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64357" y="2550172"/>
                  <a:ext cx="156902" cy="153888"/>
                </a:xfrm>
                <a:prstGeom prst="rect">
                  <a:avLst/>
                </a:prstGeom>
                <a:blipFill>
                  <a:blip r:embed="rId5"/>
                  <a:stretch>
                    <a:fillRect l="-23077" r="-3846" b="-24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ZoneTexte 58">
                  <a:extLst>
                    <a:ext uri="{FF2B5EF4-FFF2-40B4-BE49-F238E27FC236}">
                      <a16:creationId xmlns:a16="http://schemas.microsoft.com/office/drawing/2014/main" id="{96BF64D5-DB6A-43DF-AEB7-B0A632160CE8}"/>
                    </a:ext>
                  </a:extLst>
                </p:cNvPr>
                <p:cNvSpPr txBox="1"/>
                <p:nvPr/>
              </p:nvSpPr>
              <p:spPr>
                <a:xfrm>
                  <a:off x="3625745" y="2584081"/>
                  <a:ext cx="153953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kumimoji="0" lang="fr-FR" sz="1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kumimoji="0" lang="fr-FR" sz="1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Pr>
                              <m:e>
                                <m:r>
                                  <a:rPr kumimoji="0" lang="fr-FR" sz="1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kumimoji="0" lang="fr-FR" sz="1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kumimoji="0" lang="fr-FR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59" name="ZoneTexte 58">
                  <a:extLst>
                    <a:ext uri="{FF2B5EF4-FFF2-40B4-BE49-F238E27FC236}">
                      <a16:creationId xmlns:a16="http://schemas.microsoft.com/office/drawing/2014/main" id="{96BF64D5-DB6A-43DF-AEB7-B0A632160C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25745" y="2584081"/>
                  <a:ext cx="153953" cy="153888"/>
                </a:xfrm>
                <a:prstGeom prst="rect">
                  <a:avLst/>
                </a:prstGeom>
                <a:blipFill>
                  <a:blip r:embed="rId6"/>
                  <a:stretch>
                    <a:fillRect l="-24000" r="-8000" b="-2307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0" name="Ellipse 59">
              <a:extLst>
                <a:ext uri="{FF2B5EF4-FFF2-40B4-BE49-F238E27FC236}">
                  <a16:creationId xmlns:a16="http://schemas.microsoft.com/office/drawing/2014/main" id="{3A447C86-D550-4EAB-9262-8CC41D3FACE0}"/>
                </a:ext>
              </a:extLst>
            </p:cNvPr>
            <p:cNvSpPr/>
            <p:nvPr/>
          </p:nvSpPr>
          <p:spPr>
            <a:xfrm>
              <a:off x="3891138" y="3373761"/>
              <a:ext cx="108000" cy="108000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1" name="Ellipse 60">
              <a:extLst>
                <a:ext uri="{FF2B5EF4-FFF2-40B4-BE49-F238E27FC236}">
                  <a16:creationId xmlns:a16="http://schemas.microsoft.com/office/drawing/2014/main" id="{FD437849-2629-4B54-A0D1-05287F59D52D}"/>
                </a:ext>
              </a:extLst>
            </p:cNvPr>
            <p:cNvSpPr/>
            <p:nvPr/>
          </p:nvSpPr>
          <p:spPr>
            <a:xfrm>
              <a:off x="3927138" y="3409761"/>
              <a:ext cx="36000" cy="36000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2" name="Arc 61">
              <a:extLst>
                <a:ext uri="{FF2B5EF4-FFF2-40B4-BE49-F238E27FC236}">
                  <a16:creationId xmlns:a16="http://schemas.microsoft.com/office/drawing/2014/main" id="{E7FDA299-1D95-4FE9-B277-0C6D5880FB2A}"/>
                </a:ext>
              </a:extLst>
            </p:cNvPr>
            <p:cNvSpPr/>
            <p:nvPr/>
          </p:nvSpPr>
          <p:spPr>
            <a:xfrm>
              <a:off x="3409371" y="2884256"/>
              <a:ext cx="1074384" cy="1074384"/>
            </a:xfrm>
            <a:prstGeom prst="arc">
              <a:avLst>
                <a:gd name="adj1" fmla="val 20568333"/>
                <a:gd name="adj2" fmla="val 0"/>
              </a:avLst>
            </a:prstGeom>
            <a:ln>
              <a:solidFill>
                <a:srgbClr val="FFC000"/>
              </a:solidFill>
              <a:headEnd type="stealth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ZoneTexte 62">
                  <a:extLst>
                    <a:ext uri="{FF2B5EF4-FFF2-40B4-BE49-F238E27FC236}">
                      <a16:creationId xmlns:a16="http://schemas.microsoft.com/office/drawing/2014/main" id="{6573B8FF-FC92-4D39-A7CF-813A1EBEA58D}"/>
                    </a:ext>
                  </a:extLst>
                </p:cNvPr>
                <p:cNvSpPr txBox="1"/>
                <p:nvPr/>
              </p:nvSpPr>
              <p:spPr>
                <a:xfrm>
                  <a:off x="4506802" y="3252239"/>
                  <a:ext cx="118174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fr-FR" sz="10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𝜑</m:t>
                        </m:r>
                      </m:oMath>
                    </m:oMathPara>
                  </a14:m>
                  <a:endParaRPr kumimoji="0" lang="fr-FR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63" name="ZoneTexte 62">
                  <a:extLst>
                    <a:ext uri="{FF2B5EF4-FFF2-40B4-BE49-F238E27FC236}">
                      <a16:creationId xmlns:a16="http://schemas.microsoft.com/office/drawing/2014/main" id="{6573B8FF-FC92-4D39-A7CF-813A1EBEA5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06802" y="3252239"/>
                  <a:ext cx="118174" cy="153888"/>
                </a:xfrm>
                <a:prstGeom prst="rect">
                  <a:avLst/>
                </a:prstGeom>
                <a:blipFill>
                  <a:blip r:embed="rId7"/>
                  <a:stretch>
                    <a:fillRect l="-25000" r="-20000" b="-24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71" name="Groupe 70">
            <a:extLst>
              <a:ext uri="{FF2B5EF4-FFF2-40B4-BE49-F238E27FC236}">
                <a16:creationId xmlns:a16="http://schemas.microsoft.com/office/drawing/2014/main" id="{E80766BF-C577-4AE9-B82B-ADB8EE47676B}"/>
              </a:ext>
            </a:extLst>
          </p:cNvPr>
          <p:cNvGrpSpPr/>
          <p:nvPr/>
        </p:nvGrpSpPr>
        <p:grpSpPr>
          <a:xfrm>
            <a:off x="233617" y="2667425"/>
            <a:ext cx="2370197" cy="1935154"/>
            <a:chOff x="740286" y="3168660"/>
            <a:chExt cx="2370197" cy="1935154"/>
          </a:xfrm>
        </p:grpSpPr>
        <p:grpSp>
          <p:nvGrpSpPr>
            <p:cNvPr id="4" name="Groupe 3">
              <a:extLst>
                <a:ext uri="{FF2B5EF4-FFF2-40B4-BE49-F238E27FC236}">
                  <a16:creationId xmlns:a16="http://schemas.microsoft.com/office/drawing/2014/main" id="{045FBDD0-4DD7-4C48-9E9C-68F4310C10A9}"/>
                </a:ext>
              </a:extLst>
            </p:cNvPr>
            <p:cNvGrpSpPr/>
            <p:nvPr/>
          </p:nvGrpSpPr>
          <p:grpSpPr>
            <a:xfrm rot="13500000">
              <a:off x="1328303" y="3015030"/>
              <a:ext cx="1323247" cy="2241112"/>
              <a:chOff x="2977194" y="2472069"/>
              <a:chExt cx="1323247" cy="2241112"/>
            </a:xfrm>
          </p:grpSpPr>
          <p:grpSp>
            <p:nvGrpSpPr>
              <p:cNvPr id="5" name="Groupe 4">
                <a:extLst>
                  <a:ext uri="{FF2B5EF4-FFF2-40B4-BE49-F238E27FC236}">
                    <a16:creationId xmlns:a16="http://schemas.microsoft.com/office/drawing/2014/main" id="{75398963-89E7-421D-BA19-13772E20B77C}"/>
                  </a:ext>
                </a:extLst>
              </p:cNvPr>
              <p:cNvGrpSpPr/>
              <p:nvPr/>
            </p:nvGrpSpPr>
            <p:grpSpPr>
              <a:xfrm>
                <a:off x="2977194" y="2966483"/>
                <a:ext cx="1323247" cy="1746698"/>
                <a:chOff x="2977194" y="2966483"/>
                <a:chExt cx="1323247" cy="1746698"/>
              </a:xfrm>
            </p:grpSpPr>
            <p:sp>
              <p:nvSpPr>
                <p:cNvPr id="7" name="Arc 6">
                  <a:extLst>
                    <a:ext uri="{FF2B5EF4-FFF2-40B4-BE49-F238E27FC236}">
                      <a16:creationId xmlns:a16="http://schemas.microsoft.com/office/drawing/2014/main" id="{BEC1EE3B-0A90-458F-9F6B-6BA619ED1449}"/>
                    </a:ext>
                  </a:extLst>
                </p:cNvPr>
                <p:cNvSpPr/>
                <p:nvPr/>
              </p:nvSpPr>
              <p:spPr>
                <a:xfrm>
                  <a:off x="3631019" y="2966483"/>
                  <a:ext cx="288000" cy="288000"/>
                </a:xfrm>
                <a:prstGeom prst="arc">
                  <a:avLst>
                    <a:gd name="adj1" fmla="val 10671135"/>
                    <a:gd name="adj2" fmla="val 0"/>
                  </a:avLst>
                </a:prstGeom>
                <a:noFill/>
                <a:ln w="19050">
                  <a:solidFill>
                    <a:srgbClr val="FFC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FR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cxnSp>
              <p:nvCxnSpPr>
                <p:cNvPr id="8" name="Connecteur droit 7">
                  <a:extLst>
                    <a:ext uri="{FF2B5EF4-FFF2-40B4-BE49-F238E27FC236}">
                      <a16:creationId xmlns:a16="http://schemas.microsoft.com/office/drawing/2014/main" id="{3AD19322-ED43-49B9-8142-19BB522CF02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8100000" flipV="1">
                  <a:off x="2977194" y="3389934"/>
                  <a:ext cx="1323247" cy="1323247"/>
                </a:xfrm>
                <a:prstGeom prst="line">
                  <a:avLst/>
                </a:prstGeom>
                <a:noFill/>
                <a:ln w="19050">
                  <a:solidFill>
                    <a:srgbClr val="FFC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</p:grpSp>
          <p:cxnSp>
            <p:nvCxnSpPr>
              <p:cNvPr id="6" name="Connecteur droit 5">
                <a:extLst>
                  <a:ext uri="{FF2B5EF4-FFF2-40B4-BE49-F238E27FC236}">
                    <a16:creationId xmlns:a16="http://schemas.microsoft.com/office/drawing/2014/main" id="{ED42E5F3-EBBF-4087-9D01-B58AA52E867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780342" y="2472069"/>
                <a:ext cx="0" cy="494414"/>
              </a:xfrm>
              <a:prstGeom prst="line">
                <a:avLst/>
              </a:prstGeom>
              <a:noFill/>
              <a:ln w="1905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9" name="Forme libre : forme 8">
              <a:extLst>
                <a:ext uri="{FF2B5EF4-FFF2-40B4-BE49-F238E27FC236}">
                  <a16:creationId xmlns:a16="http://schemas.microsoft.com/office/drawing/2014/main" id="{8FA039F8-A007-4773-9933-5F8B090CF15E}"/>
                </a:ext>
              </a:extLst>
            </p:cNvPr>
            <p:cNvSpPr/>
            <p:nvPr/>
          </p:nvSpPr>
          <p:spPr>
            <a:xfrm>
              <a:off x="931760" y="5009186"/>
              <a:ext cx="254643" cy="94628"/>
            </a:xfrm>
            <a:custGeom>
              <a:avLst/>
              <a:gdLst>
                <a:gd name="connsiteX0" fmla="*/ 0 w 254643"/>
                <a:gd name="connsiteY0" fmla="*/ 0 h 140389"/>
                <a:gd name="connsiteX1" fmla="*/ 92598 w 254643"/>
                <a:gd name="connsiteY1" fmla="*/ 138897 h 140389"/>
                <a:gd name="connsiteX2" fmla="*/ 138897 w 254643"/>
                <a:gd name="connsiteY2" fmla="*/ 75236 h 140389"/>
                <a:gd name="connsiteX3" fmla="*/ 202557 w 254643"/>
                <a:gd name="connsiteY3" fmla="*/ 104173 h 140389"/>
                <a:gd name="connsiteX4" fmla="*/ 254643 w 254643"/>
                <a:gd name="connsiteY4" fmla="*/ 5788 h 1403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4643" h="140389">
                  <a:moveTo>
                    <a:pt x="0" y="0"/>
                  </a:moveTo>
                  <a:cubicBezTo>
                    <a:pt x="34724" y="63179"/>
                    <a:pt x="69448" y="126358"/>
                    <a:pt x="92598" y="138897"/>
                  </a:cubicBezTo>
                  <a:cubicBezTo>
                    <a:pt x="115748" y="151436"/>
                    <a:pt x="120571" y="81023"/>
                    <a:pt x="138897" y="75236"/>
                  </a:cubicBezTo>
                  <a:cubicBezTo>
                    <a:pt x="157223" y="69449"/>
                    <a:pt x="183266" y="115748"/>
                    <a:pt x="202557" y="104173"/>
                  </a:cubicBezTo>
                  <a:cubicBezTo>
                    <a:pt x="221848" y="92598"/>
                    <a:pt x="238245" y="49193"/>
                    <a:pt x="254643" y="5788"/>
                  </a:cubicBezTo>
                </a:path>
              </a:pathLst>
            </a:cu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" name="Ellipse 9">
              <a:extLst>
                <a:ext uri="{FF2B5EF4-FFF2-40B4-BE49-F238E27FC236}">
                  <a16:creationId xmlns:a16="http://schemas.microsoft.com/office/drawing/2014/main" id="{6032AC7D-3A37-4BC4-B97E-8AC753CFA461}"/>
                </a:ext>
              </a:extLst>
            </p:cNvPr>
            <p:cNvSpPr/>
            <p:nvPr/>
          </p:nvSpPr>
          <p:spPr>
            <a:xfrm>
              <a:off x="987543" y="4799935"/>
              <a:ext cx="144000" cy="144000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DDB4BA1A-8F1C-413A-872B-B08F7F5D9627}"/>
                </a:ext>
              </a:extLst>
            </p:cNvPr>
            <p:cNvCxnSpPr>
              <a:cxnSpLocks/>
              <a:stCxn id="10" idx="4"/>
            </p:cNvCxnSpPr>
            <p:nvPr/>
          </p:nvCxnSpPr>
          <p:spPr>
            <a:xfrm>
              <a:off x="1059543" y="4943935"/>
              <a:ext cx="0" cy="59870"/>
            </a:xfrm>
            <a:prstGeom prst="lin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" name="Connecteur droit 11">
              <a:extLst>
                <a:ext uri="{FF2B5EF4-FFF2-40B4-BE49-F238E27FC236}">
                  <a16:creationId xmlns:a16="http://schemas.microsoft.com/office/drawing/2014/main" id="{1227F42E-7FCC-450B-AAB2-03C07D1116C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59082" y="4862495"/>
              <a:ext cx="0" cy="288000"/>
            </a:xfrm>
            <a:prstGeom prst="lin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Connecteur droit 12">
              <a:extLst>
                <a:ext uri="{FF2B5EF4-FFF2-40B4-BE49-F238E27FC236}">
                  <a16:creationId xmlns:a16="http://schemas.microsoft.com/office/drawing/2014/main" id="{F4A3CDC2-2CF5-42EA-9CFB-9D34FEFC0D9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31543" y="4871935"/>
              <a:ext cx="1560269" cy="0"/>
            </a:xfrm>
            <a:prstGeom prst="line">
              <a:avLst/>
            </a:prstGeom>
            <a:noFill/>
            <a:ln w="19050">
              <a:solidFill>
                <a:srgbClr val="FFC000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ZoneTexte 13">
                  <a:extLst>
                    <a:ext uri="{FF2B5EF4-FFF2-40B4-BE49-F238E27FC236}">
                      <a16:creationId xmlns:a16="http://schemas.microsoft.com/office/drawing/2014/main" id="{9C98817C-9EB3-4877-80CA-8239FAA37D82}"/>
                    </a:ext>
                  </a:extLst>
                </p:cNvPr>
                <p:cNvSpPr txBox="1"/>
                <p:nvPr/>
              </p:nvSpPr>
              <p:spPr>
                <a:xfrm>
                  <a:off x="740286" y="4789204"/>
                  <a:ext cx="134524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fr-FR" sz="12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𝐴</m:t>
                        </m:r>
                      </m:oMath>
                    </m:oMathPara>
                  </a14:m>
                  <a:endParaRPr kumimoji="0" lang="fr-FR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14" name="ZoneTexte 13">
                  <a:extLst>
                    <a:ext uri="{FF2B5EF4-FFF2-40B4-BE49-F238E27FC236}">
                      <a16:creationId xmlns:a16="http://schemas.microsoft.com/office/drawing/2014/main" id="{9C98817C-9EB3-4877-80CA-8239FAA37D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0286" y="4789204"/>
                  <a:ext cx="134524" cy="184666"/>
                </a:xfrm>
                <a:prstGeom prst="rect">
                  <a:avLst/>
                </a:prstGeom>
                <a:blipFill>
                  <a:blip r:embed="rId8"/>
                  <a:stretch>
                    <a:fillRect l="-27273" r="-27273" b="-322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" name="Connecteur droit 14">
              <a:extLst>
                <a:ext uri="{FF2B5EF4-FFF2-40B4-BE49-F238E27FC236}">
                  <a16:creationId xmlns:a16="http://schemas.microsoft.com/office/drawing/2014/main" id="{08CE0A27-3396-4054-96E4-27B8248794A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26354" y="4189461"/>
              <a:ext cx="610252" cy="600724"/>
            </a:xfrm>
            <a:prstGeom prst="line">
              <a:avLst/>
            </a:prstGeom>
            <a:noFill/>
            <a:ln w="9525">
              <a:solidFill>
                <a:srgbClr val="FFC000"/>
              </a:solidFill>
              <a:tailEnd type="stealth" w="med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6" name="Ellipse 15">
              <a:extLst>
                <a:ext uri="{FF2B5EF4-FFF2-40B4-BE49-F238E27FC236}">
                  <a16:creationId xmlns:a16="http://schemas.microsoft.com/office/drawing/2014/main" id="{9BD752BD-2FAC-4070-93C7-41431DA52ECD}"/>
                </a:ext>
              </a:extLst>
            </p:cNvPr>
            <p:cNvSpPr/>
            <p:nvPr/>
          </p:nvSpPr>
          <p:spPr>
            <a:xfrm>
              <a:off x="1806125" y="4334346"/>
              <a:ext cx="225543" cy="225543"/>
            </a:xfrm>
            <a:prstGeom prst="ellipse">
              <a:avLst/>
            </a:prstGeom>
            <a:noFill/>
            <a:ln w="19050"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FFC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1</a:t>
              </a:r>
              <a:endParaRPr kumimoji="0" lang="fr-FR" sz="18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ZoneTexte 16">
                  <a:extLst>
                    <a:ext uri="{FF2B5EF4-FFF2-40B4-BE49-F238E27FC236}">
                      <a16:creationId xmlns:a16="http://schemas.microsoft.com/office/drawing/2014/main" id="{D0C85A7F-D2D0-44BE-893C-DD1E97FDD47F}"/>
                    </a:ext>
                  </a:extLst>
                </p:cNvPr>
                <p:cNvSpPr txBox="1"/>
                <p:nvPr/>
              </p:nvSpPr>
              <p:spPr>
                <a:xfrm>
                  <a:off x="1491848" y="4059447"/>
                  <a:ext cx="184088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kumimoji="0" lang="fr-FR" sz="12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kumimoji="0" lang="fr-FR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Pr>
                              <m:e>
                                <m:r>
                                  <a:rPr kumimoji="0" lang="fr-FR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0" lang="fr-FR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kumimoji="0" lang="fr-FR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17" name="ZoneTexte 16">
                  <a:extLst>
                    <a:ext uri="{FF2B5EF4-FFF2-40B4-BE49-F238E27FC236}">
                      <a16:creationId xmlns:a16="http://schemas.microsoft.com/office/drawing/2014/main" id="{D0C85A7F-D2D0-44BE-893C-DD1E97FDD47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91848" y="4059447"/>
                  <a:ext cx="184088" cy="184666"/>
                </a:xfrm>
                <a:prstGeom prst="rect">
                  <a:avLst/>
                </a:prstGeom>
                <a:blipFill>
                  <a:blip r:embed="rId9"/>
                  <a:stretch>
                    <a:fillRect l="-13333" r="-3333" b="-13333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47BAA44B-90FA-4EBD-AC2A-6E0B05336A6F}"/>
                </a:ext>
              </a:extLst>
            </p:cNvPr>
            <p:cNvSpPr/>
            <p:nvPr/>
          </p:nvSpPr>
          <p:spPr>
            <a:xfrm>
              <a:off x="773613" y="4525205"/>
              <a:ext cx="225543" cy="225543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0</a:t>
              </a:r>
              <a:endParaRPr kumimoji="0" lang="fr-FR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0" name="Ellipse 19">
              <a:extLst>
                <a:ext uri="{FF2B5EF4-FFF2-40B4-BE49-F238E27FC236}">
                  <a16:creationId xmlns:a16="http://schemas.microsoft.com/office/drawing/2014/main" id="{9F57CEB1-7116-46E4-A26F-F19F49996E10}"/>
                </a:ext>
              </a:extLst>
            </p:cNvPr>
            <p:cNvSpPr/>
            <p:nvPr/>
          </p:nvSpPr>
          <p:spPr>
            <a:xfrm>
              <a:off x="2492716" y="3460613"/>
              <a:ext cx="199096" cy="199096"/>
            </a:xfrm>
            <a:prstGeom prst="ellipse">
              <a:avLst/>
            </a:prstGeom>
            <a:solidFill>
              <a:schemeClr val="accent2"/>
            </a:solidFill>
            <a:ln w="3810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" name="Ellipse 20">
              <a:extLst>
                <a:ext uri="{FF2B5EF4-FFF2-40B4-BE49-F238E27FC236}">
                  <a16:creationId xmlns:a16="http://schemas.microsoft.com/office/drawing/2014/main" id="{7A9324EA-B7A9-4C97-B7E9-800F3F3C7815}"/>
                </a:ext>
              </a:extLst>
            </p:cNvPr>
            <p:cNvSpPr/>
            <p:nvPr/>
          </p:nvSpPr>
          <p:spPr>
            <a:xfrm>
              <a:off x="2331795" y="3727298"/>
              <a:ext cx="89217" cy="89217"/>
            </a:xfrm>
            <a:prstGeom prst="ellipse">
              <a:avLst/>
            </a:prstGeom>
            <a:solidFill>
              <a:schemeClr val="accent2"/>
            </a:solidFill>
            <a:ln w="3810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5" name="Connecteur droit avec flèche 24">
              <a:extLst>
                <a:ext uri="{FF2B5EF4-FFF2-40B4-BE49-F238E27FC236}">
                  <a16:creationId xmlns:a16="http://schemas.microsoft.com/office/drawing/2014/main" id="{7C8392EA-20D2-4BFF-AA6B-3B02A482FCD0}"/>
                </a:ext>
              </a:extLst>
            </p:cNvPr>
            <p:cNvCxnSpPr>
              <a:cxnSpLocks/>
            </p:cNvCxnSpPr>
            <p:nvPr/>
          </p:nvCxnSpPr>
          <p:spPr>
            <a:xfrm>
              <a:off x="2594985" y="3666122"/>
              <a:ext cx="0" cy="347419"/>
            </a:xfrm>
            <a:prstGeom prst="straightConnector1">
              <a:avLst/>
            </a:prstGeom>
            <a:ln w="38100">
              <a:solidFill>
                <a:srgbClr val="C00000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eur droit avec flèche 25">
              <a:extLst>
                <a:ext uri="{FF2B5EF4-FFF2-40B4-BE49-F238E27FC236}">
                  <a16:creationId xmlns:a16="http://schemas.microsoft.com/office/drawing/2014/main" id="{7BC92A14-65E0-4AE1-9100-81FB194DD0D9}"/>
                </a:ext>
              </a:extLst>
            </p:cNvPr>
            <p:cNvCxnSpPr>
              <a:cxnSpLocks/>
            </p:cNvCxnSpPr>
            <p:nvPr/>
          </p:nvCxnSpPr>
          <p:spPr>
            <a:xfrm>
              <a:off x="2366154" y="3837622"/>
              <a:ext cx="0" cy="351839"/>
            </a:xfrm>
            <a:prstGeom prst="straightConnector1">
              <a:avLst/>
            </a:prstGeom>
            <a:ln w="38100">
              <a:solidFill>
                <a:srgbClr val="C00000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Arc 46">
              <a:extLst>
                <a:ext uri="{FF2B5EF4-FFF2-40B4-BE49-F238E27FC236}">
                  <a16:creationId xmlns:a16="http://schemas.microsoft.com/office/drawing/2014/main" id="{311BE4B0-029D-43A1-99B7-578BCE561C27}"/>
                </a:ext>
              </a:extLst>
            </p:cNvPr>
            <p:cNvSpPr/>
            <p:nvPr/>
          </p:nvSpPr>
          <p:spPr>
            <a:xfrm rot="13500000">
              <a:off x="884187" y="4662418"/>
              <a:ext cx="388584" cy="388584"/>
            </a:xfrm>
            <a:prstGeom prst="arc">
              <a:avLst>
                <a:gd name="adj1" fmla="val 10671135"/>
                <a:gd name="adj2" fmla="val 0"/>
              </a:avLst>
            </a:prstGeom>
            <a:ln w="38100">
              <a:solidFill>
                <a:srgbClr val="C00000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ZoneTexte 65">
                  <a:extLst>
                    <a:ext uri="{FF2B5EF4-FFF2-40B4-BE49-F238E27FC236}">
                      <a16:creationId xmlns:a16="http://schemas.microsoft.com/office/drawing/2014/main" id="{3A97950B-84F8-4DD6-B142-4080708B4364}"/>
                    </a:ext>
                  </a:extLst>
                </p:cNvPr>
                <p:cNvSpPr txBox="1"/>
                <p:nvPr/>
              </p:nvSpPr>
              <p:spPr>
                <a:xfrm>
                  <a:off x="2217246" y="3496933"/>
                  <a:ext cx="213328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fr-FR" sz="12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fr-FR" sz="12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𝐺</m:t>
                            </m:r>
                          </m:e>
                          <m:sub>
                            <m:r>
                              <a:rPr kumimoji="0" lang="fr-FR" sz="12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𝐵</m:t>
                            </m:r>
                          </m:sub>
                        </m:sSub>
                      </m:oMath>
                    </m:oMathPara>
                  </a14:m>
                  <a:endParaRPr kumimoji="0" lang="fr-FR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66" name="ZoneTexte 65">
                  <a:extLst>
                    <a:ext uri="{FF2B5EF4-FFF2-40B4-BE49-F238E27FC236}">
                      <a16:creationId xmlns:a16="http://schemas.microsoft.com/office/drawing/2014/main" id="{3A97950B-84F8-4DD6-B142-4080708B436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7246" y="3496933"/>
                  <a:ext cx="213328" cy="184666"/>
                </a:xfrm>
                <a:prstGeom prst="rect">
                  <a:avLst/>
                </a:prstGeom>
                <a:blipFill>
                  <a:blip r:embed="rId10"/>
                  <a:stretch>
                    <a:fillRect l="-17143" r="-2857" b="-967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ZoneTexte 66">
                  <a:extLst>
                    <a:ext uri="{FF2B5EF4-FFF2-40B4-BE49-F238E27FC236}">
                      <a16:creationId xmlns:a16="http://schemas.microsoft.com/office/drawing/2014/main" id="{C8D08307-30E2-4C01-ABFF-19B8856BD45A}"/>
                    </a:ext>
                  </a:extLst>
                </p:cNvPr>
                <p:cNvSpPr txBox="1"/>
                <p:nvPr/>
              </p:nvSpPr>
              <p:spPr>
                <a:xfrm>
                  <a:off x="2440060" y="3168660"/>
                  <a:ext cx="240450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fr-FR" sz="12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fr-FR" sz="12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𝐺</m:t>
                            </m:r>
                          </m:e>
                          <m:sub>
                            <m:r>
                              <a:rPr kumimoji="0" lang="fr-FR" sz="12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𝑀</m:t>
                            </m:r>
                          </m:sub>
                        </m:sSub>
                      </m:oMath>
                    </m:oMathPara>
                  </a14:m>
                  <a:endParaRPr kumimoji="0" lang="fr-FR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67" name="ZoneTexte 66">
                  <a:extLst>
                    <a:ext uri="{FF2B5EF4-FFF2-40B4-BE49-F238E27FC236}">
                      <a16:creationId xmlns:a16="http://schemas.microsoft.com/office/drawing/2014/main" id="{C8D08307-30E2-4C01-ABFF-19B8856BD4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40060" y="3168660"/>
                  <a:ext cx="240450" cy="184666"/>
                </a:xfrm>
                <a:prstGeom prst="rect">
                  <a:avLst/>
                </a:prstGeom>
                <a:blipFill>
                  <a:blip r:embed="rId11"/>
                  <a:stretch>
                    <a:fillRect l="-15000" b="-13333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69" name="Ellipse 68">
            <a:extLst>
              <a:ext uri="{FF2B5EF4-FFF2-40B4-BE49-F238E27FC236}">
                <a16:creationId xmlns:a16="http://schemas.microsoft.com/office/drawing/2014/main" id="{EC73B7E8-9435-4C9E-9E75-98A4C6CBAF35}"/>
              </a:ext>
            </a:extLst>
          </p:cNvPr>
          <p:cNvSpPr/>
          <p:nvPr/>
        </p:nvSpPr>
        <p:spPr>
          <a:xfrm>
            <a:off x="1902678" y="5672361"/>
            <a:ext cx="225543" cy="225543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0</a:t>
            </a:r>
            <a:endParaRPr kumimoji="0" lang="fr-FR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0" name="Ellipse 69">
            <a:extLst>
              <a:ext uri="{FF2B5EF4-FFF2-40B4-BE49-F238E27FC236}">
                <a16:creationId xmlns:a16="http://schemas.microsoft.com/office/drawing/2014/main" id="{1690BC6D-74DF-49C4-B2C9-74D33C026CF8}"/>
              </a:ext>
            </a:extLst>
          </p:cNvPr>
          <p:cNvSpPr/>
          <p:nvPr/>
        </p:nvSpPr>
        <p:spPr>
          <a:xfrm>
            <a:off x="2808396" y="4917110"/>
            <a:ext cx="225543" cy="225543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4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</a:t>
            </a:r>
            <a:endParaRPr kumimoji="0" lang="fr-FR" sz="1800" b="1" i="0" u="none" strike="noStrike" kern="1200" cap="none" spc="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72" name="Groupe 71">
            <a:extLst>
              <a:ext uri="{FF2B5EF4-FFF2-40B4-BE49-F238E27FC236}">
                <a16:creationId xmlns:a16="http://schemas.microsoft.com/office/drawing/2014/main" id="{8C3225EE-5354-499A-A849-CE5F1E76C3CF}"/>
              </a:ext>
            </a:extLst>
          </p:cNvPr>
          <p:cNvGrpSpPr/>
          <p:nvPr/>
        </p:nvGrpSpPr>
        <p:grpSpPr>
          <a:xfrm>
            <a:off x="1871449" y="5897904"/>
            <a:ext cx="288000" cy="159879"/>
            <a:chOff x="5951539" y="3653979"/>
            <a:chExt cx="288000" cy="159879"/>
          </a:xfrm>
        </p:grpSpPr>
        <p:sp>
          <p:nvSpPr>
            <p:cNvPr id="73" name="Forme libre : forme 72">
              <a:extLst>
                <a:ext uri="{FF2B5EF4-FFF2-40B4-BE49-F238E27FC236}">
                  <a16:creationId xmlns:a16="http://schemas.microsoft.com/office/drawing/2014/main" id="{2337484C-D25E-4A4A-B39E-E6F4DC589306}"/>
                </a:ext>
              </a:extLst>
            </p:cNvPr>
            <p:cNvSpPr/>
            <p:nvPr/>
          </p:nvSpPr>
          <p:spPr>
            <a:xfrm>
              <a:off x="5968217" y="3719230"/>
              <a:ext cx="254643" cy="94628"/>
            </a:xfrm>
            <a:custGeom>
              <a:avLst/>
              <a:gdLst>
                <a:gd name="connsiteX0" fmla="*/ 0 w 254643"/>
                <a:gd name="connsiteY0" fmla="*/ 0 h 140389"/>
                <a:gd name="connsiteX1" fmla="*/ 92598 w 254643"/>
                <a:gd name="connsiteY1" fmla="*/ 138897 h 140389"/>
                <a:gd name="connsiteX2" fmla="*/ 138897 w 254643"/>
                <a:gd name="connsiteY2" fmla="*/ 75236 h 140389"/>
                <a:gd name="connsiteX3" fmla="*/ 202557 w 254643"/>
                <a:gd name="connsiteY3" fmla="*/ 104173 h 140389"/>
                <a:gd name="connsiteX4" fmla="*/ 254643 w 254643"/>
                <a:gd name="connsiteY4" fmla="*/ 5788 h 1403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4643" h="140389">
                  <a:moveTo>
                    <a:pt x="0" y="0"/>
                  </a:moveTo>
                  <a:cubicBezTo>
                    <a:pt x="34724" y="63179"/>
                    <a:pt x="69448" y="126358"/>
                    <a:pt x="92598" y="138897"/>
                  </a:cubicBezTo>
                  <a:cubicBezTo>
                    <a:pt x="115748" y="151436"/>
                    <a:pt x="120571" y="81023"/>
                    <a:pt x="138897" y="75236"/>
                  </a:cubicBezTo>
                  <a:cubicBezTo>
                    <a:pt x="157223" y="69449"/>
                    <a:pt x="183266" y="115748"/>
                    <a:pt x="202557" y="104173"/>
                  </a:cubicBezTo>
                  <a:cubicBezTo>
                    <a:pt x="221848" y="92598"/>
                    <a:pt x="238245" y="49193"/>
                    <a:pt x="254643" y="5788"/>
                  </a:cubicBezTo>
                </a:path>
              </a:pathLst>
            </a:cu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74" name="Connecteur droit 73">
              <a:extLst>
                <a:ext uri="{FF2B5EF4-FFF2-40B4-BE49-F238E27FC236}">
                  <a16:creationId xmlns:a16="http://schemas.microsoft.com/office/drawing/2014/main" id="{3000810D-1DC3-43D1-B68E-260829718666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3653979"/>
              <a:ext cx="0" cy="59870"/>
            </a:xfrm>
            <a:prstGeom prst="lin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5" name="Connecteur droit 74">
              <a:extLst>
                <a:ext uri="{FF2B5EF4-FFF2-40B4-BE49-F238E27FC236}">
                  <a16:creationId xmlns:a16="http://schemas.microsoft.com/office/drawing/2014/main" id="{9FA3A4DC-FAE2-4C95-AD90-73B3BAAD1DC0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095539" y="3572539"/>
              <a:ext cx="0" cy="288000"/>
            </a:xfrm>
            <a:prstGeom prst="lin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32" name="Éclair 31">
            <a:extLst>
              <a:ext uri="{FF2B5EF4-FFF2-40B4-BE49-F238E27FC236}">
                <a16:creationId xmlns:a16="http://schemas.microsoft.com/office/drawing/2014/main" id="{3BE1E9CD-C832-E3D3-CA2F-8F95E6F6024E}"/>
              </a:ext>
            </a:extLst>
          </p:cNvPr>
          <p:cNvSpPr/>
          <p:nvPr/>
        </p:nvSpPr>
        <p:spPr>
          <a:xfrm flipH="1">
            <a:off x="3033939" y="4287969"/>
            <a:ext cx="349603" cy="549540"/>
          </a:xfrm>
          <a:prstGeom prst="lightningBolt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868DBBFE-9D50-8AA2-0C4C-09F5CECA5164}"/>
              </a:ext>
            </a:extLst>
          </p:cNvPr>
          <p:cNvSpPr txBox="1"/>
          <p:nvPr/>
        </p:nvSpPr>
        <p:spPr>
          <a:xfrm>
            <a:off x="3410782" y="4044107"/>
            <a:ext cx="735009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Pesanteur</a:t>
            </a:r>
          </a:p>
        </p:txBody>
      </p:sp>
      <p:sp>
        <p:nvSpPr>
          <p:cNvPr id="34" name="Éclair 33">
            <a:extLst>
              <a:ext uri="{FF2B5EF4-FFF2-40B4-BE49-F238E27FC236}">
                <a16:creationId xmlns:a16="http://schemas.microsoft.com/office/drawing/2014/main" id="{25AEAD33-5764-EBE6-120B-C219DCD3C4AF}"/>
              </a:ext>
            </a:extLst>
          </p:cNvPr>
          <p:cNvSpPr/>
          <p:nvPr/>
        </p:nvSpPr>
        <p:spPr>
          <a:xfrm rot="2700000" flipH="1">
            <a:off x="2320032" y="5661176"/>
            <a:ext cx="245809" cy="247912"/>
          </a:xfrm>
          <a:prstGeom prst="lightningBolt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ZoneTexte 34">
                <a:extLst>
                  <a:ext uri="{FF2B5EF4-FFF2-40B4-BE49-F238E27FC236}">
                    <a16:creationId xmlns:a16="http://schemas.microsoft.com/office/drawing/2014/main" id="{FD9DB9FD-1FAF-B507-8F96-D857CC5E9358}"/>
                  </a:ext>
                </a:extLst>
              </p:cNvPr>
              <p:cNvSpPr txBox="1"/>
              <p:nvPr/>
            </p:nvSpPr>
            <p:spPr>
              <a:xfrm>
                <a:off x="2692337" y="5700078"/>
                <a:ext cx="403124" cy="2430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fr-FR" sz="1400" b="0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−</m:t>
                      </m:r>
                      <m:acc>
                        <m:accPr>
                          <m:chr m:val="⃗"/>
                          <m:ctrlPr>
                            <a:rPr kumimoji="0" lang="fr-FR" sz="1400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kumimoji="0" lang="fr-FR" sz="14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fr-FR" sz="14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𝐶</m:t>
                              </m:r>
                            </m:e>
                            <m:sub>
                              <m:r>
                                <a:rPr kumimoji="0" lang="fr-FR" sz="14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𝑚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kumimoji="0" lang="fr-FR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35" name="ZoneTexte 34">
                <a:extLst>
                  <a:ext uri="{FF2B5EF4-FFF2-40B4-BE49-F238E27FC236}">
                    <a16:creationId xmlns:a16="http://schemas.microsoft.com/office/drawing/2014/main" id="{FD9DB9FD-1FAF-B507-8F96-D857CC5E93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92337" y="5700078"/>
                <a:ext cx="403124" cy="243015"/>
              </a:xfrm>
              <a:prstGeom prst="rect">
                <a:avLst/>
              </a:prstGeom>
              <a:blipFill>
                <a:blip r:embed="rId12"/>
                <a:stretch>
                  <a:fillRect l="-3030" b="-10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ZoneTexte 35">
                <a:extLst>
                  <a:ext uri="{FF2B5EF4-FFF2-40B4-BE49-F238E27FC236}">
                    <a16:creationId xmlns:a16="http://schemas.microsoft.com/office/drawing/2014/main" id="{AB6794E0-A04E-A948-A25E-169649308248}"/>
                  </a:ext>
                </a:extLst>
              </p:cNvPr>
              <p:cNvSpPr txBox="1"/>
              <p:nvPr/>
            </p:nvSpPr>
            <p:spPr>
              <a:xfrm>
                <a:off x="3000681" y="5273426"/>
                <a:ext cx="318164" cy="2430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fr-FR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+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kumimoji="0" lang="fr-FR" sz="1400" b="0" i="1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kumimoji="0" lang="fr-FR" sz="1400" b="0" i="1" u="none" strike="noStrike" kern="1200" cap="none" spc="0" normalizeH="0" baseline="0" noProof="0" dirty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fr-FR" sz="1400" b="0" i="1" u="none" strike="noStrike" kern="1200" cap="none" spc="0" normalizeH="0" baseline="0" noProof="0" dirty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𝐶</m:t>
                            </m:r>
                          </m:e>
                          <m:sub>
                            <m:r>
                              <a:rPr kumimoji="0" lang="fr-FR" sz="1400" b="0" i="1" u="none" strike="noStrike" kern="1200" cap="none" spc="0" normalizeH="0" baseline="0" noProof="0" dirty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𝑚</m:t>
                            </m:r>
                          </m:sub>
                        </m:sSub>
                      </m:e>
                    </m:acc>
                  </m:oMath>
                </a14:m>
                <a:endParaRPr kumimoji="0" lang="fr-FR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36" name="ZoneTexte 35">
                <a:extLst>
                  <a:ext uri="{FF2B5EF4-FFF2-40B4-BE49-F238E27FC236}">
                    <a16:creationId xmlns:a16="http://schemas.microsoft.com/office/drawing/2014/main" id="{AB6794E0-A04E-A948-A25E-1696493082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0681" y="5273426"/>
                <a:ext cx="318164" cy="243015"/>
              </a:xfrm>
              <a:prstGeom prst="rect">
                <a:avLst/>
              </a:prstGeom>
              <a:blipFill>
                <a:blip r:embed="rId13"/>
                <a:stretch>
                  <a:fillRect l="-34615" t="-10000" r="-5769" b="-45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Éclair 36">
            <a:extLst>
              <a:ext uri="{FF2B5EF4-FFF2-40B4-BE49-F238E27FC236}">
                <a16:creationId xmlns:a16="http://schemas.microsoft.com/office/drawing/2014/main" id="{50064332-C4A1-1EA1-CC73-B17FBA285A32}"/>
              </a:ext>
            </a:extLst>
          </p:cNvPr>
          <p:cNvSpPr/>
          <p:nvPr/>
        </p:nvSpPr>
        <p:spPr>
          <a:xfrm rot="8100000" flipH="1">
            <a:off x="2736479" y="5275935"/>
            <a:ext cx="245809" cy="247912"/>
          </a:xfrm>
          <a:prstGeom prst="lightningBolt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6284610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6" name="Connecteur droit 75">
            <a:extLst>
              <a:ext uri="{FF2B5EF4-FFF2-40B4-BE49-F238E27FC236}">
                <a16:creationId xmlns:a16="http://schemas.microsoft.com/office/drawing/2014/main" id="{796FF1CE-9C2D-463D-86C3-D6503BF7F436}"/>
              </a:ext>
            </a:extLst>
          </p:cNvPr>
          <p:cNvCxnSpPr>
            <a:cxnSpLocks/>
            <a:stCxn id="70" idx="7"/>
            <a:endCxn id="69" idx="3"/>
          </p:cNvCxnSpPr>
          <p:nvPr/>
        </p:nvCxnSpPr>
        <p:spPr>
          <a:xfrm flipH="1">
            <a:off x="1935708" y="4950140"/>
            <a:ext cx="1065201" cy="914734"/>
          </a:xfrm>
          <a:prstGeom prst="lin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" name="Titre 1">
            <a:extLst>
              <a:ext uri="{FF2B5EF4-FFF2-40B4-BE49-F238E27FC236}">
                <a16:creationId xmlns:a16="http://schemas.microsoft.com/office/drawing/2014/main" id="{36F0BB4B-A344-479B-9ACF-6473524123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Problème 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280F93A6-1895-4342-AC73-EEB6D50CF48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73320" y="491756"/>
                <a:ext cx="6761135" cy="4351338"/>
              </a:xfrm>
            </p:spPr>
            <p:txBody>
              <a:bodyPr/>
              <a:lstStyle/>
              <a:p>
                <a:r>
                  <a:rPr lang="fr-FR" b="1" i="1" dirty="0"/>
                  <a:t>Paramétrage géométrique</a:t>
                </a:r>
                <a:endParaRPr lang="fr-FR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e>
                    </m:acc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acc>
                      <m:accPr>
                        <m:chr m:val="⃗"/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</m:oMath>
                </a14:m>
                <a:endParaRPr lang="fr-FR" dirty="0"/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𝑀</m:t>
                            </m:r>
                          </m:sub>
                        </m:sSub>
                      </m:e>
                    </m:acc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  <m:acc>
                      <m:accPr>
                        <m:chr m:val="⃗"/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</m:oMath>
                </a14:m>
                <a:endParaRPr lang="fr-FR" dirty="0"/>
              </a:p>
              <a:p>
                <a:r>
                  <a:rPr lang="fr-FR" b="1" i="1" dirty="0"/>
                  <a:t>Bilan des actions mécaniques</a:t>
                </a:r>
              </a:p>
              <a:p>
                <a:pPr lvl="1"/>
                <a:r>
                  <a:rPr lang="fr-FR" dirty="0"/>
                  <a:t>Pesanteur</a:t>
                </a:r>
              </a:p>
              <a:p>
                <a:pPr lvl="1"/>
                <a:r>
                  <a:rPr lang="fr-FR" dirty="0"/>
                  <a:t>Couple moteur </a:t>
                </a:r>
              </a:p>
              <a:p>
                <a:r>
                  <a:rPr lang="fr-FR" b="1" i="1" dirty="0"/>
                  <a:t>Théorème de la résultante statique</a:t>
                </a:r>
              </a:p>
              <a:p>
                <a:pPr lvl="1"/>
                <a:endParaRPr lang="fr-FR" b="1" i="1" dirty="0"/>
              </a:p>
              <a:p>
                <a:pPr lvl="1"/>
                <a:endParaRPr lang="fr-FR" b="1" i="1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280F93A6-1895-4342-AC73-EEB6D50CF48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73320" y="491756"/>
                <a:ext cx="6761135" cy="4351338"/>
              </a:xfrm>
              <a:blipFill>
                <a:blip r:embed="rId2"/>
                <a:stretch>
                  <a:fillRect l="-1623" t="-238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4" name="Groupe 63">
            <a:extLst>
              <a:ext uri="{FF2B5EF4-FFF2-40B4-BE49-F238E27FC236}">
                <a16:creationId xmlns:a16="http://schemas.microsoft.com/office/drawing/2014/main" id="{56044620-E2FA-41CE-8F45-4C52D6862909}"/>
              </a:ext>
            </a:extLst>
          </p:cNvPr>
          <p:cNvGrpSpPr/>
          <p:nvPr/>
        </p:nvGrpSpPr>
        <p:grpSpPr>
          <a:xfrm>
            <a:off x="-59733" y="1260433"/>
            <a:ext cx="1406382" cy="1408468"/>
            <a:chOff x="3409371" y="2550172"/>
            <a:chExt cx="1406382" cy="1408468"/>
          </a:xfrm>
        </p:grpSpPr>
        <p:grpSp>
          <p:nvGrpSpPr>
            <p:cNvPr id="50" name="Groupe 49">
              <a:extLst>
                <a:ext uri="{FF2B5EF4-FFF2-40B4-BE49-F238E27FC236}">
                  <a16:creationId xmlns:a16="http://schemas.microsoft.com/office/drawing/2014/main" id="{1C9B8457-5D3D-4E94-B705-8F0B7AC6D86C}"/>
                </a:ext>
              </a:extLst>
            </p:cNvPr>
            <p:cNvGrpSpPr/>
            <p:nvPr/>
          </p:nvGrpSpPr>
          <p:grpSpPr>
            <a:xfrm>
              <a:off x="3943586" y="2708964"/>
              <a:ext cx="722488" cy="722488"/>
              <a:chOff x="3943586" y="2708964"/>
              <a:chExt cx="722488" cy="722488"/>
            </a:xfrm>
          </p:grpSpPr>
          <p:cxnSp>
            <p:nvCxnSpPr>
              <p:cNvPr id="51" name="Connecteur droit 50">
                <a:extLst>
                  <a:ext uri="{FF2B5EF4-FFF2-40B4-BE49-F238E27FC236}">
                    <a16:creationId xmlns:a16="http://schemas.microsoft.com/office/drawing/2014/main" id="{7FFB468F-681C-4F28-970D-F2B22BC6673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943586" y="3429000"/>
                <a:ext cx="722488" cy="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headEnd type="stealth" w="sm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52" name="Connecteur droit 51">
                <a:extLst>
                  <a:ext uri="{FF2B5EF4-FFF2-40B4-BE49-F238E27FC236}">
                    <a16:creationId xmlns:a16="http://schemas.microsoft.com/office/drawing/2014/main" id="{9C9AB4E4-AC65-458C-9A30-8CE58A69404D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>
                <a:off x="3582343" y="3070207"/>
                <a:ext cx="722488" cy="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headEnd type="stealth" w="sm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53" name="Groupe 52">
              <a:extLst>
                <a:ext uri="{FF2B5EF4-FFF2-40B4-BE49-F238E27FC236}">
                  <a16:creationId xmlns:a16="http://schemas.microsoft.com/office/drawing/2014/main" id="{80435A09-89F1-4BAC-B1CF-21E8AAAF8A5E}"/>
                </a:ext>
              </a:extLst>
            </p:cNvPr>
            <p:cNvGrpSpPr/>
            <p:nvPr/>
          </p:nvGrpSpPr>
          <p:grpSpPr>
            <a:xfrm rot="20521398">
              <a:off x="3814215" y="2617044"/>
              <a:ext cx="722488" cy="722488"/>
              <a:chOff x="3943586" y="2708964"/>
              <a:chExt cx="722488" cy="722488"/>
            </a:xfrm>
          </p:grpSpPr>
          <p:cxnSp>
            <p:nvCxnSpPr>
              <p:cNvPr id="54" name="Connecteur droit 53">
                <a:extLst>
                  <a:ext uri="{FF2B5EF4-FFF2-40B4-BE49-F238E27FC236}">
                    <a16:creationId xmlns:a16="http://schemas.microsoft.com/office/drawing/2014/main" id="{6C688ABB-3AE4-4455-933D-F766FADA118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943586" y="3429000"/>
                <a:ext cx="722488" cy="1"/>
              </a:xfrm>
              <a:prstGeom prst="line">
                <a:avLst/>
              </a:prstGeom>
              <a:noFill/>
              <a:ln w="9525">
                <a:solidFill>
                  <a:srgbClr val="FFC000"/>
                </a:solidFill>
                <a:headEnd type="stealth" w="sm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55" name="Connecteur droit 54">
                <a:extLst>
                  <a:ext uri="{FF2B5EF4-FFF2-40B4-BE49-F238E27FC236}">
                    <a16:creationId xmlns:a16="http://schemas.microsoft.com/office/drawing/2014/main" id="{F2260824-6431-4C7E-A1B0-000E35E6AC9B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>
                <a:off x="3582343" y="3070207"/>
                <a:ext cx="722488" cy="1"/>
              </a:xfrm>
              <a:prstGeom prst="line">
                <a:avLst/>
              </a:prstGeom>
              <a:noFill/>
              <a:ln w="9525">
                <a:solidFill>
                  <a:srgbClr val="FFC000"/>
                </a:solidFill>
                <a:headEnd type="stealth" w="sm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ZoneTexte 55">
                  <a:extLst>
                    <a:ext uri="{FF2B5EF4-FFF2-40B4-BE49-F238E27FC236}">
                      <a16:creationId xmlns:a16="http://schemas.microsoft.com/office/drawing/2014/main" id="{A4FB5276-55AE-4E91-9B8B-568C4909B2C6}"/>
                    </a:ext>
                  </a:extLst>
                </p:cNvPr>
                <p:cNvSpPr txBox="1"/>
                <p:nvPr/>
              </p:nvSpPr>
              <p:spPr>
                <a:xfrm>
                  <a:off x="4659428" y="3332093"/>
                  <a:ext cx="156325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kumimoji="0" lang="fr-FR" sz="1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kumimoji="0" lang="fr-FR" sz="1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Pr>
                              <m:e>
                                <m:r>
                                  <a:rPr kumimoji="0" lang="fr-FR" sz="1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0" lang="fr-FR" sz="1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kumimoji="0" lang="fr-FR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56" name="ZoneTexte 55">
                  <a:extLst>
                    <a:ext uri="{FF2B5EF4-FFF2-40B4-BE49-F238E27FC236}">
                      <a16:creationId xmlns:a16="http://schemas.microsoft.com/office/drawing/2014/main" id="{A4FB5276-55AE-4E91-9B8B-568C4909B2C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59428" y="3332093"/>
                  <a:ext cx="156325" cy="153888"/>
                </a:xfrm>
                <a:prstGeom prst="rect">
                  <a:avLst/>
                </a:prstGeom>
                <a:blipFill>
                  <a:blip r:embed="rId3"/>
                  <a:stretch>
                    <a:fillRect l="-11538" r="-3846" b="-16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ZoneTexte 56">
                  <a:extLst>
                    <a:ext uri="{FF2B5EF4-FFF2-40B4-BE49-F238E27FC236}">
                      <a16:creationId xmlns:a16="http://schemas.microsoft.com/office/drawing/2014/main" id="{75B94B40-E4F0-4F78-8ED3-A4BD81582887}"/>
                    </a:ext>
                  </a:extLst>
                </p:cNvPr>
                <p:cNvSpPr txBox="1"/>
                <p:nvPr/>
              </p:nvSpPr>
              <p:spPr>
                <a:xfrm>
                  <a:off x="4654444" y="3118661"/>
                  <a:ext cx="153375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kumimoji="0" lang="fr-FR" sz="1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kumimoji="0" lang="fr-FR" sz="1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Pr>
                              <m:e>
                                <m:r>
                                  <a:rPr kumimoji="0" lang="fr-FR" sz="1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0" lang="fr-FR" sz="1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kumimoji="0" lang="fr-FR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57" name="ZoneTexte 56">
                  <a:extLst>
                    <a:ext uri="{FF2B5EF4-FFF2-40B4-BE49-F238E27FC236}">
                      <a16:creationId xmlns:a16="http://schemas.microsoft.com/office/drawing/2014/main" id="{75B94B40-E4F0-4F78-8ED3-A4BD815828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54444" y="3118661"/>
                  <a:ext cx="153375" cy="153888"/>
                </a:xfrm>
                <a:prstGeom prst="rect">
                  <a:avLst/>
                </a:prstGeom>
                <a:blipFill>
                  <a:blip r:embed="rId4"/>
                  <a:stretch>
                    <a:fillRect l="-11538" r="-3846" b="-16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ZoneTexte 57">
                  <a:extLst>
                    <a:ext uri="{FF2B5EF4-FFF2-40B4-BE49-F238E27FC236}">
                      <a16:creationId xmlns:a16="http://schemas.microsoft.com/office/drawing/2014/main" id="{93BDD4AB-6D50-47C7-8842-025AB3E7A965}"/>
                    </a:ext>
                  </a:extLst>
                </p:cNvPr>
                <p:cNvSpPr txBox="1"/>
                <p:nvPr/>
              </p:nvSpPr>
              <p:spPr>
                <a:xfrm>
                  <a:off x="3864357" y="2550172"/>
                  <a:ext cx="156902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kumimoji="0" lang="fr-FR" sz="1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kumimoji="0" lang="fr-FR" sz="1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Pr>
                              <m:e>
                                <m:r>
                                  <a:rPr kumimoji="0" lang="fr-FR" sz="1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kumimoji="0" lang="fr-FR" sz="1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kumimoji="0" lang="fr-FR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58" name="ZoneTexte 57">
                  <a:extLst>
                    <a:ext uri="{FF2B5EF4-FFF2-40B4-BE49-F238E27FC236}">
                      <a16:creationId xmlns:a16="http://schemas.microsoft.com/office/drawing/2014/main" id="{93BDD4AB-6D50-47C7-8842-025AB3E7A9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64357" y="2550172"/>
                  <a:ext cx="156902" cy="153888"/>
                </a:xfrm>
                <a:prstGeom prst="rect">
                  <a:avLst/>
                </a:prstGeom>
                <a:blipFill>
                  <a:blip r:embed="rId5"/>
                  <a:stretch>
                    <a:fillRect l="-23077" r="-3846" b="-24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ZoneTexte 58">
                  <a:extLst>
                    <a:ext uri="{FF2B5EF4-FFF2-40B4-BE49-F238E27FC236}">
                      <a16:creationId xmlns:a16="http://schemas.microsoft.com/office/drawing/2014/main" id="{96BF64D5-DB6A-43DF-AEB7-B0A632160CE8}"/>
                    </a:ext>
                  </a:extLst>
                </p:cNvPr>
                <p:cNvSpPr txBox="1"/>
                <p:nvPr/>
              </p:nvSpPr>
              <p:spPr>
                <a:xfrm>
                  <a:off x="3625745" y="2584081"/>
                  <a:ext cx="153953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kumimoji="0" lang="fr-FR" sz="1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kumimoji="0" lang="fr-FR" sz="1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Pr>
                              <m:e>
                                <m:r>
                                  <a:rPr kumimoji="0" lang="fr-FR" sz="1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kumimoji="0" lang="fr-FR" sz="1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kumimoji="0" lang="fr-FR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59" name="ZoneTexte 58">
                  <a:extLst>
                    <a:ext uri="{FF2B5EF4-FFF2-40B4-BE49-F238E27FC236}">
                      <a16:creationId xmlns:a16="http://schemas.microsoft.com/office/drawing/2014/main" id="{96BF64D5-DB6A-43DF-AEB7-B0A632160C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25745" y="2584081"/>
                  <a:ext cx="153953" cy="153888"/>
                </a:xfrm>
                <a:prstGeom prst="rect">
                  <a:avLst/>
                </a:prstGeom>
                <a:blipFill>
                  <a:blip r:embed="rId6"/>
                  <a:stretch>
                    <a:fillRect l="-24000" r="-8000" b="-2307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0" name="Ellipse 59">
              <a:extLst>
                <a:ext uri="{FF2B5EF4-FFF2-40B4-BE49-F238E27FC236}">
                  <a16:creationId xmlns:a16="http://schemas.microsoft.com/office/drawing/2014/main" id="{3A447C86-D550-4EAB-9262-8CC41D3FACE0}"/>
                </a:ext>
              </a:extLst>
            </p:cNvPr>
            <p:cNvSpPr/>
            <p:nvPr/>
          </p:nvSpPr>
          <p:spPr>
            <a:xfrm>
              <a:off x="3891138" y="3373761"/>
              <a:ext cx="108000" cy="108000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1" name="Ellipse 60">
              <a:extLst>
                <a:ext uri="{FF2B5EF4-FFF2-40B4-BE49-F238E27FC236}">
                  <a16:creationId xmlns:a16="http://schemas.microsoft.com/office/drawing/2014/main" id="{FD437849-2629-4B54-A0D1-05287F59D52D}"/>
                </a:ext>
              </a:extLst>
            </p:cNvPr>
            <p:cNvSpPr/>
            <p:nvPr/>
          </p:nvSpPr>
          <p:spPr>
            <a:xfrm>
              <a:off x="3927138" y="3409761"/>
              <a:ext cx="36000" cy="36000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2" name="Arc 61">
              <a:extLst>
                <a:ext uri="{FF2B5EF4-FFF2-40B4-BE49-F238E27FC236}">
                  <a16:creationId xmlns:a16="http://schemas.microsoft.com/office/drawing/2014/main" id="{E7FDA299-1D95-4FE9-B277-0C6D5880FB2A}"/>
                </a:ext>
              </a:extLst>
            </p:cNvPr>
            <p:cNvSpPr/>
            <p:nvPr/>
          </p:nvSpPr>
          <p:spPr>
            <a:xfrm>
              <a:off x="3409371" y="2884256"/>
              <a:ext cx="1074384" cy="1074384"/>
            </a:xfrm>
            <a:prstGeom prst="arc">
              <a:avLst>
                <a:gd name="adj1" fmla="val 20568333"/>
                <a:gd name="adj2" fmla="val 0"/>
              </a:avLst>
            </a:prstGeom>
            <a:ln>
              <a:solidFill>
                <a:srgbClr val="FFC000"/>
              </a:solidFill>
              <a:headEnd type="stealth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ZoneTexte 62">
                  <a:extLst>
                    <a:ext uri="{FF2B5EF4-FFF2-40B4-BE49-F238E27FC236}">
                      <a16:creationId xmlns:a16="http://schemas.microsoft.com/office/drawing/2014/main" id="{6573B8FF-FC92-4D39-A7CF-813A1EBEA58D}"/>
                    </a:ext>
                  </a:extLst>
                </p:cNvPr>
                <p:cNvSpPr txBox="1"/>
                <p:nvPr/>
              </p:nvSpPr>
              <p:spPr>
                <a:xfrm>
                  <a:off x="4506802" y="3252239"/>
                  <a:ext cx="118174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fr-FR" sz="10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𝜑</m:t>
                        </m:r>
                      </m:oMath>
                    </m:oMathPara>
                  </a14:m>
                  <a:endParaRPr kumimoji="0" lang="fr-FR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63" name="ZoneTexte 62">
                  <a:extLst>
                    <a:ext uri="{FF2B5EF4-FFF2-40B4-BE49-F238E27FC236}">
                      <a16:creationId xmlns:a16="http://schemas.microsoft.com/office/drawing/2014/main" id="{6573B8FF-FC92-4D39-A7CF-813A1EBEA5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06802" y="3252239"/>
                  <a:ext cx="118174" cy="153888"/>
                </a:xfrm>
                <a:prstGeom prst="rect">
                  <a:avLst/>
                </a:prstGeom>
                <a:blipFill>
                  <a:blip r:embed="rId7"/>
                  <a:stretch>
                    <a:fillRect l="-25000" r="-20000" b="-24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71" name="Groupe 70">
            <a:extLst>
              <a:ext uri="{FF2B5EF4-FFF2-40B4-BE49-F238E27FC236}">
                <a16:creationId xmlns:a16="http://schemas.microsoft.com/office/drawing/2014/main" id="{E80766BF-C577-4AE9-B82B-ADB8EE47676B}"/>
              </a:ext>
            </a:extLst>
          </p:cNvPr>
          <p:cNvGrpSpPr/>
          <p:nvPr/>
        </p:nvGrpSpPr>
        <p:grpSpPr>
          <a:xfrm>
            <a:off x="233617" y="2213277"/>
            <a:ext cx="2370197" cy="2389302"/>
            <a:chOff x="740286" y="2714512"/>
            <a:chExt cx="2370197" cy="2389302"/>
          </a:xfrm>
        </p:grpSpPr>
        <p:grpSp>
          <p:nvGrpSpPr>
            <p:cNvPr id="4" name="Groupe 3">
              <a:extLst>
                <a:ext uri="{FF2B5EF4-FFF2-40B4-BE49-F238E27FC236}">
                  <a16:creationId xmlns:a16="http://schemas.microsoft.com/office/drawing/2014/main" id="{045FBDD0-4DD7-4C48-9E9C-68F4310C10A9}"/>
                </a:ext>
              </a:extLst>
            </p:cNvPr>
            <p:cNvGrpSpPr/>
            <p:nvPr/>
          </p:nvGrpSpPr>
          <p:grpSpPr>
            <a:xfrm rot="13500000">
              <a:off x="1328303" y="3015030"/>
              <a:ext cx="1323247" cy="2241112"/>
              <a:chOff x="2977194" y="2472069"/>
              <a:chExt cx="1323247" cy="2241112"/>
            </a:xfrm>
          </p:grpSpPr>
          <p:grpSp>
            <p:nvGrpSpPr>
              <p:cNvPr id="5" name="Groupe 4">
                <a:extLst>
                  <a:ext uri="{FF2B5EF4-FFF2-40B4-BE49-F238E27FC236}">
                    <a16:creationId xmlns:a16="http://schemas.microsoft.com/office/drawing/2014/main" id="{75398963-89E7-421D-BA19-13772E20B77C}"/>
                  </a:ext>
                </a:extLst>
              </p:cNvPr>
              <p:cNvGrpSpPr/>
              <p:nvPr/>
            </p:nvGrpSpPr>
            <p:grpSpPr>
              <a:xfrm>
                <a:off x="2977194" y="2966483"/>
                <a:ext cx="1323247" cy="1746698"/>
                <a:chOff x="2977194" y="2966483"/>
                <a:chExt cx="1323247" cy="1746698"/>
              </a:xfrm>
            </p:grpSpPr>
            <p:sp>
              <p:nvSpPr>
                <p:cNvPr id="7" name="Arc 6">
                  <a:extLst>
                    <a:ext uri="{FF2B5EF4-FFF2-40B4-BE49-F238E27FC236}">
                      <a16:creationId xmlns:a16="http://schemas.microsoft.com/office/drawing/2014/main" id="{BEC1EE3B-0A90-458F-9F6B-6BA619ED1449}"/>
                    </a:ext>
                  </a:extLst>
                </p:cNvPr>
                <p:cNvSpPr/>
                <p:nvPr/>
              </p:nvSpPr>
              <p:spPr>
                <a:xfrm>
                  <a:off x="3631019" y="2966483"/>
                  <a:ext cx="288000" cy="288000"/>
                </a:xfrm>
                <a:prstGeom prst="arc">
                  <a:avLst>
                    <a:gd name="adj1" fmla="val 10671135"/>
                    <a:gd name="adj2" fmla="val 0"/>
                  </a:avLst>
                </a:prstGeom>
                <a:noFill/>
                <a:ln w="19050">
                  <a:solidFill>
                    <a:srgbClr val="FFC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FR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cxnSp>
              <p:nvCxnSpPr>
                <p:cNvPr id="8" name="Connecteur droit 7">
                  <a:extLst>
                    <a:ext uri="{FF2B5EF4-FFF2-40B4-BE49-F238E27FC236}">
                      <a16:creationId xmlns:a16="http://schemas.microsoft.com/office/drawing/2014/main" id="{3AD19322-ED43-49B9-8142-19BB522CF02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8100000" flipV="1">
                  <a:off x="2977194" y="3389934"/>
                  <a:ext cx="1323247" cy="1323247"/>
                </a:xfrm>
                <a:prstGeom prst="line">
                  <a:avLst/>
                </a:prstGeom>
                <a:noFill/>
                <a:ln w="19050">
                  <a:solidFill>
                    <a:srgbClr val="FFC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</p:grpSp>
          <p:cxnSp>
            <p:nvCxnSpPr>
              <p:cNvPr id="6" name="Connecteur droit 5">
                <a:extLst>
                  <a:ext uri="{FF2B5EF4-FFF2-40B4-BE49-F238E27FC236}">
                    <a16:creationId xmlns:a16="http://schemas.microsoft.com/office/drawing/2014/main" id="{ED42E5F3-EBBF-4087-9D01-B58AA52E867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780342" y="2472069"/>
                <a:ext cx="0" cy="494414"/>
              </a:xfrm>
              <a:prstGeom prst="line">
                <a:avLst/>
              </a:prstGeom>
              <a:noFill/>
              <a:ln w="1905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9" name="Forme libre : forme 8">
              <a:extLst>
                <a:ext uri="{FF2B5EF4-FFF2-40B4-BE49-F238E27FC236}">
                  <a16:creationId xmlns:a16="http://schemas.microsoft.com/office/drawing/2014/main" id="{8FA039F8-A007-4773-9933-5F8B090CF15E}"/>
                </a:ext>
              </a:extLst>
            </p:cNvPr>
            <p:cNvSpPr/>
            <p:nvPr/>
          </p:nvSpPr>
          <p:spPr>
            <a:xfrm>
              <a:off x="931760" y="5009186"/>
              <a:ext cx="254643" cy="94628"/>
            </a:xfrm>
            <a:custGeom>
              <a:avLst/>
              <a:gdLst>
                <a:gd name="connsiteX0" fmla="*/ 0 w 254643"/>
                <a:gd name="connsiteY0" fmla="*/ 0 h 140389"/>
                <a:gd name="connsiteX1" fmla="*/ 92598 w 254643"/>
                <a:gd name="connsiteY1" fmla="*/ 138897 h 140389"/>
                <a:gd name="connsiteX2" fmla="*/ 138897 w 254643"/>
                <a:gd name="connsiteY2" fmla="*/ 75236 h 140389"/>
                <a:gd name="connsiteX3" fmla="*/ 202557 w 254643"/>
                <a:gd name="connsiteY3" fmla="*/ 104173 h 140389"/>
                <a:gd name="connsiteX4" fmla="*/ 254643 w 254643"/>
                <a:gd name="connsiteY4" fmla="*/ 5788 h 1403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4643" h="140389">
                  <a:moveTo>
                    <a:pt x="0" y="0"/>
                  </a:moveTo>
                  <a:cubicBezTo>
                    <a:pt x="34724" y="63179"/>
                    <a:pt x="69448" y="126358"/>
                    <a:pt x="92598" y="138897"/>
                  </a:cubicBezTo>
                  <a:cubicBezTo>
                    <a:pt x="115748" y="151436"/>
                    <a:pt x="120571" y="81023"/>
                    <a:pt x="138897" y="75236"/>
                  </a:cubicBezTo>
                  <a:cubicBezTo>
                    <a:pt x="157223" y="69449"/>
                    <a:pt x="183266" y="115748"/>
                    <a:pt x="202557" y="104173"/>
                  </a:cubicBezTo>
                  <a:cubicBezTo>
                    <a:pt x="221848" y="92598"/>
                    <a:pt x="238245" y="49193"/>
                    <a:pt x="254643" y="5788"/>
                  </a:cubicBezTo>
                </a:path>
              </a:pathLst>
            </a:cu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" name="Ellipse 9">
              <a:extLst>
                <a:ext uri="{FF2B5EF4-FFF2-40B4-BE49-F238E27FC236}">
                  <a16:creationId xmlns:a16="http://schemas.microsoft.com/office/drawing/2014/main" id="{6032AC7D-3A37-4BC4-B97E-8AC753CFA461}"/>
                </a:ext>
              </a:extLst>
            </p:cNvPr>
            <p:cNvSpPr/>
            <p:nvPr/>
          </p:nvSpPr>
          <p:spPr>
            <a:xfrm>
              <a:off x="987543" y="4799935"/>
              <a:ext cx="144000" cy="144000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DDB4BA1A-8F1C-413A-872B-B08F7F5D9627}"/>
                </a:ext>
              </a:extLst>
            </p:cNvPr>
            <p:cNvCxnSpPr>
              <a:cxnSpLocks/>
              <a:stCxn id="10" idx="4"/>
            </p:cNvCxnSpPr>
            <p:nvPr/>
          </p:nvCxnSpPr>
          <p:spPr>
            <a:xfrm>
              <a:off x="1059543" y="4943935"/>
              <a:ext cx="0" cy="59870"/>
            </a:xfrm>
            <a:prstGeom prst="lin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" name="Connecteur droit 11">
              <a:extLst>
                <a:ext uri="{FF2B5EF4-FFF2-40B4-BE49-F238E27FC236}">
                  <a16:creationId xmlns:a16="http://schemas.microsoft.com/office/drawing/2014/main" id="{1227F42E-7FCC-450B-AAB2-03C07D1116C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59082" y="4862495"/>
              <a:ext cx="0" cy="288000"/>
            </a:xfrm>
            <a:prstGeom prst="lin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Connecteur droit 12">
              <a:extLst>
                <a:ext uri="{FF2B5EF4-FFF2-40B4-BE49-F238E27FC236}">
                  <a16:creationId xmlns:a16="http://schemas.microsoft.com/office/drawing/2014/main" id="{F4A3CDC2-2CF5-42EA-9CFB-9D34FEFC0D9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31543" y="4871935"/>
              <a:ext cx="1560269" cy="0"/>
            </a:xfrm>
            <a:prstGeom prst="line">
              <a:avLst/>
            </a:prstGeom>
            <a:noFill/>
            <a:ln w="19050">
              <a:solidFill>
                <a:srgbClr val="FFC000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ZoneTexte 13">
                  <a:extLst>
                    <a:ext uri="{FF2B5EF4-FFF2-40B4-BE49-F238E27FC236}">
                      <a16:creationId xmlns:a16="http://schemas.microsoft.com/office/drawing/2014/main" id="{9C98817C-9EB3-4877-80CA-8239FAA37D82}"/>
                    </a:ext>
                  </a:extLst>
                </p:cNvPr>
                <p:cNvSpPr txBox="1"/>
                <p:nvPr/>
              </p:nvSpPr>
              <p:spPr>
                <a:xfrm>
                  <a:off x="740286" y="4789204"/>
                  <a:ext cx="134524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fr-FR" sz="12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𝐴</m:t>
                        </m:r>
                      </m:oMath>
                    </m:oMathPara>
                  </a14:m>
                  <a:endParaRPr kumimoji="0" lang="fr-FR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14" name="ZoneTexte 13">
                  <a:extLst>
                    <a:ext uri="{FF2B5EF4-FFF2-40B4-BE49-F238E27FC236}">
                      <a16:creationId xmlns:a16="http://schemas.microsoft.com/office/drawing/2014/main" id="{9C98817C-9EB3-4877-80CA-8239FAA37D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0286" y="4789204"/>
                  <a:ext cx="134524" cy="184666"/>
                </a:xfrm>
                <a:prstGeom prst="rect">
                  <a:avLst/>
                </a:prstGeom>
                <a:blipFill>
                  <a:blip r:embed="rId8"/>
                  <a:stretch>
                    <a:fillRect l="-27273" r="-27273" b="-322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" name="Connecteur droit 14">
              <a:extLst>
                <a:ext uri="{FF2B5EF4-FFF2-40B4-BE49-F238E27FC236}">
                  <a16:creationId xmlns:a16="http://schemas.microsoft.com/office/drawing/2014/main" id="{08CE0A27-3396-4054-96E4-27B8248794A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26354" y="4189461"/>
              <a:ext cx="610252" cy="600724"/>
            </a:xfrm>
            <a:prstGeom prst="line">
              <a:avLst/>
            </a:prstGeom>
            <a:noFill/>
            <a:ln w="9525">
              <a:solidFill>
                <a:srgbClr val="FFC000"/>
              </a:solidFill>
              <a:tailEnd type="stealth" w="med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6" name="Ellipse 15">
              <a:extLst>
                <a:ext uri="{FF2B5EF4-FFF2-40B4-BE49-F238E27FC236}">
                  <a16:creationId xmlns:a16="http://schemas.microsoft.com/office/drawing/2014/main" id="{9BD752BD-2FAC-4070-93C7-41431DA52ECD}"/>
                </a:ext>
              </a:extLst>
            </p:cNvPr>
            <p:cNvSpPr/>
            <p:nvPr/>
          </p:nvSpPr>
          <p:spPr>
            <a:xfrm>
              <a:off x="1806125" y="4334346"/>
              <a:ext cx="225543" cy="225543"/>
            </a:xfrm>
            <a:prstGeom prst="ellipse">
              <a:avLst/>
            </a:prstGeom>
            <a:noFill/>
            <a:ln w="19050"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FFC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1</a:t>
              </a:r>
              <a:endParaRPr kumimoji="0" lang="fr-FR" sz="18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ZoneTexte 16">
                  <a:extLst>
                    <a:ext uri="{FF2B5EF4-FFF2-40B4-BE49-F238E27FC236}">
                      <a16:creationId xmlns:a16="http://schemas.microsoft.com/office/drawing/2014/main" id="{D0C85A7F-D2D0-44BE-893C-DD1E97FDD47F}"/>
                    </a:ext>
                  </a:extLst>
                </p:cNvPr>
                <p:cNvSpPr txBox="1"/>
                <p:nvPr/>
              </p:nvSpPr>
              <p:spPr>
                <a:xfrm>
                  <a:off x="1491848" y="4059447"/>
                  <a:ext cx="184088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kumimoji="0" lang="fr-FR" sz="12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kumimoji="0" lang="fr-FR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Pr>
                              <m:e>
                                <m:r>
                                  <a:rPr kumimoji="0" lang="fr-FR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0" lang="fr-FR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kumimoji="0" lang="fr-FR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17" name="ZoneTexte 16">
                  <a:extLst>
                    <a:ext uri="{FF2B5EF4-FFF2-40B4-BE49-F238E27FC236}">
                      <a16:creationId xmlns:a16="http://schemas.microsoft.com/office/drawing/2014/main" id="{D0C85A7F-D2D0-44BE-893C-DD1E97FDD47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91848" y="4059447"/>
                  <a:ext cx="184088" cy="184666"/>
                </a:xfrm>
                <a:prstGeom prst="rect">
                  <a:avLst/>
                </a:prstGeom>
                <a:blipFill>
                  <a:blip r:embed="rId9"/>
                  <a:stretch>
                    <a:fillRect l="-13333" r="-3333" b="-13333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47BAA44B-90FA-4EBD-AC2A-6E0B05336A6F}"/>
                </a:ext>
              </a:extLst>
            </p:cNvPr>
            <p:cNvSpPr/>
            <p:nvPr/>
          </p:nvSpPr>
          <p:spPr>
            <a:xfrm>
              <a:off x="773613" y="4525205"/>
              <a:ext cx="225543" cy="225543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0</a:t>
              </a:r>
              <a:endParaRPr kumimoji="0" lang="fr-FR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" name="Ellipse 18">
              <a:extLst>
                <a:ext uri="{FF2B5EF4-FFF2-40B4-BE49-F238E27FC236}">
                  <a16:creationId xmlns:a16="http://schemas.microsoft.com/office/drawing/2014/main" id="{9351BC57-2054-4354-94B5-2B50B98E6510}"/>
                </a:ext>
              </a:extLst>
            </p:cNvPr>
            <p:cNvSpPr/>
            <p:nvPr/>
          </p:nvSpPr>
          <p:spPr>
            <a:xfrm>
              <a:off x="2860570" y="3033955"/>
              <a:ext cx="241874" cy="241874"/>
            </a:xfrm>
            <a:prstGeom prst="ellipse">
              <a:avLst/>
            </a:prstGeom>
            <a:solidFill>
              <a:schemeClr val="accent2"/>
            </a:solidFill>
            <a:ln w="3810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0" name="Ellipse 19">
              <a:extLst>
                <a:ext uri="{FF2B5EF4-FFF2-40B4-BE49-F238E27FC236}">
                  <a16:creationId xmlns:a16="http://schemas.microsoft.com/office/drawing/2014/main" id="{9F57CEB1-7116-46E4-A26F-F19F49996E10}"/>
                </a:ext>
              </a:extLst>
            </p:cNvPr>
            <p:cNvSpPr/>
            <p:nvPr/>
          </p:nvSpPr>
          <p:spPr>
            <a:xfrm>
              <a:off x="2492716" y="3460613"/>
              <a:ext cx="199096" cy="199096"/>
            </a:xfrm>
            <a:prstGeom prst="ellipse">
              <a:avLst/>
            </a:prstGeom>
            <a:solidFill>
              <a:schemeClr val="accent2"/>
            </a:solidFill>
            <a:ln w="3810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" name="Ellipse 20">
              <a:extLst>
                <a:ext uri="{FF2B5EF4-FFF2-40B4-BE49-F238E27FC236}">
                  <a16:creationId xmlns:a16="http://schemas.microsoft.com/office/drawing/2014/main" id="{7A9324EA-B7A9-4C97-B7E9-800F3F3C7815}"/>
                </a:ext>
              </a:extLst>
            </p:cNvPr>
            <p:cNvSpPr/>
            <p:nvPr/>
          </p:nvSpPr>
          <p:spPr>
            <a:xfrm>
              <a:off x="2331795" y="3727298"/>
              <a:ext cx="89217" cy="89217"/>
            </a:xfrm>
            <a:prstGeom prst="ellipse">
              <a:avLst/>
            </a:prstGeom>
            <a:solidFill>
              <a:schemeClr val="accent2"/>
            </a:solidFill>
            <a:ln w="3810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3" name="Connecteur droit avec flèche 22">
              <a:extLst>
                <a:ext uri="{FF2B5EF4-FFF2-40B4-BE49-F238E27FC236}">
                  <a16:creationId xmlns:a16="http://schemas.microsoft.com/office/drawing/2014/main" id="{65421E9B-8DAB-4B5B-A4CC-D5728F743BE7}"/>
                </a:ext>
              </a:extLst>
            </p:cNvPr>
            <p:cNvCxnSpPr>
              <a:cxnSpLocks/>
              <a:stCxn id="19" idx="4"/>
            </p:cNvCxnSpPr>
            <p:nvPr/>
          </p:nvCxnSpPr>
          <p:spPr>
            <a:xfrm flipH="1">
              <a:off x="2976065" y="3275829"/>
              <a:ext cx="5442" cy="828085"/>
            </a:xfrm>
            <a:prstGeom prst="straightConnector1">
              <a:avLst/>
            </a:prstGeom>
            <a:ln w="38100">
              <a:solidFill>
                <a:srgbClr val="C00000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eur droit avec flèche 24">
              <a:extLst>
                <a:ext uri="{FF2B5EF4-FFF2-40B4-BE49-F238E27FC236}">
                  <a16:creationId xmlns:a16="http://schemas.microsoft.com/office/drawing/2014/main" id="{7C8392EA-20D2-4BFF-AA6B-3B02A482FCD0}"/>
                </a:ext>
              </a:extLst>
            </p:cNvPr>
            <p:cNvCxnSpPr>
              <a:cxnSpLocks/>
            </p:cNvCxnSpPr>
            <p:nvPr/>
          </p:nvCxnSpPr>
          <p:spPr>
            <a:xfrm>
              <a:off x="2594985" y="3666122"/>
              <a:ext cx="0" cy="347419"/>
            </a:xfrm>
            <a:prstGeom prst="straightConnector1">
              <a:avLst/>
            </a:prstGeom>
            <a:ln w="38100">
              <a:solidFill>
                <a:srgbClr val="C00000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eur droit avec flèche 25">
              <a:extLst>
                <a:ext uri="{FF2B5EF4-FFF2-40B4-BE49-F238E27FC236}">
                  <a16:creationId xmlns:a16="http://schemas.microsoft.com/office/drawing/2014/main" id="{7BC92A14-65E0-4AE1-9100-81FB194DD0D9}"/>
                </a:ext>
              </a:extLst>
            </p:cNvPr>
            <p:cNvCxnSpPr>
              <a:cxnSpLocks/>
            </p:cNvCxnSpPr>
            <p:nvPr/>
          </p:nvCxnSpPr>
          <p:spPr>
            <a:xfrm>
              <a:off x="2366154" y="3837622"/>
              <a:ext cx="0" cy="351839"/>
            </a:xfrm>
            <a:prstGeom prst="straightConnector1">
              <a:avLst/>
            </a:prstGeom>
            <a:ln w="38100">
              <a:solidFill>
                <a:srgbClr val="C00000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Arc 46">
              <a:extLst>
                <a:ext uri="{FF2B5EF4-FFF2-40B4-BE49-F238E27FC236}">
                  <a16:creationId xmlns:a16="http://schemas.microsoft.com/office/drawing/2014/main" id="{311BE4B0-029D-43A1-99B7-578BCE561C27}"/>
                </a:ext>
              </a:extLst>
            </p:cNvPr>
            <p:cNvSpPr/>
            <p:nvPr/>
          </p:nvSpPr>
          <p:spPr>
            <a:xfrm rot="13500000">
              <a:off x="884187" y="4662418"/>
              <a:ext cx="388584" cy="388584"/>
            </a:xfrm>
            <a:prstGeom prst="arc">
              <a:avLst>
                <a:gd name="adj1" fmla="val 10671135"/>
                <a:gd name="adj2" fmla="val 0"/>
              </a:avLst>
            </a:prstGeom>
            <a:ln w="38100">
              <a:solidFill>
                <a:srgbClr val="C00000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ZoneTexte 65">
                  <a:extLst>
                    <a:ext uri="{FF2B5EF4-FFF2-40B4-BE49-F238E27FC236}">
                      <a16:creationId xmlns:a16="http://schemas.microsoft.com/office/drawing/2014/main" id="{3A97950B-84F8-4DD6-B142-4080708B4364}"/>
                    </a:ext>
                  </a:extLst>
                </p:cNvPr>
                <p:cNvSpPr txBox="1"/>
                <p:nvPr/>
              </p:nvSpPr>
              <p:spPr>
                <a:xfrm>
                  <a:off x="2217246" y="3496933"/>
                  <a:ext cx="213328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fr-FR" sz="12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fr-FR" sz="12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𝐺</m:t>
                            </m:r>
                          </m:e>
                          <m:sub>
                            <m:r>
                              <a:rPr kumimoji="0" lang="fr-FR" sz="12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𝐵</m:t>
                            </m:r>
                          </m:sub>
                        </m:sSub>
                      </m:oMath>
                    </m:oMathPara>
                  </a14:m>
                  <a:endParaRPr kumimoji="0" lang="fr-FR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66" name="ZoneTexte 65">
                  <a:extLst>
                    <a:ext uri="{FF2B5EF4-FFF2-40B4-BE49-F238E27FC236}">
                      <a16:creationId xmlns:a16="http://schemas.microsoft.com/office/drawing/2014/main" id="{3A97950B-84F8-4DD6-B142-4080708B436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7246" y="3496933"/>
                  <a:ext cx="213328" cy="184666"/>
                </a:xfrm>
                <a:prstGeom prst="rect">
                  <a:avLst/>
                </a:prstGeom>
                <a:blipFill>
                  <a:blip r:embed="rId10"/>
                  <a:stretch>
                    <a:fillRect l="-17143" r="-2857" b="-967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ZoneTexte 66">
                  <a:extLst>
                    <a:ext uri="{FF2B5EF4-FFF2-40B4-BE49-F238E27FC236}">
                      <a16:creationId xmlns:a16="http://schemas.microsoft.com/office/drawing/2014/main" id="{C8D08307-30E2-4C01-ABFF-19B8856BD45A}"/>
                    </a:ext>
                  </a:extLst>
                </p:cNvPr>
                <p:cNvSpPr txBox="1"/>
                <p:nvPr/>
              </p:nvSpPr>
              <p:spPr>
                <a:xfrm>
                  <a:off x="2440060" y="3168660"/>
                  <a:ext cx="240450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fr-FR" sz="12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fr-FR" sz="12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𝐺</m:t>
                            </m:r>
                          </m:e>
                          <m:sub>
                            <m:r>
                              <a:rPr kumimoji="0" lang="fr-FR" sz="12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𝑀</m:t>
                            </m:r>
                          </m:sub>
                        </m:sSub>
                      </m:oMath>
                    </m:oMathPara>
                  </a14:m>
                  <a:endParaRPr kumimoji="0" lang="fr-FR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67" name="ZoneTexte 66">
                  <a:extLst>
                    <a:ext uri="{FF2B5EF4-FFF2-40B4-BE49-F238E27FC236}">
                      <a16:creationId xmlns:a16="http://schemas.microsoft.com/office/drawing/2014/main" id="{C8D08307-30E2-4C01-ABFF-19B8856BD4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40060" y="3168660"/>
                  <a:ext cx="240450" cy="184666"/>
                </a:xfrm>
                <a:prstGeom prst="rect">
                  <a:avLst/>
                </a:prstGeom>
                <a:blipFill>
                  <a:blip r:embed="rId11"/>
                  <a:stretch>
                    <a:fillRect l="-15000" b="-13333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ZoneTexte 67">
                  <a:extLst>
                    <a:ext uri="{FF2B5EF4-FFF2-40B4-BE49-F238E27FC236}">
                      <a16:creationId xmlns:a16="http://schemas.microsoft.com/office/drawing/2014/main" id="{1653AEB2-5B33-4E13-8396-CABEC4454797}"/>
                    </a:ext>
                  </a:extLst>
                </p:cNvPr>
                <p:cNvSpPr txBox="1"/>
                <p:nvPr/>
              </p:nvSpPr>
              <p:spPr>
                <a:xfrm>
                  <a:off x="2880285" y="2714512"/>
                  <a:ext cx="207749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fr-FR" sz="12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fr-FR" sz="12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𝐺</m:t>
                            </m:r>
                          </m:e>
                          <m:sub>
                            <m:r>
                              <a:rPr kumimoji="0" lang="fr-FR" sz="12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𝐹</m:t>
                            </m:r>
                          </m:sub>
                        </m:sSub>
                      </m:oMath>
                    </m:oMathPara>
                  </a14:m>
                  <a:endParaRPr kumimoji="0" lang="fr-FR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68" name="ZoneTexte 67">
                  <a:extLst>
                    <a:ext uri="{FF2B5EF4-FFF2-40B4-BE49-F238E27FC236}">
                      <a16:creationId xmlns:a16="http://schemas.microsoft.com/office/drawing/2014/main" id="{1653AEB2-5B33-4E13-8396-CABEC44547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80285" y="2714512"/>
                  <a:ext cx="207749" cy="184666"/>
                </a:xfrm>
                <a:prstGeom prst="rect">
                  <a:avLst/>
                </a:prstGeom>
                <a:blipFill>
                  <a:blip r:embed="rId12"/>
                  <a:stretch>
                    <a:fillRect l="-17647" r="-2941" b="-13333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69" name="Ellipse 68">
            <a:extLst>
              <a:ext uri="{FF2B5EF4-FFF2-40B4-BE49-F238E27FC236}">
                <a16:creationId xmlns:a16="http://schemas.microsoft.com/office/drawing/2014/main" id="{EC73B7E8-9435-4C9E-9E75-98A4C6CBAF35}"/>
              </a:ext>
            </a:extLst>
          </p:cNvPr>
          <p:cNvSpPr/>
          <p:nvPr/>
        </p:nvSpPr>
        <p:spPr>
          <a:xfrm>
            <a:off x="1902678" y="5672361"/>
            <a:ext cx="225543" cy="225543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0</a:t>
            </a:r>
            <a:endParaRPr kumimoji="0" lang="fr-FR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0" name="Ellipse 69">
            <a:extLst>
              <a:ext uri="{FF2B5EF4-FFF2-40B4-BE49-F238E27FC236}">
                <a16:creationId xmlns:a16="http://schemas.microsoft.com/office/drawing/2014/main" id="{1690BC6D-74DF-49C4-B2C9-74D33C026CF8}"/>
              </a:ext>
            </a:extLst>
          </p:cNvPr>
          <p:cNvSpPr/>
          <p:nvPr/>
        </p:nvSpPr>
        <p:spPr>
          <a:xfrm>
            <a:off x="2808396" y="4917110"/>
            <a:ext cx="225543" cy="225543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4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</a:t>
            </a:r>
            <a:endParaRPr kumimoji="0" lang="fr-FR" sz="1800" b="1" i="0" u="none" strike="noStrike" kern="1200" cap="none" spc="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72" name="Groupe 71">
            <a:extLst>
              <a:ext uri="{FF2B5EF4-FFF2-40B4-BE49-F238E27FC236}">
                <a16:creationId xmlns:a16="http://schemas.microsoft.com/office/drawing/2014/main" id="{8C3225EE-5354-499A-A849-CE5F1E76C3CF}"/>
              </a:ext>
            </a:extLst>
          </p:cNvPr>
          <p:cNvGrpSpPr/>
          <p:nvPr/>
        </p:nvGrpSpPr>
        <p:grpSpPr>
          <a:xfrm>
            <a:off x="1871449" y="5897904"/>
            <a:ext cx="288000" cy="159879"/>
            <a:chOff x="5951539" y="3653979"/>
            <a:chExt cx="288000" cy="159879"/>
          </a:xfrm>
        </p:grpSpPr>
        <p:sp>
          <p:nvSpPr>
            <p:cNvPr id="73" name="Forme libre : forme 72">
              <a:extLst>
                <a:ext uri="{FF2B5EF4-FFF2-40B4-BE49-F238E27FC236}">
                  <a16:creationId xmlns:a16="http://schemas.microsoft.com/office/drawing/2014/main" id="{2337484C-D25E-4A4A-B39E-E6F4DC589306}"/>
                </a:ext>
              </a:extLst>
            </p:cNvPr>
            <p:cNvSpPr/>
            <p:nvPr/>
          </p:nvSpPr>
          <p:spPr>
            <a:xfrm>
              <a:off x="5968217" y="3719230"/>
              <a:ext cx="254643" cy="94628"/>
            </a:xfrm>
            <a:custGeom>
              <a:avLst/>
              <a:gdLst>
                <a:gd name="connsiteX0" fmla="*/ 0 w 254643"/>
                <a:gd name="connsiteY0" fmla="*/ 0 h 140389"/>
                <a:gd name="connsiteX1" fmla="*/ 92598 w 254643"/>
                <a:gd name="connsiteY1" fmla="*/ 138897 h 140389"/>
                <a:gd name="connsiteX2" fmla="*/ 138897 w 254643"/>
                <a:gd name="connsiteY2" fmla="*/ 75236 h 140389"/>
                <a:gd name="connsiteX3" fmla="*/ 202557 w 254643"/>
                <a:gd name="connsiteY3" fmla="*/ 104173 h 140389"/>
                <a:gd name="connsiteX4" fmla="*/ 254643 w 254643"/>
                <a:gd name="connsiteY4" fmla="*/ 5788 h 1403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4643" h="140389">
                  <a:moveTo>
                    <a:pt x="0" y="0"/>
                  </a:moveTo>
                  <a:cubicBezTo>
                    <a:pt x="34724" y="63179"/>
                    <a:pt x="69448" y="126358"/>
                    <a:pt x="92598" y="138897"/>
                  </a:cubicBezTo>
                  <a:cubicBezTo>
                    <a:pt x="115748" y="151436"/>
                    <a:pt x="120571" y="81023"/>
                    <a:pt x="138897" y="75236"/>
                  </a:cubicBezTo>
                  <a:cubicBezTo>
                    <a:pt x="157223" y="69449"/>
                    <a:pt x="183266" y="115748"/>
                    <a:pt x="202557" y="104173"/>
                  </a:cubicBezTo>
                  <a:cubicBezTo>
                    <a:pt x="221848" y="92598"/>
                    <a:pt x="238245" y="49193"/>
                    <a:pt x="254643" y="5788"/>
                  </a:cubicBezTo>
                </a:path>
              </a:pathLst>
            </a:cu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74" name="Connecteur droit 73">
              <a:extLst>
                <a:ext uri="{FF2B5EF4-FFF2-40B4-BE49-F238E27FC236}">
                  <a16:creationId xmlns:a16="http://schemas.microsoft.com/office/drawing/2014/main" id="{3000810D-1DC3-43D1-B68E-260829718666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3653979"/>
              <a:ext cx="0" cy="59870"/>
            </a:xfrm>
            <a:prstGeom prst="lin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5" name="Connecteur droit 74">
              <a:extLst>
                <a:ext uri="{FF2B5EF4-FFF2-40B4-BE49-F238E27FC236}">
                  <a16:creationId xmlns:a16="http://schemas.microsoft.com/office/drawing/2014/main" id="{9FA3A4DC-FAE2-4C95-AD90-73B3BAAD1DC0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095539" y="3572539"/>
              <a:ext cx="0" cy="288000"/>
            </a:xfrm>
            <a:prstGeom prst="lin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3266095663"/>
      </p:ext>
    </p:extLst>
  </p:cSld>
  <p:clrMapOvr>
    <a:masterClrMapping/>
  </p:clrMapOvr>
</p:sld>
</file>

<file path=ppt/theme/theme1.xml><?xml version="1.0" encoding="utf-8"?>
<a:theme xmlns:a="http://schemas.openxmlformats.org/drawingml/2006/main" name="Rétrospective">
  <a:themeElements>
    <a:clrScheme name="Bleu vert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9F6715"/>
      </a:folHlink>
    </a:clrScheme>
    <a:fontScheme name="Rétrospectiv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étrospective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1042</Words>
  <Application>Microsoft Office PowerPoint</Application>
  <PresentationFormat>Grand écran</PresentationFormat>
  <Paragraphs>311</Paragraphs>
  <Slides>22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22</vt:i4>
      </vt:variant>
    </vt:vector>
  </HeadingPairs>
  <TitlesOfParts>
    <vt:vector size="30" baseType="lpstr">
      <vt:lpstr>Arial</vt:lpstr>
      <vt:lpstr>Arial Nova</vt:lpstr>
      <vt:lpstr>Calibri</vt:lpstr>
      <vt:lpstr>Calibri Light</vt:lpstr>
      <vt:lpstr>Cambria Math</vt:lpstr>
      <vt:lpstr>Wingdings</vt:lpstr>
      <vt:lpstr>Rétrospective</vt:lpstr>
      <vt:lpstr>Thème Office</vt:lpstr>
      <vt:lpstr>Barrière Sympact</vt:lpstr>
      <vt:lpstr>02 Chaîne fonctionnelle</vt:lpstr>
      <vt:lpstr>Chaine fonctionnelle du Moteur à courant continu</vt:lpstr>
      <vt:lpstr>xx Loi Entrée-Sortie Géométrique</vt:lpstr>
      <vt:lpstr>Loi Géométrique</vt:lpstr>
      <vt:lpstr>Identification des caractéristiques du ressort</vt:lpstr>
      <vt:lpstr>Modélisation</vt:lpstr>
      <vt:lpstr>Résolution</vt:lpstr>
      <vt:lpstr>Expérience … à faire</vt:lpstr>
      <vt:lpstr>Détermination du couple moteur en statique</vt:lpstr>
      <vt:lpstr>PFS appliqué à {2+3}</vt:lpstr>
      <vt:lpstr>PFS appliqué à {1}</vt:lpstr>
      <vt:lpstr>Présentation PowerPoint</vt:lpstr>
      <vt:lpstr>xx Couple Moteur en statique</vt:lpstr>
      <vt:lpstr>Modélisation</vt:lpstr>
      <vt:lpstr>Présentation PowerPoint</vt:lpstr>
      <vt:lpstr>Présentation PowerPoint</vt:lpstr>
      <vt:lpstr>Présentation PowerPoint</vt:lpstr>
      <vt:lpstr>Présentation PowerPoint</vt:lpstr>
      <vt:lpstr>Problème 1</vt:lpstr>
      <vt:lpstr>Problème 1</vt:lpstr>
      <vt:lpstr>Problème 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Xavier Pessoles</dc:creator>
  <cp:lastModifiedBy>Xavier Pessoles</cp:lastModifiedBy>
  <cp:revision>81</cp:revision>
  <dcterms:created xsi:type="dcterms:W3CDTF">2023-03-22T10:05:05Z</dcterms:created>
  <dcterms:modified xsi:type="dcterms:W3CDTF">2025-11-07T13:44:17Z</dcterms:modified>
</cp:coreProperties>
</file>