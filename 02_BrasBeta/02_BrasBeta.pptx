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4" r:id="rId11"/>
    <p:sldId id="265" r:id="rId12"/>
    <p:sldId id="263" r:id="rId13"/>
    <p:sldId id="270" r:id="rId14"/>
    <p:sldId id="268" r:id="rId15"/>
    <p:sldId id="269" r:id="rId16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47F"/>
    <a:srgbClr val="EF7268"/>
    <a:srgbClr val="C3AED1"/>
    <a:srgbClr val="68348B"/>
    <a:srgbClr val="DFE3EB"/>
    <a:srgbClr val="00517A"/>
    <a:srgbClr val="08A559"/>
    <a:srgbClr val="0C7391"/>
    <a:srgbClr val="ABCFD9"/>
    <a:srgbClr val="FDAD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6" d="100"/>
          <a:sy n="56" d="100"/>
        </p:scale>
        <p:origin x="976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44" d="100"/>
          <a:sy n="44" d="100"/>
        </p:scale>
        <p:origin x="2844" y="52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D157349C-AD05-44FA-B790-D9BBD62C4832}" type="datetimeFigureOut">
              <a:rPr lang="fr-FR" smtClean="0"/>
              <a:t>20/04/2026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73DC410A-5569-41DF-9D2C-17B0B0BE16B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6495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024" userDrawn="1">
          <p15:clr>
            <a:srgbClr val="F26B43"/>
          </p15:clr>
        </p15:guide>
        <p15:guide id="2" pos="2304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538C2-C309-4752-87A7-D2071D6CAC7F}" type="datetime1">
              <a:rPr lang="fr-FR" smtClean="0"/>
              <a:t>20/04/2026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413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52A31-E2A5-4F8A-BDFE-A9BA369B67E9}" type="datetime1">
              <a:rPr lang="fr-FR" smtClean="0"/>
              <a:t>20/04/2026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7385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07E18-E4F4-4E6D-951C-B01FC69E66C0}" type="datetime1">
              <a:rPr lang="fr-FR" smtClean="0"/>
              <a:t>20/04/2026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236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4B9C8-F394-498B-8C66-049FACC1ED86}" type="datetime1">
              <a:rPr lang="fr-FR" smtClean="0"/>
              <a:t>20/04/2026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828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50896-C41B-455D-9FAE-80943DD0CAEF}" type="datetime1">
              <a:rPr lang="fr-FR" smtClean="0"/>
              <a:t>20/04/2026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718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2B735-22CE-433C-8BA6-DF0B28588E1F}" type="datetime1">
              <a:rPr lang="fr-FR" smtClean="0"/>
              <a:t>20/04/2026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2387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75E59-9936-4413-84C5-14169665FDED}" type="datetime1">
              <a:rPr lang="fr-FR" smtClean="0"/>
              <a:t>20/04/2026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4261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2662320-E9E6-45B0-8B93-5727AA5FFC46}" type="datetime1">
              <a:rPr lang="fr-FR" smtClean="0"/>
              <a:t>20/04/2026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1946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45382-D50F-43E8-AFFD-788FD552C87C}" type="datetime1">
              <a:rPr lang="fr-FR" smtClean="0"/>
              <a:t>20/04/2026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9534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6C4FD-C1E6-452C-A858-BFBBC7496631}" type="datetime1">
              <a:rPr lang="fr-FR" smtClean="0"/>
              <a:t>20/04/2026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3010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75A8D-5F26-4754-844B-E2D9F6FC4950}" type="datetime1">
              <a:rPr lang="fr-FR" smtClean="0"/>
              <a:t>20/04/2026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1129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8827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795" y="981887"/>
            <a:ext cx="11956410" cy="525333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45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F030BD8-D1C7-406A-AB04-4944ABBF0A3E}" type="datetime1">
              <a:rPr lang="fr-FR" smtClean="0"/>
              <a:t>20/04/2026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4474" y="6459785"/>
            <a:ext cx="66262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0429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7A6A38F-5C8E-497F-8761-3C4E0EEEA33A}" type="slidenum">
              <a:rPr lang="fr-FR" smtClean="0"/>
              <a:t>‹N°›</a:t>
            </a:fld>
            <a:endParaRPr lang="fr-FR" dirty="0"/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117795" y="891152"/>
            <a:ext cx="1195641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5199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2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2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2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2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4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3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2.png"/><Relationship Id="rId5" Type="http://schemas.openxmlformats.org/officeDocument/2006/relationships/image" Target="../media/image5.png"/><Relationship Id="rId15" Type="http://schemas.openxmlformats.org/officeDocument/2006/relationships/image" Target="../media/image10.png"/><Relationship Id="rId10" Type="http://schemas.openxmlformats.org/officeDocument/2006/relationships/image" Target="../media/image11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5.png"/><Relationship Id="rId22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169B8C-C613-5194-0894-54831B3305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2914DB3-05EE-DC10-8133-D85DE6A654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0AD487F-5630-A128-BAA8-C7F41B3ED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9843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65FA21B9-9075-2524-1E7A-B20E057E7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Mise en service du Bras Beta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3CC6B59B-7D8B-1DCD-EA85-6E425D3346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C9AC9D76-CD14-C493-A90F-536A5563C02E}"/>
              </a:ext>
            </a:extLst>
          </p:cNvPr>
          <p:cNvSpPr txBox="1">
            <a:spLocks/>
          </p:cNvSpPr>
          <p:nvPr/>
        </p:nvSpPr>
        <p:spPr>
          <a:xfrm>
            <a:off x="117795" y="3429000"/>
            <a:ext cx="11956410" cy="142880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fr-FR" b="1" i="1" dirty="0">
              <a:solidFill>
                <a:srgbClr val="C00000"/>
              </a:solidFill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69EA021-734E-090A-09C6-0E7734619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3837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83C114-EC0F-3E7B-237A-16F6CA0EF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C7AFFE-4546-7FB4-BD2F-5CD689675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61BBD0F-017D-7C10-DDB2-9138DD065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0799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702EA533-21C1-4BA8-ACE8-F2ADC51FA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Chaine Fonctionnelle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DA67740-1580-2586-226D-D46BF07E89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C4D64C-03AF-9358-4AB2-F73FA7608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2514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6B1A13B3-5149-FA1A-CC2E-224E94D25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Bras Beta – Axe de Rotation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ED491E-0826-EEF9-74D6-5744327FB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5</a:t>
            </a:fld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D795C968-BC3C-1567-576F-53C8D60C7C59}"/>
              </a:ext>
            </a:extLst>
          </p:cNvPr>
          <p:cNvSpPr/>
          <p:nvPr/>
        </p:nvSpPr>
        <p:spPr>
          <a:xfrm>
            <a:off x="1056905" y="1444678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04F77"/>
                </a:solidFill>
                <a:latin typeface="Arial Nova" panose="020B0504020202020204" pitchFamily="34" charset="0"/>
              </a:rPr>
              <a:t>Acquérir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918DF59A-E2E4-2A2C-37EB-73D1E5D62C34}"/>
              </a:ext>
            </a:extLst>
          </p:cNvPr>
          <p:cNvSpPr/>
          <p:nvPr/>
        </p:nvSpPr>
        <p:spPr>
          <a:xfrm>
            <a:off x="1056905" y="2219824"/>
            <a:ext cx="1440000" cy="720000"/>
          </a:xfrm>
          <a:prstGeom prst="roundRect">
            <a:avLst>
              <a:gd name="adj" fmla="val 11914"/>
            </a:avLst>
          </a:prstGeom>
          <a:solidFill>
            <a:srgbClr val="DFE3EB"/>
          </a:solidFill>
          <a:ln w="19050">
            <a:solidFill>
              <a:srgbClr val="DFE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>
                <a:solidFill>
                  <a:srgbClr val="004F77"/>
                </a:solidFill>
                <a:latin typeface="Arial Nova" panose="020B0504020202020204" pitchFamily="34" charset="0"/>
              </a:rPr>
              <a:t>Codeur incrémental</a:t>
            </a:r>
          </a:p>
          <a:p>
            <a:pPr algn="ctr"/>
            <a:r>
              <a:rPr lang="fr-FR" sz="1050" dirty="0">
                <a:solidFill>
                  <a:srgbClr val="004F77"/>
                </a:solidFill>
                <a:latin typeface="Arial Nova" panose="020B0504020202020204" pitchFamily="34" charset="0"/>
              </a:rPr>
              <a:t>Détecteur à contact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3A21C11E-BCE9-7FD2-3DC9-AEBB72B36909}"/>
              </a:ext>
            </a:extLst>
          </p:cNvPr>
          <p:cNvSpPr/>
          <p:nvPr/>
        </p:nvSpPr>
        <p:spPr>
          <a:xfrm>
            <a:off x="3229319" y="1443142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C7391"/>
                </a:solidFill>
                <a:latin typeface="Arial Nova" panose="020B0504020202020204" pitchFamily="34" charset="0"/>
              </a:rPr>
              <a:t>Traiter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9E563B7E-4153-DECA-AFFC-7C7EB26DF1B2}"/>
              </a:ext>
            </a:extLst>
          </p:cNvPr>
          <p:cNvSpPr/>
          <p:nvPr/>
        </p:nvSpPr>
        <p:spPr>
          <a:xfrm>
            <a:off x="3218894" y="2236003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E4EBF0"/>
          </a:solidFill>
          <a:ln w="19050">
            <a:solidFill>
              <a:srgbClr val="E4EB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C7391"/>
                </a:solidFill>
                <a:latin typeface="Arial Nova" panose="020B0504020202020204" pitchFamily="34" charset="0"/>
              </a:rPr>
              <a:t>Microcontrôleur </a:t>
            </a:r>
            <a:r>
              <a:rPr lang="fr-FR" sz="1200" dirty="0" err="1">
                <a:solidFill>
                  <a:srgbClr val="0C7391"/>
                </a:solidFill>
                <a:latin typeface="Arial Nova" panose="020B0504020202020204" pitchFamily="34" charset="0"/>
              </a:rPr>
              <a:t>myRIO</a:t>
            </a:r>
            <a:endParaRPr lang="fr-FR" sz="1200" dirty="0">
              <a:solidFill>
                <a:srgbClr val="0C7391"/>
              </a:solidFill>
              <a:latin typeface="Arial Nova" panose="020B0504020202020204" pitchFamily="34" charset="0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6B1F36CD-C30E-4C5F-385C-9C8A21F267DC}"/>
              </a:ext>
            </a:extLst>
          </p:cNvPr>
          <p:cNvSpPr/>
          <p:nvPr/>
        </p:nvSpPr>
        <p:spPr>
          <a:xfrm>
            <a:off x="5389319" y="1420801"/>
            <a:ext cx="1440000" cy="576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8A5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8A559"/>
                </a:solidFill>
                <a:latin typeface="Arial Nova" panose="020B0504020202020204" pitchFamily="34" charset="0"/>
              </a:rPr>
              <a:t>Communiquer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8D7359E7-9FDC-08FD-DC9D-0F15683BC326}"/>
              </a:ext>
            </a:extLst>
          </p:cNvPr>
          <p:cNvSpPr/>
          <p:nvPr/>
        </p:nvSpPr>
        <p:spPr>
          <a:xfrm>
            <a:off x="5389319" y="2214770"/>
            <a:ext cx="1406281" cy="534390"/>
          </a:xfrm>
          <a:prstGeom prst="roundRect">
            <a:avLst>
              <a:gd name="adj" fmla="val 11914"/>
            </a:avLst>
          </a:prstGeom>
          <a:solidFill>
            <a:srgbClr val="E8F3E8"/>
          </a:solidFill>
          <a:ln w="19050">
            <a:solidFill>
              <a:srgbClr val="E8F3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8A559"/>
                </a:solidFill>
                <a:latin typeface="Arial Nova" panose="020B0504020202020204" pitchFamily="34" charset="0"/>
              </a:rPr>
              <a:t>Microcontrôleur </a:t>
            </a:r>
            <a:r>
              <a:rPr lang="fr-FR" sz="1200" dirty="0" err="1">
                <a:solidFill>
                  <a:srgbClr val="08A559"/>
                </a:solidFill>
                <a:latin typeface="Arial Nova" panose="020B0504020202020204" pitchFamily="34" charset="0"/>
              </a:rPr>
              <a:t>myRIO</a:t>
            </a:r>
            <a:endParaRPr lang="fr-FR" sz="1200" dirty="0">
              <a:solidFill>
                <a:srgbClr val="08A559"/>
              </a:solidFill>
              <a:latin typeface="Arial Nova" panose="020B0504020202020204" pitchFamily="34" charset="0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2BFEBEF7-705E-46FD-8C4B-5178E5ACBDB2}"/>
              </a:ext>
            </a:extLst>
          </p:cNvPr>
          <p:cNvSpPr/>
          <p:nvPr/>
        </p:nvSpPr>
        <p:spPr>
          <a:xfrm>
            <a:off x="1056905" y="3437532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FDAD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FDAD57"/>
                </a:solidFill>
                <a:latin typeface="Arial Nova" panose="020B0504020202020204" pitchFamily="34" charset="0"/>
              </a:rPr>
              <a:t>Alimenter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3344F7B6-ACF1-41A6-1551-1E76B212FBE0}"/>
              </a:ext>
            </a:extLst>
          </p:cNvPr>
          <p:cNvSpPr/>
          <p:nvPr/>
        </p:nvSpPr>
        <p:spPr>
          <a:xfrm>
            <a:off x="1056905" y="4132287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FEE6CC"/>
          </a:solidFill>
          <a:ln w="19050">
            <a:solidFill>
              <a:srgbClr val="FEE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FDAD57"/>
                </a:solidFill>
                <a:latin typeface="Arial Nova" panose="020B0504020202020204" pitchFamily="34" charset="0"/>
              </a:rPr>
              <a:t>Transformateur Alimentation xx V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5993B93C-6358-CDBD-8425-B3C1FF36002B}"/>
              </a:ext>
            </a:extLst>
          </p:cNvPr>
          <p:cNvSpPr/>
          <p:nvPr/>
        </p:nvSpPr>
        <p:spPr>
          <a:xfrm>
            <a:off x="3218894" y="3432769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C73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C7391"/>
                </a:solidFill>
                <a:latin typeface="Arial Nova" panose="020B0504020202020204" pitchFamily="34" charset="0"/>
              </a:rPr>
              <a:t>Distribuer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856C1EFC-E8DC-74F6-4C1B-12FC3721C149}"/>
              </a:ext>
            </a:extLst>
          </p:cNvPr>
          <p:cNvSpPr/>
          <p:nvPr/>
        </p:nvSpPr>
        <p:spPr>
          <a:xfrm>
            <a:off x="3229319" y="4117990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9EC7D3"/>
          </a:solidFill>
          <a:ln w="19050">
            <a:solidFill>
              <a:srgbClr val="9EC7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C7391"/>
                </a:solidFill>
                <a:latin typeface="Arial Nova" panose="020B0504020202020204" pitchFamily="34" charset="0"/>
              </a:rPr>
              <a:t>Hacheur </a:t>
            </a:r>
          </a:p>
          <a:p>
            <a:pPr algn="ctr"/>
            <a:r>
              <a:rPr lang="fr-FR" sz="1200" dirty="0">
                <a:solidFill>
                  <a:srgbClr val="0C7391"/>
                </a:solidFill>
                <a:latin typeface="Arial Nova" panose="020B0504020202020204" pitchFamily="34" charset="0"/>
              </a:rPr>
              <a:t>(Variateur)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21644A1E-F74F-36B4-98E8-8D6D6DB0F7F6}"/>
              </a:ext>
            </a:extLst>
          </p:cNvPr>
          <p:cNvSpPr/>
          <p:nvPr/>
        </p:nvSpPr>
        <p:spPr>
          <a:xfrm>
            <a:off x="5380883" y="3437532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6834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68348B"/>
                </a:solidFill>
                <a:latin typeface="Arial Nova" panose="020B0504020202020204" pitchFamily="34" charset="0"/>
              </a:rPr>
              <a:t>Convertir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F864AAD2-5EF5-FD75-22C6-0D8871D20678}"/>
              </a:ext>
            </a:extLst>
          </p:cNvPr>
          <p:cNvSpPr/>
          <p:nvPr/>
        </p:nvSpPr>
        <p:spPr>
          <a:xfrm>
            <a:off x="5389319" y="4117990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C3AED1"/>
          </a:solidFill>
          <a:ln w="19050">
            <a:solidFill>
              <a:srgbClr val="C3AE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68348B"/>
                </a:solidFill>
                <a:latin typeface="Arial Nova" panose="020B0504020202020204" pitchFamily="34" charset="0"/>
              </a:rPr>
              <a:t>Moteur CC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3741D88A-AC67-EEAF-67D1-02578FD98C8E}"/>
              </a:ext>
            </a:extLst>
          </p:cNvPr>
          <p:cNvSpPr/>
          <p:nvPr/>
        </p:nvSpPr>
        <p:spPr>
          <a:xfrm>
            <a:off x="7542872" y="3440639"/>
            <a:ext cx="1365662" cy="53439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EE68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EE685D"/>
                </a:solidFill>
                <a:latin typeface="Arial Nova" panose="020B0504020202020204" pitchFamily="34" charset="0"/>
              </a:rPr>
              <a:t>Transmettre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D98A4E40-D360-EF0F-69D4-37438F82647F}"/>
              </a:ext>
            </a:extLst>
          </p:cNvPr>
          <p:cNvSpPr/>
          <p:nvPr/>
        </p:nvSpPr>
        <p:spPr>
          <a:xfrm>
            <a:off x="7549319" y="4097487"/>
            <a:ext cx="1365662" cy="534390"/>
          </a:xfrm>
          <a:prstGeom prst="roundRect">
            <a:avLst>
              <a:gd name="adj" fmla="val 11914"/>
            </a:avLst>
          </a:prstGeom>
          <a:solidFill>
            <a:srgbClr val="F7B8B3"/>
          </a:solidFill>
          <a:ln w="19050">
            <a:solidFill>
              <a:srgbClr val="F7B8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EE685D"/>
                </a:solidFill>
                <a:latin typeface="Arial Nova" panose="020B0504020202020204" pitchFamily="34" charset="0"/>
              </a:rPr>
              <a:t>Train épicycloïdal</a:t>
            </a: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3A27BA98-37D0-071E-0034-A8F152781DA2}"/>
              </a:ext>
            </a:extLst>
          </p:cNvPr>
          <p:cNvGrpSpPr/>
          <p:nvPr/>
        </p:nvGrpSpPr>
        <p:grpSpPr>
          <a:xfrm>
            <a:off x="1304511" y="1903819"/>
            <a:ext cx="360000" cy="360000"/>
            <a:chOff x="5404964" y="4396133"/>
            <a:chExt cx="1800000" cy="1800000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AF6059D3-A447-3650-DBB0-E43A01137737}"/>
                </a:ext>
              </a:extLst>
            </p:cNvPr>
            <p:cNvSpPr/>
            <p:nvPr/>
          </p:nvSpPr>
          <p:spPr>
            <a:xfrm>
              <a:off x="5404964" y="4396133"/>
              <a:ext cx="1800000" cy="1800000"/>
            </a:xfrm>
            <a:prstGeom prst="ellipse">
              <a:avLst/>
            </a:prstGeom>
            <a:solidFill>
              <a:srgbClr val="00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3" name="Image 22">
              <a:extLst>
                <a:ext uri="{FF2B5EF4-FFF2-40B4-BE49-F238E27FC236}">
                  <a16:creationId xmlns:a16="http://schemas.microsoft.com/office/drawing/2014/main" id="{A6CDBBC0-D3DC-F349-2C16-BF936D04FE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43445" y="4536296"/>
              <a:ext cx="1358232" cy="1440000"/>
            </a:xfrm>
            <a:prstGeom prst="rect">
              <a:avLst/>
            </a:prstGeom>
          </p:spPr>
        </p:pic>
      </p:grpSp>
      <p:pic>
        <p:nvPicPr>
          <p:cNvPr id="26" name="Image 25">
            <a:extLst>
              <a:ext uri="{FF2B5EF4-FFF2-40B4-BE49-F238E27FC236}">
                <a16:creationId xmlns:a16="http://schemas.microsoft.com/office/drawing/2014/main" id="{1D2C4C8B-0FCC-A2FF-CBCF-FF9739D62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826" y="1498649"/>
            <a:ext cx="434918" cy="152010"/>
          </a:xfrm>
          <a:prstGeom prst="rect">
            <a:avLst/>
          </a:prstGeom>
        </p:spPr>
      </p:pic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56F184E9-809A-A3C9-1755-4F6B9B443CD7}"/>
              </a:ext>
            </a:extLst>
          </p:cNvPr>
          <p:cNvCxnSpPr>
            <a:cxnSpLocks/>
          </p:cNvCxnSpPr>
          <p:nvPr/>
        </p:nvCxnSpPr>
        <p:spPr>
          <a:xfrm flipV="1">
            <a:off x="2496905" y="1722751"/>
            <a:ext cx="720000" cy="1536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2516F913-F563-E2BC-304C-4BAEAEFA830A}"/>
              </a:ext>
            </a:extLst>
          </p:cNvPr>
          <p:cNvCxnSpPr/>
          <p:nvPr/>
        </p:nvCxnSpPr>
        <p:spPr>
          <a:xfrm flipV="1">
            <a:off x="4669319" y="1708801"/>
            <a:ext cx="720000" cy="1536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Image 33">
            <a:extLst>
              <a:ext uri="{FF2B5EF4-FFF2-40B4-BE49-F238E27FC236}">
                <a16:creationId xmlns:a16="http://schemas.microsoft.com/office/drawing/2014/main" id="{86B36458-367E-9E5B-68A4-0C26D4E0FC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8894" y="1313442"/>
            <a:ext cx="360000" cy="360000"/>
          </a:xfrm>
          <a:prstGeom prst="rect">
            <a:avLst/>
          </a:prstGeom>
        </p:spPr>
      </p:pic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2A759AA0-F3FD-C26A-60D8-97778FA4410F}"/>
              </a:ext>
            </a:extLst>
          </p:cNvPr>
          <p:cNvCxnSpPr>
            <a:cxnSpLocks/>
          </p:cNvCxnSpPr>
          <p:nvPr/>
        </p:nvCxnSpPr>
        <p:spPr>
          <a:xfrm flipV="1">
            <a:off x="2509319" y="3705996"/>
            <a:ext cx="720000" cy="1536"/>
          </a:xfrm>
          <a:prstGeom prst="straightConnector1">
            <a:avLst/>
          </a:prstGeom>
          <a:ln w="25400" cap="rnd">
            <a:solidFill>
              <a:srgbClr val="FDAD5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C432E140-C791-725B-4BEE-162F12959100}"/>
              </a:ext>
            </a:extLst>
          </p:cNvPr>
          <p:cNvGrpSpPr/>
          <p:nvPr/>
        </p:nvGrpSpPr>
        <p:grpSpPr>
          <a:xfrm>
            <a:off x="1596905" y="3874910"/>
            <a:ext cx="360000" cy="360000"/>
            <a:chOff x="4197400" y="3547713"/>
            <a:chExt cx="1800000" cy="1800000"/>
          </a:xfrm>
        </p:grpSpPr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F72BB05F-3C81-6BD0-8528-132F98B4087C}"/>
                </a:ext>
              </a:extLst>
            </p:cNvPr>
            <p:cNvSpPr/>
            <p:nvPr/>
          </p:nvSpPr>
          <p:spPr>
            <a:xfrm>
              <a:off x="4197400" y="3547713"/>
              <a:ext cx="1800000" cy="1800000"/>
            </a:xfrm>
            <a:prstGeom prst="ellipse">
              <a:avLst/>
            </a:prstGeom>
            <a:solidFill>
              <a:srgbClr val="FFB2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8" name="Image 37">
              <a:extLst>
                <a:ext uri="{FF2B5EF4-FFF2-40B4-BE49-F238E27FC236}">
                  <a16:creationId xmlns:a16="http://schemas.microsoft.com/office/drawing/2014/main" id="{0241FA1B-C23B-A98A-6FA9-9AD3F149F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26157" y="3876470"/>
              <a:ext cx="1142486" cy="1142486"/>
            </a:xfrm>
            <a:prstGeom prst="rect">
              <a:avLst/>
            </a:prstGeom>
          </p:spPr>
        </p:pic>
      </p:grpSp>
      <p:pic>
        <p:nvPicPr>
          <p:cNvPr id="40" name="Image 39">
            <a:extLst>
              <a:ext uri="{FF2B5EF4-FFF2-40B4-BE49-F238E27FC236}">
                <a16:creationId xmlns:a16="http://schemas.microsoft.com/office/drawing/2014/main" id="{807256A2-2D51-482D-5FEB-74F10613D3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6905" y="3288253"/>
            <a:ext cx="360000" cy="360000"/>
          </a:xfrm>
          <a:prstGeom prst="rect">
            <a:avLst/>
          </a:prstGeom>
        </p:spPr>
      </p:pic>
      <p:grpSp>
        <p:nvGrpSpPr>
          <p:cNvPr id="44" name="Groupe 43">
            <a:extLst>
              <a:ext uri="{FF2B5EF4-FFF2-40B4-BE49-F238E27FC236}">
                <a16:creationId xmlns:a16="http://schemas.microsoft.com/office/drawing/2014/main" id="{04E9D792-DC23-45E0-4C57-F4C8652B27B7}"/>
              </a:ext>
            </a:extLst>
          </p:cNvPr>
          <p:cNvGrpSpPr/>
          <p:nvPr/>
        </p:nvGrpSpPr>
        <p:grpSpPr>
          <a:xfrm>
            <a:off x="3769319" y="3882769"/>
            <a:ext cx="360000" cy="360000"/>
            <a:chOff x="6955958" y="3325976"/>
            <a:chExt cx="1800000" cy="1800000"/>
          </a:xfrm>
        </p:grpSpPr>
        <p:sp>
          <p:nvSpPr>
            <p:cNvPr id="45" name="Ellipse 44">
              <a:extLst>
                <a:ext uri="{FF2B5EF4-FFF2-40B4-BE49-F238E27FC236}">
                  <a16:creationId xmlns:a16="http://schemas.microsoft.com/office/drawing/2014/main" id="{2023547D-7AD8-2476-352E-2003CAAE25E0}"/>
                </a:ext>
              </a:extLst>
            </p:cNvPr>
            <p:cNvSpPr/>
            <p:nvPr/>
          </p:nvSpPr>
          <p:spPr>
            <a:xfrm>
              <a:off x="6955958" y="3325976"/>
              <a:ext cx="1800000" cy="1800000"/>
            </a:xfrm>
            <a:prstGeom prst="ellipse">
              <a:avLst/>
            </a:prstGeom>
            <a:solidFill>
              <a:srgbClr val="0C7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46" name="Image 45">
              <a:extLst>
                <a:ext uri="{FF2B5EF4-FFF2-40B4-BE49-F238E27FC236}">
                  <a16:creationId xmlns:a16="http://schemas.microsoft.com/office/drawing/2014/main" id="{B4A8BA83-645D-52A3-AEB7-1179427FDCF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12124" y="3645024"/>
              <a:ext cx="1394286" cy="1161904"/>
            </a:xfrm>
            <a:prstGeom prst="rect">
              <a:avLst/>
            </a:prstGeom>
          </p:spPr>
        </p:pic>
        <p:pic>
          <p:nvPicPr>
            <p:cNvPr id="47" name="Image 46">
              <a:extLst>
                <a:ext uri="{FF2B5EF4-FFF2-40B4-BE49-F238E27FC236}">
                  <a16:creationId xmlns:a16="http://schemas.microsoft.com/office/drawing/2014/main" id="{302262FB-10CE-F782-72FE-6FD5D16DF45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09267" y="4072626"/>
              <a:ext cx="246640" cy="173418"/>
            </a:xfrm>
            <a:prstGeom prst="rect">
              <a:avLst/>
            </a:prstGeom>
          </p:spPr>
        </p:pic>
      </p:grp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ADC9AE2C-B971-B403-6BD3-1FBC1C8BCEB1}"/>
              </a:ext>
            </a:extLst>
          </p:cNvPr>
          <p:cNvCxnSpPr>
            <a:cxnSpLocks/>
          </p:cNvCxnSpPr>
          <p:nvPr/>
        </p:nvCxnSpPr>
        <p:spPr>
          <a:xfrm flipV="1">
            <a:off x="4669319" y="3693164"/>
            <a:ext cx="720000" cy="1536"/>
          </a:xfrm>
          <a:prstGeom prst="straightConnector1">
            <a:avLst/>
          </a:prstGeom>
          <a:ln w="25400" cap="rnd">
            <a:solidFill>
              <a:srgbClr val="0C739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Image 48">
            <a:extLst>
              <a:ext uri="{FF2B5EF4-FFF2-40B4-BE49-F238E27FC236}">
                <a16:creationId xmlns:a16="http://schemas.microsoft.com/office/drawing/2014/main" id="{D668B20D-2AB0-DB7C-B49B-C67635DB8B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8894" y="3288253"/>
            <a:ext cx="360000" cy="360000"/>
          </a:xfrm>
          <a:prstGeom prst="rect">
            <a:avLst/>
          </a:prstGeom>
        </p:spPr>
      </p:pic>
      <p:grpSp>
        <p:nvGrpSpPr>
          <p:cNvPr id="50" name="Groupe 49">
            <a:extLst>
              <a:ext uri="{FF2B5EF4-FFF2-40B4-BE49-F238E27FC236}">
                <a16:creationId xmlns:a16="http://schemas.microsoft.com/office/drawing/2014/main" id="{3BAC2AD8-68D0-64B3-8925-A4804B8ADC35}"/>
              </a:ext>
            </a:extLst>
          </p:cNvPr>
          <p:cNvGrpSpPr/>
          <p:nvPr/>
        </p:nvGrpSpPr>
        <p:grpSpPr>
          <a:xfrm>
            <a:off x="5910458" y="3883180"/>
            <a:ext cx="360000" cy="360000"/>
            <a:chOff x="5775745" y="3144183"/>
            <a:chExt cx="1800000" cy="1800000"/>
          </a:xfrm>
        </p:grpSpPr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04F8E12C-8382-F1EC-C191-3370BC42A0F6}"/>
                </a:ext>
              </a:extLst>
            </p:cNvPr>
            <p:cNvSpPr/>
            <p:nvPr/>
          </p:nvSpPr>
          <p:spPr>
            <a:xfrm>
              <a:off x="5775745" y="3144183"/>
              <a:ext cx="1800000" cy="1800000"/>
            </a:xfrm>
            <a:prstGeom prst="ellipse">
              <a:avLst/>
            </a:prstGeom>
            <a:solidFill>
              <a:srgbClr val="6834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52" name="Image 51">
              <a:extLst>
                <a:ext uri="{FF2B5EF4-FFF2-40B4-BE49-F238E27FC236}">
                  <a16:creationId xmlns:a16="http://schemas.microsoft.com/office/drawing/2014/main" id="{F009B8D4-CDD9-2923-1B15-FB51E1B4929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903821" y="3513485"/>
              <a:ext cx="1543848" cy="1061396"/>
            </a:xfrm>
            <a:prstGeom prst="rect">
              <a:avLst/>
            </a:prstGeom>
          </p:spPr>
        </p:pic>
      </p:grpSp>
      <p:grpSp>
        <p:nvGrpSpPr>
          <p:cNvPr id="55" name="Groupe 54">
            <a:extLst>
              <a:ext uri="{FF2B5EF4-FFF2-40B4-BE49-F238E27FC236}">
                <a16:creationId xmlns:a16="http://schemas.microsoft.com/office/drawing/2014/main" id="{4FEA3EBC-91ED-BDE9-6607-868717EB421F}"/>
              </a:ext>
            </a:extLst>
          </p:cNvPr>
          <p:cNvGrpSpPr/>
          <p:nvPr/>
        </p:nvGrpSpPr>
        <p:grpSpPr>
          <a:xfrm>
            <a:off x="8045703" y="3852099"/>
            <a:ext cx="360000" cy="360000"/>
            <a:chOff x="5447928" y="2816932"/>
            <a:chExt cx="1800000" cy="1800000"/>
          </a:xfrm>
        </p:grpSpPr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639C7740-E0F1-0D34-A959-EEBB5084D37B}"/>
                </a:ext>
              </a:extLst>
            </p:cNvPr>
            <p:cNvSpPr/>
            <p:nvPr/>
          </p:nvSpPr>
          <p:spPr>
            <a:xfrm>
              <a:off x="5447928" y="2816932"/>
              <a:ext cx="1800000" cy="1800000"/>
            </a:xfrm>
            <a:prstGeom prst="ellipse">
              <a:avLst/>
            </a:prstGeom>
            <a:solidFill>
              <a:srgbClr val="EF72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57" name="Image 56">
              <a:extLst>
                <a:ext uri="{FF2B5EF4-FFF2-40B4-BE49-F238E27FC236}">
                  <a16:creationId xmlns:a16="http://schemas.microsoft.com/office/drawing/2014/main" id="{EC612269-D972-EB21-CF55-B36842D064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flipH="1">
              <a:off x="5627848" y="2996852"/>
              <a:ext cx="1440160" cy="1440160"/>
            </a:xfrm>
            <a:prstGeom prst="rect">
              <a:avLst/>
            </a:prstGeom>
          </p:spPr>
        </p:pic>
      </p:grpSp>
      <p:grpSp>
        <p:nvGrpSpPr>
          <p:cNvPr id="39" name="Groupe 38">
            <a:extLst>
              <a:ext uri="{FF2B5EF4-FFF2-40B4-BE49-F238E27FC236}">
                <a16:creationId xmlns:a16="http://schemas.microsoft.com/office/drawing/2014/main" id="{83B838B7-398B-2611-4080-AD165E2C8C72}"/>
              </a:ext>
            </a:extLst>
          </p:cNvPr>
          <p:cNvGrpSpPr/>
          <p:nvPr/>
        </p:nvGrpSpPr>
        <p:grpSpPr>
          <a:xfrm>
            <a:off x="6829319" y="3313520"/>
            <a:ext cx="720000" cy="390785"/>
            <a:chOff x="6829319" y="3313520"/>
            <a:chExt cx="720000" cy="390785"/>
          </a:xfrm>
        </p:grpSpPr>
        <p:cxnSp>
          <p:nvCxnSpPr>
            <p:cNvPr id="53" name="Connecteur droit avec flèche 52">
              <a:extLst>
                <a:ext uri="{FF2B5EF4-FFF2-40B4-BE49-F238E27FC236}">
                  <a16:creationId xmlns:a16="http://schemas.microsoft.com/office/drawing/2014/main" id="{D8550244-CF3E-46CD-9FB3-D08544E1F6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9319" y="3702769"/>
              <a:ext cx="720000" cy="1536"/>
            </a:xfrm>
            <a:prstGeom prst="straightConnector1">
              <a:avLst/>
            </a:prstGeom>
            <a:ln w="25400" cap="rnd">
              <a:solidFill>
                <a:srgbClr val="68348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9" name="Image 58">
              <a:extLst>
                <a:ext uri="{FF2B5EF4-FFF2-40B4-BE49-F238E27FC236}">
                  <a16:creationId xmlns:a16="http://schemas.microsoft.com/office/drawing/2014/main" id="{B3E9E472-684E-6072-F347-B28F08A29E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993108" y="3313520"/>
              <a:ext cx="360000" cy="360000"/>
            </a:xfrm>
            <a:prstGeom prst="rect">
              <a:avLst/>
            </a:prstGeom>
          </p:spPr>
        </p:pic>
      </p:grpSp>
      <p:cxnSp>
        <p:nvCxnSpPr>
          <p:cNvPr id="61" name="Connecteur : en angle 60">
            <a:extLst>
              <a:ext uri="{FF2B5EF4-FFF2-40B4-BE49-F238E27FC236}">
                <a16:creationId xmlns:a16="http://schemas.microsoft.com/office/drawing/2014/main" id="{58F393DB-2637-6847-79EA-B747BDA4F0F5}"/>
              </a:ext>
            </a:extLst>
          </p:cNvPr>
          <p:cNvCxnSpPr>
            <a:cxnSpLocks/>
            <a:stCxn id="11" idx="3"/>
            <a:endCxn id="64" idx="3"/>
          </p:cNvCxnSpPr>
          <p:nvPr/>
        </p:nvCxnSpPr>
        <p:spPr>
          <a:xfrm flipH="1">
            <a:off x="6795600" y="1708801"/>
            <a:ext cx="33719" cy="1346496"/>
          </a:xfrm>
          <a:prstGeom prst="bentConnector3">
            <a:avLst>
              <a:gd name="adj1" fmla="val -1067152"/>
            </a:avLst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 : coins arrondis 63">
            <a:extLst>
              <a:ext uri="{FF2B5EF4-FFF2-40B4-BE49-F238E27FC236}">
                <a16:creationId xmlns:a16="http://schemas.microsoft.com/office/drawing/2014/main" id="{199A02DB-D17F-C7D0-AC86-EB38CD79A07D}"/>
              </a:ext>
            </a:extLst>
          </p:cNvPr>
          <p:cNvSpPr/>
          <p:nvPr/>
        </p:nvSpPr>
        <p:spPr>
          <a:xfrm>
            <a:off x="5389319" y="2889618"/>
            <a:ext cx="1406281" cy="331358"/>
          </a:xfrm>
          <a:prstGeom prst="roundRect">
            <a:avLst>
              <a:gd name="adj" fmla="val 11914"/>
            </a:avLst>
          </a:prstGeom>
          <a:solidFill>
            <a:srgbClr val="08A55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/>
                </a:solidFill>
                <a:latin typeface="Arial Nova" panose="020B0504020202020204" pitchFamily="34" charset="0"/>
              </a:rPr>
              <a:t>Ordres (PWM)</a:t>
            </a:r>
          </a:p>
        </p:txBody>
      </p:sp>
      <p:cxnSp>
        <p:nvCxnSpPr>
          <p:cNvPr id="67" name="Connecteur : en angle 66">
            <a:extLst>
              <a:ext uri="{FF2B5EF4-FFF2-40B4-BE49-F238E27FC236}">
                <a16:creationId xmlns:a16="http://schemas.microsoft.com/office/drawing/2014/main" id="{415B66DC-5BA1-C73F-85C3-52531B5209A7}"/>
              </a:ext>
            </a:extLst>
          </p:cNvPr>
          <p:cNvCxnSpPr>
            <a:cxnSpLocks/>
            <a:stCxn id="64" idx="1"/>
            <a:endCxn id="15" idx="0"/>
          </p:cNvCxnSpPr>
          <p:nvPr/>
        </p:nvCxnSpPr>
        <p:spPr>
          <a:xfrm rot="10800000" flipV="1">
            <a:off x="3938895" y="3055297"/>
            <a:ext cx="1450425" cy="377472"/>
          </a:xfrm>
          <a:prstGeom prst="bentConnector2">
            <a:avLst/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Image 70">
            <a:extLst>
              <a:ext uri="{FF2B5EF4-FFF2-40B4-BE49-F238E27FC236}">
                <a16:creationId xmlns:a16="http://schemas.microsoft.com/office/drawing/2014/main" id="{A6A4AED6-2581-F94A-2A2C-968E1601F5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108" y="2837764"/>
            <a:ext cx="180000" cy="180000"/>
          </a:xfrm>
          <a:prstGeom prst="rect">
            <a:avLst/>
          </a:prstGeom>
        </p:spPr>
      </p:pic>
      <p:pic>
        <p:nvPicPr>
          <p:cNvPr id="72" name="Image 71">
            <a:extLst>
              <a:ext uri="{FF2B5EF4-FFF2-40B4-BE49-F238E27FC236}">
                <a16:creationId xmlns:a16="http://schemas.microsoft.com/office/drawing/2014/main" id="{DD7FF158-FAA1-F881-E216-74F874CDD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5152" y="3113393"/>
            <a:ext cx="180000" cy="180000"/>
          </a:xfrm>
          <a:prstGeom prst="rect">
            <a:avLst/>
          </a:prstGeom>
        </p:spPr>
      </p:pic>
      <p:grpSp>
        <p:nvGrpSpPr>
          <p:cNvPr id="2" name="Groupe 1">
            <a:extLst>
              <a:ext uri="{FF2B5EF4-FFF2-40B4-BE49-F238E27FC236}">
                <a16:creationId xmlns:a16="http://schemas.microsoft.com/office/drawing/2014/main" id="{1AEE2739-FA72-6125-0769-C608C7018360}"/>
              </a:ext>
            </a:extLst>
          </p:cNvPr>
          <p:cNvGrpSpPr/>
          <p:nvPr/>
        </p:nvGrpSpPr>
        <p:grpSpPr>
          <a:xfrm>
            <a:off x="3770117" y="1925231"/>
            <a:ext cx="360000" cy="360000"/>
            <a:chOff x="6138169" y="4069439"/>
            <a:chExt cx="1800000" cy="1800000"/>
          </a:xfrm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DAE465F2-29FD-C750-3881-C65C18B6B9B8}"/>
                </a:ext>
              </a:extLst>
            </p:cNvPr>
            <p:cNvSpPr/>
            <p:nvPr/>
          </p:nvSpPr>
          <p:spPr>
            <a:xfrm>
              <a:off x="6138169" y="4069439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685B92F1-168B-E462-1257-69B9BAF77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243433" y="4174703"/>
              <a:ext cx="1589472" cy="1589472"/>
            </a:xfrm>
            <a:prstGeom prst="rect">
              <a:avLst/>
            </a:prstGeom>
          </p:spPr>
        </p:pic>
      </p:grp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27BECE89-F3F2-3F30-E571-F3E0848510AD}"/>
              </a:ext>
            </a:extLst>
          </p:cNvPr>
          <p:cNvCxnSpPr/>
          <p:nvPr/>
        </p:nvCxnSpPr>
        <p:spPr>
          <a:xfrm flipV="1">
            <a:off x="6829319" y="1630730"/>
            <a:ext cx="720000" cy="1536"/>
          </a:xfrm>
          <a:prstGeom prst="straightConnector1">
            <a:avLst/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8AD0427E-2818-D095-D897-37D9F82A7948}"/>
              </a:ext>
            </a:extLst>
          </p:cNvPr>
          <p:cNvGrpSpPr/>
          <p:nvPr/>
        </p:nvGrpSpPr>
        <p:grpSpPr>
          <a:xfrm>
            <a:off x="7540883" y="1345899"/>
            <a:ext cx="540000" cy="540000"/>
            <a:chOff x="7851244" y="635246"/>
            <a:chExt cx="1800000" cy="1800000"/>
          </a:xfrm>
        </p:grpSpPr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id="{9AC082BF-BAFE-70DB-4372-ED574E1FDAB0}"/>
                </a:ext>
              </a:extLst>
            </p:cNvPr>
            <p:cNvSpPr/>
            <p:nvPr/>
          </p:nvSpPr>
          <p:spPr>
            <a:xfrm>
              <a:off x="7851244" y="635246"/>
              <a:ext cx="1800000" cy="1800000"/>
            </a:xfrm>
            <a:prstGeom prst="ellipse">
              <a:avLst/>
            </a:prstGeom>
            <a:solidFill>
              <a:srgbClr val="08AF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29" name="Image 28">
              <a:extLst>
                <a:ext uri="{FF2B5EF4-FFF2-40B4-BE49-F238E27FC236}">
                  <a16:creationId xmlns:a16="http://schemas.microsoft.com/office/drawing/2014/main" id="{78FC6610-C87F-EA08-508F-7863302FF7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074192" y="879141"/>
              <a:ext cx="1337198" cy="1264070"/>
            </a:xfrm>
            <a:prstGeom prst="rect">
              <a:avLst/>
            </a:prstGeom>
          </p:spPr>
        </p:pic>
      </p:grp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3E4B48FD-C1A2-D52B-9C81-395D373CD073}"/>
              </a:ext>
            </a:extLst>
          </p:cNvPr>
          <p:cNvGrpSpPr/>
          <p:nvPr/>
        </p:nvGrpSpPr>
        <p:grpSpPr>
          <a:xfrm>
            <a:off x="10701656" y="2796091"/>
            <a:ext cx="2796955" cy="2473181"/>
            <a:chOff x="8611878" y="2802701"/>
            <a:chExt cx="2796955" cy="2473181"/>
          </a:xfrm>
        </p:grpSpPr>
        <p:sp>
          <p:nvSpPr>
            <p:cNvPr id="73" name="Rectangle : coins arrondis 72">
              <a:extLst>
                <a:ext uri="{FF2B5EF4-FFF2-40B4-BE49-F238E27FC236}">
                  <a16:creationId xmlns:a16="http://schemas.microsoft.com/office/drawing/2014/main" id="{9855835A-A07D-9F88-33DC-F41928D86114}"/>
                </a:ext>
              </a:extLst>
            </p:cNvPr>
            <p:cNvSpPr/>
            <p:nvPr/>
          </p:nvSpPr>
          <p:spPr>
            <a:xfrm>
              <a:off x="9634981" y="3429000"/>
              <a:ext cx="1365662" cy="1194790"/>
            </a:xfrm>
            <a:prstGeom prst="roundRect">
              <a:avLst>
                <a:gd name="adj" fmla="val 11914"/>
              </a:avLst>
            </a:prstGeom>
            <a:solidFill>
              <a:srgbClr val="B2CAD6"/>
            </a:solidFill>
            <a:ln w="19050">
              <a:solidFill>
                <a:srgbClr val="B2CA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dirty="0">
                  <a:solidFill>
                    <a:srgbClr val="0D587E"/>
                  </a:solidFill>
                  <a:latin typeface="Arial Nova" panose="020B0504020202020204" pitchFamily="34" charset="0"/>
                </a:rPr>
                <a:t>Axe de rotation R</a:t>
              </a:r>
            </a:p>
          </p:txBody>
        </p:sp>
        <p:cxnSp>
          <p:nvCxnSpPr>
            <p:cNvPr id="74" name="Connecteur droit avec flèche 73">
              <a:extLst>
                <a:ext uri="{FF2B5EF4-FFF2-40B4-BE49-F238E27FC236}">
                  <a16:creationId xmlns:a16="http://schemas.microsoft.com/office/drawing/2014/main" id="{68CD29C3-A317-7C58-A7A7-665AAE50EA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11620" y="3702769"/>
              <a:ext cx="720000" cy="1536"/>
            </a:xfrm>
            <a:prstGeom prst="straightConnector1">
              <a:avLst/>
            </a:prstGeom>
            <a:ln w="25400" cap="rnd">
              <a:solidFill>
                <a:srgbClr val="68348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5" name="Image 74">
              <a:extLst>
                <a:ext uri="{FF2B5EF4-FFF2-40B4-BE49-F238E27FC236}">
                  <a16:creationId xmlns:a16="http://schemas.microsoft.com/office/drawing/2014/main" id="{98FCC971-55C0-A51F-BCE7-08096E5E66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075409" y="3313520"/>
              <a:ext cx="360000" cy="360000"/>
            </a:xfrm>
            <a:prstGeom prst="rect">
              <a:avLst/>
            </a:prstGeom>
          </p:spPr>
        </p:pic>
        <p:grpSp>
          <p:nvGrpSpPr>
            <p:cNvPr id="31" name="Groupe 30">
              <a:extLst>
                <a:ext uri="{FF2B5EF4-FFF2-40B4-BE49-F238E27FC236}">
                  <a16:creationId xmlns:a16="http://schemas.microsoft.com/office/drawing/2014/main" id="{38DE34A1-309E-3092-6C78-2EC2C4982571}"/>
                </a:ext>
              </a:extLst>
            </p:cNvPr>
            <p:cNvGrpSpPr/>
            <p:nvPr/>
          </p:nvGrpSpPr>
          <p:grpSpPr>
            <a:xfrm rot="5400000" flipV="1">
              <a:off x="10181964" y="4049013"/>
              <a:ext cx="835963" cy="1617775"/>
              <a:chOff x="9150640" y="2423323"/>
              <a:chExt cx="835963" cy="2135794"/>
            </a:xfrm>
          </p:grpSpPr>
          <p:sp>
            <p:nvSpPr>
              <p:cNvPr id="33" name="Flèche : virage 32">
                <a:extLst>
                  <a:ext uri="{FF2B5EF4-FFF2-40B4-BE49-F238E27FC236}">
                    <a16:creationId xmlns:a16="http://schemas.microsoft.com/office/drawing/2014/main" id="{04988C8D-4296-036F-48CD-BEABA954B0A6}"/>
                  </a:ext>
                </a:extLst>
              </p:cNvPr>
              <p:cNvSpPr/>
              <p:nvPr/>
            </p:nvSpPr>
            <p:spPr>
              <a:xfrm rot="5400000">
                <a:off x="8500725" y="3073238"/>
                <a:ext cx="2135794" cy="835963"/>
              </a:xfrm>
              <a:prstGeom prst="bentArrow">
                <a:avLst>
                  <a:gd name="adj1" fmla="val 31434"/>
                  <a:gd name="adj2" fmla="val 25000"/>
                  <a:gd name="adj3" fmla="val 17852"/>
                  <a:gd name="adj4" fmla="val 20160"/>
                </a:avLst>
              </a:prstGeom>
              <a:solidFill>
                <a:srgbClr val="B2CA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0EAB7195-7F12-55FF-728F-9973D74F9553}"/>
                  </a:ext>
                </a:extLst>
              </p:cNvPr>
              <p:cNvSpPr txBox="1"/>
              <p:nvPr/>
            </p:nvSpPr>
            <p:spPr>
              <a:xfrm rot="16200000">
                <a:off x="8798745" y="3278541"/>
                <a:ext cx="191804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sz="1400" dirty="0">
                    <a:solidFill>
                      <a:schemeClr val="bg1"/>
                    </a:solidFill>
                    <a:latin typeface="Arial Nova" panose="020B0504020202020204" pitchFamily="34" charset="0"/>
                  </a:rPr>
                  <a:t>Bras en rotation</a:t>
                </a:r>
              </a:p>
            </p:txBody>
          </p:sp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E35B4FFB-30FA-9F2D-8AAF-612988931FF4}"/>
                </a:ext>
              </a:extLst>
            </p:cNvPr>
            <p:cNvGrpSpPr/>
            <p:nvPr/>
          </p:nvGrpSpPr>
          <p:grpSpPr>
            <a:xfrm>
              <a:off x="8611878" y="2802701"/>
              <a:ext cx="1549219" cy="611677"/>
              <a:chOff x="9075408" y="2802701"/>
              <a:chExt cx="1549219" cy="611677"/>
            </a:xfrm>
          </p:grpSpPr>
          <p:sp>
            <p:nvSpPr>
              <p:cNvPr id="43" name="Flèche : virage 42">
                <a:extLst>
                  <a:ext uri="{FF2B5EF4-FFF2-40B4-BE49-F238E27FC236}">
                    <a16:creationId xmlns:a16="http://schemas.microsoft.com/office/drawing/2014/main" id="{0138F1DD-36B1-33FD-3B41-493A2B0091E5}"/>
                  </a:ext>
                </a:extLst>
              </p:cNvPr>
              <p:cNvSpPr/>
              <p:nvPr/>
            </p:nvSpPr>
            <p:spPr>
              <a:xfrm rot="5400000">
                <a:off x="9563593" y="2353345"/>
                <a:ext cx="572849" cy="1549218"/>
              </a:xfrm>
              <a:prstGeom prst="bentArrow">
                <a:avLst>
                  <a:gd name="adj1" fmla="val 38639"/>
                  <a:gd name="adj2" fmla="val 38302"/>
                  <a:gd name="adj3" fmla="val 16744"/>
                  <a:gd name="adj4" fmla="val 20160"/>
                </a:avLst>
              </a:prstGeom>
              <a:solidFill>
                <a:srgbClr val="B2CA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467AC060-C68E-2A43-8F56-FAB28245CB61}"/>
                  </a:ext>
                </a:extLst>
              </p:cNvPr>
              <p:cNvSpPr txBox="1"/>
              <p:nvPr/>
            </p:nvSpPr>
            <p:spPr>
              <a:xfrm>
                <a:off x="9075408" y="2802701"/>
                <a:ext cx="147371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sz="1400" dirty="0">
                    <a:solidFill>
                      <a:schemeClr val="bg1"/>
                    </a:solidFill>
                    <a:latin typeface="Arial Nova" panose="020B0504020202020204" pitchFamily="34" charset="0"/>
                  </a:rPr>
                  <a:t>Bras à l’arrêt</a:t>
                </a:r>
              </a:p>
            </p:txBody>
          </p:sp>
        </p:grp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4A63B512-500C-D3F9-3D5E-72074BBB7EBC}"/>
              </a:ext>
            </a:extLst>
          </p:cNvPr>
          <p:cNvGrpSpPr/>
          <p:nvPr/>
        </p:nvGrpSpPr>
        <p:grpSpPr>
          <a:xfrm>
            <a:off x="1900107" y="1908524"/>
            <a:ext cx="360000" cy="360000"/>
            <a:chOff x="9715662" y="4629628"/>
            <a:chExt cx="1800000" cy="1800000"/>
          </a:xfrm>
        </p:grpSpPr>
        <p:sp>
          <p:nvSpPr>
            <p:cNvPr id="60" name="Ellipse 59">
              <a:extLst>
                <a:ext uri="{FF2B5EF4-FFF2-40B4-BE49-F238E27FC236}">
                  <a16:creationId xmlns:a16="http://schemas.microsoft.com/office/drawing/2014/main" id="{910F43DD-E82E-AB07-D0CA-7C80FA80BCDF}"/>
                </a:ext>
              </a:extLst>
            </p:cNvPr>
            <p:cNvSpPr/>
            <p:nvPr/>
          </p:nvSpPr>
          <p:spPr>
            <a:xfrm>
              <a:off x="9715662" y="4629628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62" name="Image 61">
              <a:extLst>
                <a:ext uri="{FF2B5EF4-FFF2-40B4-BE49-F238E27FC236}">
                  <a16:creationId xmlns:a16="http://schemas.microsoft.com/office/drawing/2014/main" id="{9E521C9A-A78C-1734-9575-1C6FDF0EFA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967662" y="4881628"/>
              <a:ext cx="1296000" cy="1296000"/>
            </a:xfrm>
            <a:prstGeom prst="rect">
              <a:avLst/>
            </a:prstGeom>
          </p:spPr>
        </p:pic>
      </p:grpSp>
      <p:grpSp>
        <p:nvGrpSpPr>
          <p:cNvPr id="65" name="Groupe 64">
            <a:extLst>
              <a:ext uri="{FF2B5EF4-FFF2-40B4-BE49-F238E27FC236}">
                <a16:creationId xmlns:a16="http://schemas.microsoft.com/office/drawing/2014/main" id="{2C238199-1F4A-5BE7-5261-C1004A830C71}"/>
              </a:ext>
            </a:extLst>
          </p:cNvPr>
          <p:cNvGrpSpPr/>
          <p:nvPr/>
        </p:nvGrpSpPr>
        <p:grpSpPr>
          <a:xfrm>
            <a:off x="6452459" y="1931852"/>
            <a:ext cx="360000" cy="360000"/>
            <a:chOff x="10405167" y="4101988"/>
            <a:chExt cx="1800000" cy="1800000"/>
          </a:xfrm>
        </p:grpSpPr>
        <p:sp>
          <p:nvSpPr>
            <p:cNvPr id="66" name="Ellipse 65">
              <a:extLst>
                <a:ext uri="{FF2B5EF4-FFF2-40B4-BE49-F238E27FC236}">
                  <a16:creationId xmlns:a16="http://schemas.microsoft.com/office/drawing/2014/main" id="{93CFD45D-1B44-5AAB-5ED4-B2F275782F01}"/>
                </a:ext>
              </a:extLst>
            </p:cNvPr>
            <p:cNvSpPr/>
            <p:nvPr/>
          </p:nvSpPr>
          <p:spPr>
            <a:xfrm>
              <a:off x="10405167" y="4101988"/>
              <a:ext cx="1800000" cy="1800000"/>
            </a:xfrm>
            <a:prstGeom prst="ellipse">
              <a:avLst/>
            </a:prstGeom>
            <a:solidFill>
              <a:srgbClr val="08AF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68" name="Image 67">
              <a:extLst>
                <a:ext uri="{FF2B5EF4-FFF2-40B4-BE49-F238E27FC236}">
                  <a16:creationId xmlns:a16="http://schemas.microsoft.com/office/drawing/2014/main" id="{33915D74-87CA-5B76-0A74-83E3DCEE86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0456414" y="4137988"/>
              <a:ext cx="1728000" cy="1728000"/>
            </a:xfrm>
            <a:prstGeom prst="rect">
              <a:avLst/>
            </a:prstGeom>
          </p:spPr>
        </p:pic>
      </p:grp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0F2F4DC1-8EA1-C967-ACDB-8B8835C2A512}"/>
              </a:ext>
            </a:extLst>
          </p:cNvPr>
          <p:cNvGrpSpPr/>
          <p:nvPr/>
        </p:nvGrpSpPr>
        <p:grpSpPr>
          <a:xfrm>
            <a:off x="330445" y="1559561"/>
            <a:ext cx="693018" cy="242466"/>
            <a:chOff x="330445" y="1559561"/>
            <a:chExt cx="693018" cy="242466"/>
          </a:xfrm>
        </p:grpSpPr>
        <p:grpSp>
          <p:nvGrpSpPr>
            <p:cNvPr id="87" name="Groupe 86">
              <a:extLst>
                <a:ext uri="{FF2B5EF4-FFF2-40B4-BE49-F238E27FC236}">
                  <a16:creationId xmlns:a16="http://schemas.microsoft.com/office/drawing/2014/main" id="{DB3286D5-A2B1-83BE-5455-C933528D079C}"/>
                </a:ext>
              </a:extLst>
            </p:cNvPr>
            <p:cNvGrpSpPr/>
            <p:nvPr/>
          </p:nvGrpSpPr>
          <p:grpSpPr>
            <a:xfrm>
              <a:off x="538480" y="1559561"/>
              <a:ext cx="484983" cy="242466"/>
              <a:chOff x="6993109" y="4439920"/>
              <a:chExt cx="363360" cy="199689"/>
            </a:xfrm>
            <a:solidFill>
              <a:srgbClr val="C3AED1"/>
            </a:solidFill>
          </p:grpSpPr>
          <p:sp>
            <p:nvSpPr>
              <p:cNvPr id="91" name="Flèche : droite rayée 90">
                <a:extLst>
                  <a:ext uri="{FF2B5EF4-FFF2-40B4-BE49-F238E27FC236}">
                    <a16:creationId xmlns:a16="http://schemas.microsoft.com/office/drawing/2014/main" id="{2486FA3B-8B79-D8EC-A5E3-5E47AEE5472D}"/>
                  </a:ext>
                </a:extLst>
              </p:cNvPr>
              <p:cNvSpPr/>
              <p:nvPr/>
            </p:nvSpPr>
            <p:spPr>
              <a:xfrm>
                <a:off x="6993109" y="4439920"/>
                <a:ext cx="363360" cy="199689"/>
              </a:xfrm>
              <a:prstGeom prst="stripedRightArrow">
                <a:avLst>
                  <a:gd name="adj1" fmla="val 57350"/>
                  <a:gd name="adj2" fmla="val 50000"/>
                </a:avLst>
              </a:prstGeom>
              <a:grpFill/>
              <a:ln>
                <a:solidFill>
                  <a:srgbClr val="68348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92" name="Image 91">
                <a:extLst>
                  <a:ext uri="{FF2B5EF4-FFF2-40B4-BE49-F238E27FC236}">
                    <a16:creationId xmlns:a16="http://schemas.microsoft.com/office/drawing/2014/main" id="{773D5493-FD01-EEBA-AC76-DBB4738A48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39789" y="4494852"/>
                <a:ext cx="256994" cy="89823"/>
              </a:xfrm>
              <a:prstGeom prst="rect">
                <a:avLst/>
              </a:prstGeom>
              <a:grpFill/>
              <a:ln>
                <a:noFill/>
              </a:ln>
            </p:spPr>
          </p:pic>
        </p:grpSp>
        <p:grpSp>
          <p:nvGrpSpPr>
            <p:cNvPr id="88" name="Groupe 87">
              <a:extLst>
                <a:ext uri="{FF2B5EF4-FFF2-40B4-BE49-F238E27FC236}">
                  <a16:creationId xmlns:a16="http://schemas.microsoft.com/office/drawing/2014/main" id="{A4C883D4-4DD0-AC02-5F88-CBCFC87C9ACA}"/>
                </a:ext>
              </a:extLst>
            </p:cNvPr>
            <p:cNvGrpSpPr/>
            <p:nvPr/>
          </p:nvGrpSpPr>
          <p:grpSpPr>
            <a:xfrm>
              <a:off x="330445" y="1590794"/>
              <a:ext cx="180000" cy="180000"/>
              <a:chOff x="5404964" y="4396133"/>
              <a:chExt cx="1800000" cy="1800000"/>
            </a:xfrm>
          </p:grpSpPr>
          <p:sp>
            <p:nvSpPr>
              <p:cNvPr id="89" name="Ellipse 88">
                <a:extLst>
                  <a:ext uri="{FF2B5EF4-FFF2-40B4-BE49-F238E27FC236}">
                    <a16:creationId xmlns:a16="http://schemas.microsoft.com/office/drawing/2014/main" id="{14E26ADD-F5E6-F833-D440-F617AD54F8E9}"/>
                  </a:ext>
                </a:extLst>
              </p:cNvPr>
              <p:cNvSpPr/>
              <p:nvPr/>
            </p:nvSpPr>
            <p:spPr>
              <a:xfrm>
                <a:off x="5404964" y="4396133"/>
                <a:ext cx="1800000" cy="1800000"/>
              </a:xfrm>
              <a:prstGeom prst="ellipse">
                <a:avLst/>
              </a:prstGeom>
              <a:solidFill>
                <a:srgbClr val="6834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pic>
            <p:nvPicPr>
              <p:cNvPr id="90" name="Image 89">
                <a:extLst>
                  <a:ext uri="{FF2B5EF4-FFF2-40B4-BE49-F238E27FC236}">
                    <a16:creationId xmlns:a16="http://schemas.microsoft.com/office/drawing/2014/main" id="{525AF2E3-A58C-0386-77FC-E507569030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543445" y="4536296"/>
                <a:ext cx="1358232" cy="1440000"/>
              </a:xfrm>
              <a:prstGeom prst="rect">
                <a:avLst/>
              </a:prstGeom>
            </p:spPr>
          </p:pic>
        </p:grpSp>
      </p:grpSp>
      <p:grpSp>
        <p:nvGrpSpPr>
          <p:cNvPr id="93" name="Groupe 92">
            <a:extLst>
              <a:ext uri="{FF2B5EF4-FFF2-40B4-BE49-F238E27FC236}">
                <a16:creationId xmlns:a16="http://schemas.microsoft.com/office/drawing/2014/main" id="{DA8B86FD-19B1-17E6-2D01-09B360CE8A43}"/>
              </a:ext>
            </a:extLst>
          </p:cNvPr>
          <p:cNvGrpSpPr/>
          <p:nvPr/>
        </p:nvGrpSpPr>
        <p:grpSpPr>
          <a:xfrm rot="5400000">
            <a:off x="6672596" y="4288045"/>
            <a:ext cx="693018" cy="242466"/>
            <a:chOff x="330445" y="1559561"/>
            <a:chExt cx="693018" cy="242466"/>
          </a:xfrm>
        </p:grpSpPr>
        <p:grpSp>
          <p:nvGrpSpPr>
            <p:cNvPr id="94" name="Groupe 93">
              <a:extLst>
                <a:ext uri="{FF2B5EF4-FFF2-40B4-BE49-F238E27FC236}">
                  <a16:creationId xmlns:a16="http://schemas.microsoft.com/office/drawing/2014/main" id="{6DB94E70-DEFE-4956-D31B-55A2AAC9AC3E}"/>
                </a:ext>
              </a:extLst>
            </p:cNvPr>
            <p:cNvGrpSpPr/>
            <p:nvPr/>
          </p:nvGrpSpPr>
          <p:grpSpPr>
            <a:xfrm>
              <a:off x="538480" y="1559561"/>
              <a:ext cx="484983" cy="242466"/>
              <a:chOff x="6993109" y="4439920"/>
              <a:chExt cx="363360" cy="199689"/>
            </a:xfrm>
            <a:solidFill>
              <a:srgbClr val="C3AED1"/>
            </a:solidFill>
          </p:grpSpPr>
          <p:sp>
            <p:nvSpPr>
              <p:cNvPr id="98" name="Flèche : droite rayée 97">
                <a:extLst>
                  <a:ext uri="{FF2B5EF4-FFF2-40B4-BE49-F238E27FC236}">
                    <a16:creationId xmlns:a16="http://schemas.microsoft.com/office/drawing/2014/main" id="{C054B956-D175-E452-CA57-F76F744B3F09}"/>
                  </a:ext>
                </a:extLst>
              </p:cNvPr>
              <p:cNvSpPr/>
              <p:nvPr/>
            </p:nvSpPr>
            <p:spPr>
              <a:xfrm>
                <a:off x="6993109" y="4439920"/>
                <a:ext cx="363360" cy="199689"/>
              </a:xfrm>
              <a:prstGeom prst="stripedRightArrow">
                <a:avLst>
                  <a:gd name="adj1" fmla="val 57350"/>
                  <a:gd name="adj2" fmla="val 50000"/>
                </a:avLst>
              </a:prstGeom>
              <a:grpFill/>
              <a:ln>
                <a:solidFill>
                  <a:srgbClr val="68348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99" name="Image 98">
                <a:extLst>
                  <a:ext uri="{FF2B5EF4-FFF2-40B4-BE49-F238E27FC236}">
                    <a16:creationId xmlns:a16="http://schemas.microsoft.com/office/drawing/2014/main" id="{1688CE3A-82CA-A850-3799-C5F2E18843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39789" y="4494852"/>
                <a:ext cx="256994" cy="89823"/>
              </a:xfrm>
              <a:prstGeom prst="rect">
                <a:avLst/>
              </a:prstGeom>
              <a:grpFill/>
              <a:ln>
                <a:noFill/>
              </a:ln>
            </p:spPr>
          </p:pic>
        </p:grpSp>
        <p:grpSp>
          <p:nvGrpSpPr>
            <p:cNvPr id="95" name="Groupe 94">
              <a:extLst>
                <a:ext uri="{FF2B5EF4-FFF2-40B4-BE49-F238E27FC236}">
                  <a16:creationId xmlns:a16="http://schemas.microsoft.com/office/drawing/2014/main" id="{3B5F8AF9-D564-6EF3-347C-EE32140B023D}"/>
                </a:ext>
              </a:extLst>
            </p:cNvPr>
            <p:cNvGrpSpPr/>
            <p:nvPr/>
          </p:nvGrpSpPr>
          <p:grpSpPr>
            <a:xfrm>
              <a:off x="330445" y="1590794"/>
              <a:ext cx="180000" cy="180000"/>
              <a:chOff x="5404964" y="4396133"/>
              <a:chExt cx="1800000" cy="1800000"/>
            </a:xfrm>
          </p:grpSpPr>
          <p:sp>
            <p:nvSpPr>
              <p:cNvPr id="96" name="Ellipse 95">
                <a:extLst>
                  <a:ext uri="{FF2B5EF4-FFF2-40B4-BE49-F238E27FC236}">
                    <a16:creationId xmlns:a16="http://schemas.microsoft.com/office/drawing/2014/main" id="{7AE15749-E153-5691-11E2-4ED37C07FE7C}"/>
                  </a:ext>
                </a:extLst>
              </p:cNvPr>
              <p:cNvSpPr/>
              <p:nvPr/>
            </p:nvSpPr>
            <p:spPr>
              <a:xfrm>
                <a:off x="5404964" y="4396133"/>
                <a:ext cx="1800000" cy="1800000"/>
              </a:xfrm>
              <a:prstGeom prst="ellipse">
                <a:avLst/>
              </a:prstGeom>
              <a:solidFill>
                <a:srgbClr val="6834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pic>
            <p:nvPicPr>
              <p:cNvPr id="97" name="Image 96">
                <a:extLst>
                  <a:ext uri="{FF2B5EF4-FFF2-40B4-BE49-F238E27FC236}">
                    <a16:creationId xmlns:a16="http://schemas.microsoft.com/office/drawing/2014/main" id="{77F36AA5-6124-5829-9BB2-CEC8C11D53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543445" y="4536296"/>
                <a:ext cx="1358232" cy="1440000"/>
              </a:xfrm>
              <a:prstGeom prst="rect">
                <a:avLst/>
              </a:prstGeom>
            </p:spPr>
          </p:pic>
        </p:grpSp>
      </p:grpSp>
      <p:pic>
        <p:nvPicPr>
          <p:cNvPr id="100" name="Image 99">
            <a:extLst>
              <a:ext uri="{FF2B5EF4-FFF2-40B4-BE49-F238E27FC236}">
                <a16:creationId xmlns:a16="http://schemas.microsoft.com/office/drawing/2014/main" id="{E3A983DC-8604-4428-90A0-1BAE06DE62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333" y="3260167"/>
            <a:ext cx="360000" cy="360000"/>
          </a:xfrm>
          <a:prstGeom prst="rect">
            <a:avLst/>
          </a:prstGeom>
        </p:spPr>
      </p:pic>
      <p:cxnSp>
        <p:nvCxnSpPr>
          <p:cNvPr id="101" name="Connecteur droit avec flèche 100">
            <a:extLst>
              <a:ext uri="{FF2B5EF4-FFF2-40B4-BE49-F238E27FC236}">
                <a16:creationId xmlns:a16="http://schemas.microsoft.com/office/drawing/2014/main" id="{2A759AA0-F3FD-C26A-60D8-97778FA4410F}"/>
              </a:ext>
            </a:extLst>
          </p:cNvPr>
          <p:cNvCxnSpPr>
            <a:cxnSpLocks/>
          </p:cNvCxnSpPr>
          <p:nvPr/>
        </p:nvCxnSpPr>
        <p:spPr>
          <a:xfrm flipV="1">
            <a:off x="324302" y="3707196"/>
            <a:ext cx="720000" cy="1536"/>
          </a:xfrm>
          <a:prstGeom prst="straightConnector1">
            <a:avLst/>
          </a:prstGeom>
          <a:ln w="25400" cap="rnd">
            <a:solidFill>
              <a:srgbClr val="FDAD5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ZoneTexte 101"/>
          <p:cNvSpPr txBox="1"/>
          <p:nvPr/>
        </p:nvSpPr>
        <p:spPr>
          <a:xfrm>
            <a:off x="329415" y="3755041"/>
            <a:ext cx="703719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fr-FR" sz="1050" dirty="0"/>
              <a:t>Prise secteur</a:t>
            </a:r>
          </a:p>
        </p:txBody>
      </p:sp>
      <p:grpSp>
        <p:nvGrpSpPr>
          <p:cNvPr id="63" name="Groupe 62">
            <a:extLst>
              <a:ext uri="{FF2B5EF4-FFF2-40B4-BE49-F238E27FC236}">
                <a16:creationId xmlns:a16="http://schemas.microsoft.com/office/drawing/2014/main" id="{0C65B910-FFC2-D794-C0ED-7D721CD38266}"/>
              </a:ext>
            </a:extLst>
          </p:cNvPr>
          <p:cNvGrpSpPr/>
          <p:nvPr/>
        </p:nvGrpSpPr>
        <p:grpSpPr>
          <a:xfrm>
            <a:off x="8902087" y="3314738"/>
            <a:ext cx="720000" cy="390785"/>
            <a:chOff x="6829319" y="3313520"/>
            <a:chExt cx="720000" cy="390785"/>
          </a:xfrm>
        </p:grpSpPr>
        <p:cxnSp>
          <p:nvCxnSpPr>
            <p:cNvPr id="69" name="Connecteur droit avec flèche 68">
              <a:extLst>
                <a:ext uri="{FF2B5EF4-FFF2-40B4-BE49-F238E27FC236}">
                  <a16:creationId xmlns:a16="http://schemas.microsoft.com/office/drawing/2014/main" id="{F2435DC9-B0B7-5D42-DCE5-71941C55D7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9319" y="3702769"/>
              <a:ext cx="720000" cy="1536"/>
            </a:xfrm>
            <a:prstGeom prst="straightConnector1">
              <a:avLst/>
            </a:prstGeom>
            <a:ln w="25400" cap="rnd">
              <a:solidFill>
                <a:srgbClr val="68348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0" name="Image 69">
              <a:extLst>
                <a:ext uri="{FF2B5EF4-FFF2-40B4-BE49-F238E27FC236}">
                  <a16:creationId xmlns:a16="http://schemas.microsoft.com/office/drawing/2014/main" id="{2FAD26AF-421B-A596-414B-8A78F9C10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993108" y="3313520"/>
              <a:ext cx="360000" cy="360000"/>
            </a:xfrm>
            <a:prstGeom prst="rect">
              <a:avLst/>
            </a:prstGeom>
          </p:spPr>
        </p:pic>
      </p:grpSp>
      <p:sp>
        <p:nvSpPr>
          <p:cNvPr id="76" name="Rectangle : coins arrondis 75">
            <a:extLst>
              <a:ext uri="{FF2B5EF4-FFF2-40B4-BE49-F238E27FC236}">
                <a16:creationId xmlns:a16="http://schemas.microsoft.com/office/drawing/2014/main" id="{DB6BED63-91F0-94DA-E4D4-6765E3D89153}"/>
              </a:ext>
            </a:extLst>
          </p:cNvPr>
          <p:cNvSpPr/>
          <p:nvPr/>
        </p:nvSpPr>
        <p:spPr>
          <a:xfrm>
            <a:off x="9642632" y="3432462"/>
            <a:ext cx="1365662" cy="53439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EE68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EE685D"/>
                </a:solidFill>
                <a:latin typeface="Arial Nova" panose="020B0504020202020204" pitchFamily="34" charset="0"/>
              </a:rPr>
              <a:t>Transmettre</a:t>
            </a:r>
          </a:p>
        </p:txBody>
      </p:sp>
      <p:sp>
        <p:nvSpPr>
          <p:cNvPr id="77" name="Rectangle : coins arrondis 76">
            <a:extLst>
              <a:ext uri="{FF2B5EF4-FFF2-40B4-BE49-F238E27FC236}">
                <a16:creationId xmlns:a16="http://schemas.microsoft.com/office/drawing/2014/main" id="{AECD5BB3-89D7-F595-566D-D008CEEA72B4}"/>
              </a:ext>
            </a:extLst>
          </p:cNvPr>
          <p:cNvSpPr/>
          <p:nvPr/>
        </p:nvSpPr>
        <p:spPr>
          <a:xfrm>
            <a:off x="9649079" y="4089310"/>
            <a:ext cx="1365662" cy="534390"/>
          </a:xfrm>
          <a:prstGeom prst="roundRect">
            <a:avLst>
              <a:gd name="adj" fmla="val 11914"/>
            </a:avLst>
          </a:prstGeom>
          <a:solidFill>
            <a:srgbClr val="F7B8B3"/>
          </a:solidFill>
          <a:ln w="19050">
            <a:solidFill>
              <a:srgbClr val="F7B8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rgbClr val="EE685D"/>
                </a:solidFill>
                <a:latin typeface="Arial Nova" panose="020B0504020202020204" pitchFamily="34" charset="0"/>
              </a:rPr>
              <a:t>Train simple</a:t>
            </a:r>
          </a:p>
        </p:txBody>
      </p:sp>
      <p:grpSp>
        <p:nvGrpSpPr>
          <p:cNvPr id="78" name="Groupe 77">
            <a:extLst>
              <a:ext uri="{FF2B5EF4-FFF2-40B4-BE49-F238E27FC236}">
                <a16:creationId xmlns:a16="http://schemas.microsoft.com/office/drawing/2014/main" id="{76AEE563-92CF-15CE-84F3-190AFD876279}"/>
              </a:ext>
            </a:extLst>
          </p:cNvPr>
          <p:cNvGrpSpPr/>
          <p:nvPr/>
        </p:nvGrpSpPr>
        <p:grpSpPr>
          <a:xfrm>
            <a:off x="10145463" y="3843922"/>
            <a:ext cx="360000" cy="360000"/>
            <a:chOff x="5447928" y="2816932"/>
            <a:chExt cx="1800000" cy="1800000"/>
          </a:xfrm>
        </p:grpSpPr>
        <p:sp>
          <p:nvSpPr>
            <p:cNvPr id="79" name="Ellipse 78">
              <a:extLst>
                <a:ext uri="{FF2B5EF4-FFF2-40B4-BE49-F238E27FC236}">
                  <a16:creationId xmlns:a16="http://schemas.microsoft.com/office/drawing/2014/main" id="{B5FC6D02-9B4B-918A-A30C-71A43688D17D}"/>
                </a:ext>
              </a:extLst>
            </p:cNvPr>
            <p:cNvSpPr/>
            <p:nvPr/>
          </p:nvSpPr>
          <p:spPr>
            <a:xfrm>
              <a:off x="5447928" y="2816932"/>
              <a:ext cx="1800000" cy="1800000"/>
            </a:xfrm>
            <a:prstGeom prst="ellipse">
              <a:avLst/>
            </a:prstGeom>
            <a:solidFill>
              <a:srgbClr val="EF72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80" name="Image 79">
              <a:extLst>
                <a:ext uri="{FF2B5EF4-FFF2-40B4-BE49-F238E27FC236}">
                  <a16:creationId xmlns:a16="http://schemas.microsoft.com/office/drawing/2014/main" id="{5AF73DC4-705E-2799-9B24-3B20B4FD3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flipH="1">
              <a:off x="5627848" y="2996852"/>
              <a:ext cx="1440160" cy="1440160"/>
            </a:xfrm>
            <a:prstGeom prst="rect">
              <a:avLst/>
            </a:prstGeom>
          </p:spPr>
        </p:pic>
      </p:grpSp>
      <p:cxnSp>
        <p:nvCxnSpPr>
          <p:cNvPr id="81" name="Connecteur : en angle 80">
            <a:extLst>
              <a:ext uri="{FF2B5EF4-FFF2-40B4-BE49-F238E27FC236}">
                <a16:creationId xmlns:a16="http://schemas.microsoft.com/office/drawing/2014/main" id="{16494DF2-3AF1-3CC9-E539-2AF9242A44FE}"/>
              </a:ext>
            </a:extLst>
          </p:cNvPr>
          <p:cNvCxnSpPr>
            <a:cxnSpLocks/>
            <a:stCxn id="59" idx="2"/>
          </p:cNvCxnSpPr>
          <p:nvPr/>
        </p:nvCxnSpPr>
        <p:spPr>
          <a:xfrm rot="5400000" flipH="1">
            <a:off x="3224368" y="-275219"/>
            <a:ext cx="1804943" cy="6092537"/>
          </a:xfrm>
          <a:prstGeom prst="bentConnector4">
            <a:avLst>
              <a:gd name="adj1" fmla="val -86757"/>
              <a:gd name="adj2" fmla="val 114325"/>
            </a:avLst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6241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6B1A13B3-5149-FA1A-CC2E-224E94D25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Bras Beta – Axe de translation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ED491E-0826-EEF9-74D6-5744327FB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6</a:t>
            </a:fld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D795C968-BC3C-1567-576F-53C8D60C7C59}"/>
              </a:ext>
            </a:extLst>
          </p:cNvPr>
          <p:cNvSpPr/>
          <p:nvPr/>
        </p:nvSpPr>
        <p:spPr>
          <a:xfrm>
            <a:off x="1056905" y="1444678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04F77"/>
                </a:solidFill>
                <a:latin typeface="Arial Nova" panose="020B0504020202020204" pitchFamily="34" charset="0"/>
              </a:rPr>
              <a:t>Acquérir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918DF59A-E2E4-2A2C-37EB-73D1E5D62C34}"/>
              </a:ext>
            </a:extLst>
          </p:cNvPr>
          <p:cNvSpPr/>
          <p:nvPr/>
        </p:nvSpPr>
        <p:spPr>
          <a:xfrm>
            <a:off x="1056905" y="2219824"/>
            <a:ext cx="1440000" cy="720000"/>
          </a:xfrm>
          <a:prstGeom prst="roundRect">
            <a:avLst>
              <a:gd name="adj" fmla="val 11914"/>
            </a:avLst>
          </a:prstGeom>
          <a:solidFill>
            <a:srgbClr val="DFE3EB"/>
          </a:solidFill>
          <a:ln w="19050">
            <a:solidFill>
              <a:srgbClr val="DFE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>
                <a:solidFill>
                  <a:srgbClr val="004F77"/>
                </a:solidFill>
                <a:latin typeface="Arial Nova" panose="020B0504020202020204" pitchFamily="34" charset="0"/>
              </a:rPr>
              <a:t>Codeur incrémental</a:t>
            </a:r>
          </a:p>
          <a:p>
            <a:pPr algn="ctr"/>
            <a:r>
              <a:rPr lang="fr-FR" sz="1050" dirty="0">
                <a:solidFill>
                  <a:srgbClr val="004F77"/>
                </a:solidFill>
                <a:latin typeface="Arial Nova" panose="020B0504020202020204" pitchFamily="34" charset="0"/>
              </a:rPr>
              <a:t>Détecteur à contact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3A21C11E-BCE9-7FD2-3DC9-AEBB72B36909}"/>
              </a:ext>
            </a:extLst>
          </p:cNvPr>
          <p:cNvSpPr/>
          <p:nvPr/>
        </p:nvSpPr>
        <p:spPr>
          <a:xfrm>
            <a:off x="3229319" y="1443142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C7391"/>
                </a:solidFill>
                <a:latin typeface="Arial Nova" panose="020B0504020202020204" pitchFamily="34" charset="0"/>
              </a:rPr>
              <a:t>Traiter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9E563B7E-4153-DECA-AFFC-7C7EB26DF1B2}"/>
              </a:ext>
            </a:extLst>
          </p:cNvPr>
          <p:cNvSpPr/>
          <p:nvPr/>
        </p:nvSpPr>
        <p:spPr>
          <a:xfrm>
            <a:off x="3218894" y="2236003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E4EBF0"/>
          </a:solidFill>
          <a:ln w="19050">
            <a:solidFill>
              <a:srgbClr val="E4EB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C7391"/>
                </a:solidFill>
                <a:latin typeface="Arial Nova" panose="020B0504020202020204" pitchFamily="34" charset="0"/>
              </a:rPr>
              <a:t>Microcontrôleur </a:t>
            </a:r>
            <a:r>
              <a:rPr lang="fr-FR" sz="1200" dirty="0" err="1">
                <a:solidFill>
                  <a:srgbClr val="0C7391"/>
                </a:solidFill>
                <a:latin typeface="Arial Nova" panose="020B0504020202020204" pitchFamily="34" charset="0"/>
              </a:rPr>
              <a:t>myRIO</a:t>
            </a:r>
            <a:endParaRPr lang="fr-FR" sz="1200" dirty="0">
              <a:solidFill>
                <a:srgbClr val="0C7391"/>
              </a:solidFill>
              <a:latin typeface="Arial Nova" panose="020B0504020202020204" pitchFamily="34" charset="0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6B1F36CD-C30E-4C5F-385C-9C8A21F267DC}"/>
              </a:ext>
            </a:extLst>
          </p:cNvPr>
          <p:cNvSpPr/>
          <p:nvPr/>
        </p:nvSpPr>
        <p:spPr>
          <a:xfrm>
            <a:off x="5389319" y="1420801"/>
            <a:ext cx="1440000" cy="576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8A5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8A559"/>
                </a:solidFill>
                <a:latin typeface="Arial Nova" panose="020B0504020202020204" pitchFamily="34" charset="0"/>
              </a:rPr>
              <a:t>Communiquer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8D7359E7-9FDC-08FD-DC9D-0F15683BC326}"/>
              </a:ext>
            </a:extLst>
          </p:cNvPr>
          <p:cNvSpPr/>
          <p:nvPr/>
        </p:nvSpPr>
        <p:spPr>
          <a:xfrm>
            <a:off x="5389319" y="2214770"/>
            <a:ext cx="1406281" cy="534390"/>
          </a:xfrm>
          <a:prstGeom prst="roundRect">
            <a:avLst>
              <a:gd name="adj" fmla="val 11914"/>
            </a:avLst>
          </a:prstGeom>
          <a:solidFill>
            <a:srgbClr val="E8F3E8"/>
          </a:solidFill>
          <a:ln w="19050">
            <a:solidFill>
              <a:srgbClr val="E8F3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8A559"/>
                </a:solidFill>
                <a:latin typeface="Arial Nova" panose="020B0504020202020204" pitchFamily="34" charset="0"/>
              </a:rPr>
              <a:t>Microcontrôleur </a:t>
            </a:r>
            <a:r>
              <a:rPr lang="fr-FR" sz="1200" dirty="0" err="1">
                <a:solidFill>
                  <a:srgbClr val="08A559"/>
                </a:solidFill>
                <a:latin typeface="Arial Nova" panose="020B0504020202020204" pitchFamily="34" charset="0"/>
              </a:rPr>
              <a:t>myRIO</a:t>
            </a:r>
            <a:endParaRPr lang="fr-FR" sz="1200" dirty="0">
              <a:solidFill>
                <a:srgbClr val="08A559"/>
              </a:solidFill>
              <a:latin typeface="Arial Nova" panose="020B0504020202020204" pitchFamily="34" charset="0"/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2BFEBEF7-705E-46FD-8C4B-5178E5ACBDB2}"/>
              </a:ext>
            </a:extLst>
          </p:cNvPr>
          <p:cNvSpPr/>
          <p:nvPr/>
        </p:nvSpPr>
        <p:spPr>
          <a:xfrm>
            <a:off x="1056905" y="3437532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FDAD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FDAD57"/>
                </a:solidFill>
                <a:latin typeface="Arial Nova" panose="020B0504020202020204" pitchFamily="34" charset="0"/>
              </a:rPr>
              <a:t>Alimenter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3344F7B6-ACF1-41A6-1551-1E76B212FBE0}"/>
              </a:ext>
            </a:extLst>
          </p:cNvPr>
          <p:cNvSpPr/>
          <p:nvPr/>
        </p:nvSpPr>
        <p:spPr>
          <a:xfrm>
            <a:off x="1056905" y="4132287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FEE6CC"/>
          </a:solidFill>
          <a:ln w="19050">
            <a:solidFill>
              <a:srgbClr val="FEE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FDAD57"/>
                </a:solidFill>
                <a:latin typeface="Arial Nova" panose="020B0504020202020204" pitchFamily="34" charset="0"/>
              </a:rPr>
              <a:t>Transformateur Alimentation xx V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5993B93C-6358-CDBD-8425-B3C1FF36002B}"/>
              </a:ext>
            </a:extLst>
          </p:cNvPr>
          <p:cNvSpPr/>
          <p:nvPr/>
        </p:nvSpPr>
        <p:spPr>
          <a:xfrm>
            <a:off x="3218894" y="3432769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0C73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C7391"/>
                </a:solidFill>
                <a:latin typeface="Arial Nova" panose="020B0504020202020204" pitchFamily="34" charset="0"/>
              </a:rPr>
              <a:t>Distribuer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856C1EFC-E8DC-74F6-4C1B-12FC3721C149}"/>
              </a:ext>
            </a:extLst>
          </p:cNvPr>
          <p:cNvSpPr/>
          <p:nvPr/>
        </p:nvSpPr>
        <p:spPr>
          <a:xfrm>
            <a:off x="3229319" y="4117990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9EC7D3"/>
          </a:solidFill>
          <a:ln w="19050">
            <a:solidFill>
              <a:srgbClr val="9EC7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0C7391"/>
                </a:solidFill>
                <a:latin typeface="Arial Nova" panose="020B0504020202020204" pitchFamily="34" charset="0"/>
              </a:rPr>
              <a:t>Hacheur </a:t>
            </a:r>
          </a:p>
          <a:p>
            <a:pPr algn="ctr"/>
            <a:r>
              <a:rPr lang="fr-FR" sz="1200" dirty="0">
                <a:solidFill>
                  <a:srgbClr val="0C7391"/>
                </a:solidFill>
                <a:latin typeface="Arial Nova" panose="020B0504020202020204" pitchFamily="34" charset="0"/>
              </a:rPr>
              <a:t>(Variateur)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21644A1E-F74F-36B4-98E8-8D6D6DB0F7F6}"/>
              </a:ext>
            </a:extLst>
          </p:cNvPr>
          <p:cNvSpPr/>
          <p:nvPr/>
        </p:nvSpPr>
        <p:spPr>
          <a:xfrm>
            <a:off x="5380883" y="3437532"/>
            <a:ext cx="1440000" cy="540000"/>
          </a:xfrm>
          <a:prstGeom prst="roundRect">
            <a:avLst>
              <a:gd name="adj" fmla="val 11914"/>
            </a:avLst>
          </a:prstGeom>
          <a:noFill/>
          <a:ln w="19050">
            <a:solidFill>
              <a:srgbClr val="6834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68348B"/>
                </a:solidFill>
                <a:latin typeface="Arial Nova" panose="020B0504020202020204" pitchFamily="34" charset="0"/>
              </a:rPr>
              <a:t>Convertir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F864AAD2-5EF5-FD75-22C6-0D8871D20678}"/>
              </a:ext>
            </a:extLst>
          </p:cNvPr>
          <p:cNvSpPr/>
          <p:nvPr/>
        </p:nvSpPr>
        <p:spPr>
          <a:xfrm>
            <a:off x="5389319" y="4117990"/>
            <a:ext cx="1440000" cy="540000"/>
          </a:xfrm>
          <a:prstGeom prst="roundRect">
            <a:avLst>
              <a:gd name="adj" fmla="val 11914"/>
            </a:avLst>
          </a:prstGeom>
          <a:solidFill>
            <a:srgbClr val="C3AED1"/>
          </a:solidFill>
          <a:ln w="19050">
            <a:solidFill>
              <a:srgbClr val="C3AE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68348B"/>
                </a:solidFill>
                <a:latin typeface="Arial Nova" panose="020B0504020202020204" pitchFamily="34" charset="0"/>
              </a:rPr>
              <a:t>Moteur CC</a:t>
            </a:r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3A27BA98-37D0-071E-0034-A8F152781DA2}"/>
              </a:ext>
            </a:extLst>
          </p:cNvPr>
          <p:cNvGrpSpPr/>
          <p:nvPr/>
        </p:nvGrpSpPr>
        <p:grpSpPr>
          <a:xfrm>
            <a:off x="1344948" y="1209330"/>
            <a:ext cx="360000" cy="360000"/>
            <a:chOff x="5404964" y="4396133"/>
            <a:chExt cx="1800000" cy="1800000"/>
          </a:xfrm>
        </p:grpSpPr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AF6059D3-A447-3650-DBB0-E43A01137737}"/>
                </a:ext>
              </a:extLst>
            </p:cNvPr>
            <p:cNvSpPr/>
            <p:nvPr/>
          </p:nvSpPr>
          <p:spPr>
            <a:xfrm>
              <a:off x="5404964" y="4396133"/>
              <a:ext cx="1800000" cy="1800000"/>
            </a:xfrm>
            <a:prstGeom prst="ellipse">
              <a:avLst/>
            </a:prstGeom>
            <a:solidFill>
              <a:srgbClr val="00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3" name="Image 22">
              <a:extLst>
                <a:ext uri="{FF2B5EF4-FFF2-40B4-BE49-F238E27FC236}">
                  <a16:creationId xmlns:a16="http://schemas.microsoft.com/office/drawing/2014/main" id="{A6CDBBC0-D3DC-F349-2C16-BF936D04FE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43445" y="4536296"/>
              <a:ext cx="1358232" cy="1440000"/>
            </a:xfrm>
            <a:prstGeom prst="rect">
              <a:avLst/>
            </a:prstGeom>
          </p:spPr>
        </p:pic>
      </p:grpSp>
      <p:pic>
        <p:nvPicPr>
          <p:cNvPr id="26" name="Image 25">
            <a:extLst>
              <a:ext uri="{FF2B5EF4-FFF2-40B4-BE49-F238E27FC236}">
                <a16:creationId xmlns:a16="http://schemas.microsoft.com/office/drawing/2014/main" id="{1D2C4C8B-0FCC-A2FF-CBCF-FF9739D62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826" y="1498649"/>
            <a:ext cx="434918" cy="152010"/>
          </a:xfrm>
          <a:prstGeom prst="rect">
            <a:avLst/>
          </a:prstGeom>
        </p:spPr>
      </p:pic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56F184E9-809A-A3C9-1755-4F6B9B443CD7}"/>
              </a:ext>
            </a:extLst>
          </p:cNvPr>
          <p:cNvCxnSpPr>
            <a:cxnSpLocks/>
          </p:cNvCxnSpPr>
          <p:nvPr/>
        </p:nvCxnSpPr>
        <p:spPr>
          <a:xfrm flipV="1">
            <a:off x="2496905" y="1722751"/>
            <a:ext cx="720000" cy="1536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2516F913-F563-E2BC-304C-4BAEAEFA830A}"/>
              </a:ext>
            </a:extLst>
          </p:cNvPr>
          <p:cNvCxnSpPr/>
          <p:nvPr/>
        </p:nvCxnSpPr>
        <p:spPr>
          <a:xfrm flipV="1">
            <a:off x="4669319" y="1708801"/>
            <a:ext cx="720000" cy="1536"/>
          </a:xfrm>
          <a:prstGeom prst="straightConnector1">
            <a:avLst/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Image 33">
            <a:extLst>
              <a:ext uri="{FF2B5EF4-FFF2-40B4-BE49-F238E27FC236}">
                <a16:creationId xmlns:a16="http://schemas.microsoft.com/office/drawing/2014/main" id="{86B36458-367E-9E5B-68A4-0C26D4E0FC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8894" y="1313442"/>
            <a:ext cx="360000" cy="360000"/>
          </a:xfrm>
          <a:prstGeom prst="rect">
            <a:avLst/>
          </a:prstGeom>
        </p:spPr>
      </p:pic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2A759AA0-F3FD-C26A-60D8-97778FA4410F}"/>
              </a:ext>
            </a:extLst>
          </p:cNvPr>
          <p:cNvCxnSpPr>
            <a:cxnSpLocks/>
          </p:cNvCxnSpPr>
          <p:nvPr/>
        </p:nvCxnSpPr>
        <p:spPr>
          <a:xfrm flipV="1">
            <a:off x="2509319" y="3705996"/>
            <a:ext cx="720000" cy="1536"/>
          </a:xfrm>
          <a:prstGeom prst="straightConnector1">
            <a:avLst/>
          </a:prstGeom>
          <a:ln w="25400" cap="rnd">
            <a:solidFill>
              <a:srgbClr val="FDAD5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C432E140-C791-725B-4BEE-162F12959100}"/>
              </a:ext>
            </a:extLst>
          </p:cNvPr>
          <p:cNvGrpSpPr/>
          <p:nvPr/>
        </p:nvGrpSpPr>
        <p:grpSpPr>
          <a:xfrm>
            <a:off x="1596905" y="3874910"/>
            <a:ext cx="360000" cy="360000"/>
            <a:chOff x="4197400" y="3547713"/>
            <a:chExt cx="1800000" cy="1800000"/>
          </a:xfrm>
        </p:grpSpPr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F72BB05F-3C81-6BD0-8528-132F98B4087C}"/>
                </a:ext>
              </a:extLst>
            </p:cNvPr>
            <p:cNvSpPr/>
            <p:nvPr/>
          </p:nvSpPr>
          <p:spPr>
            <a:xfrm>
              <a:off x="4197400" y="3547713"/>
              <a:ext cx="1800000" cy="1800000"/>
            </a:xfrm>
            <a:prstGeom prst="ellipse">
              <a:avLst/>
            </a:prstGeom>
            <a:solidFill>
              <a:srgbClr val="FFB2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8" name="Image 37">
              <a:extLst>
                <a:ext uri="{FF2B5EF4-FFF2-40B4-BE49-F238E27FC236}">
                  <a16:creationId xmlns:a16="http://schemas.microsoft.com/office/drawing/2014/main" id="{0241FA1B-C23B-A98A-6FA9-9AD3F149F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26157" y="3876470"/>
              <a:ext cx="1142486" cy="1142486"/>
            </a:xfrm>
            <a:prstGeom prst="rect">
              <a:avLst/>
            </a:prstGeom>
          </p:spPr>
        </p:pic>
      </p:grpSp>
      <p:pic>
        <p:nvPicPr>
          <p:cNvPr id="40" name="Image 39">
            <a:extLst>
              <a:ext uri="{FF2B5EF4-FFF2-40B4-BE49-F238E27FC236}">
                <a16:creationId xmlns:a16="http://schemas.microsoft.com/office/drawing/2014/main" id="{807256A2-2D51-482D-5FEB-74F10613D3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6905" y="3288253"/>
            <a:ext cx="360000" cy="360000"/>
          </a:xfrm>
          <a:prstGeom prst="rect">
            <a:avLst/>
          </a:prstGeom>
        </p:spPr>
      </p:pic>
      <p:grpSp>
        <p:nvGrpSpPr>
          <p:cNvPr id="44" name="Groupe 43">
            <a:extLst>
              <a:ext uri="{FF2B5EF4-FFF2-40B4-BE49-F238E27FC236}">
                <a16:creationId xmlns:a16="http://schemas.microsoft.com/office/drawing/2014/main" id="{04E9D792-DC23-45E0-4C57-F4C8652B27B7}"/>
              </a:ext>
            </a:extLst>
          </p:cNvPr>
          <p:cNvGrpSpPr/>
          <p:nvPr/>
        </p:nvGrpSpPr>
        <p:grpSpPr>
          <a:xfrm>
            <a:off x="3769319" y="3882769"/>
            <a:ext cx="360000" cy="360000"/>
            <a:chOff x="6955958" y="3325976"/>
            <a:chExt cx="1800000" cy="1800000"/>
          </a:xfrm>
        </p:grpSpPr>
        <p:sp>
          <p:nvSpPr>
            <p:cNvPr id="45" name="Ellipse 44">
              <a:extLst>
                <a:ext uri="{FF2B5EF4-FFF2-40B4-BE49-F238E27FC236}">
                  <a16:creationId xmlns:a16="http://schemas.microsoft.com/office/drawing/2014/main" id="{2023547D-7AD8-2476-352E-2003CAAE25E0}"/>
                </a:ext>
              </a:extLst>
            </p:cNvPr>
            <p:cNvSpPr/>
            <p:nvPr/>
          </p:nvSpPr>
          <p:spPr>
            <a:xfrm>
              <a:off x="6955958" y="3325976"/>
              <a:ext cx="1800000" cy="1800000"/>
            </a:xfrm>
            <a:prstGeom prst="ellipse">
              <a:avLst/>
            </a:prstGeom>
            <a:solidFill>
              <a:srgbClr val="0C73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46" name="Image 45">
              <a:extLst>
                <a:ext uri="{FF2B5EF4-FFF2-40B4-BE49-F238E27FC236}">
                  <a16:creationId xmlns:a16="http://schemas.microsoft.com/office/drawing/2014/main" id="{B4A8BA83-645D-52A3-AEB7-1179427FDCF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12124" y="3645024"/>
              <a:ext cx="1394286" cy="1161904"/>
            </a:xfrm>
            <a:prstGeom prst="rect">
              <a:avLst/>
            </a:prstGeom>
          </p:spPr>
        </p:pic>
        <p:pic>
          <p:nvPicPr>
            <p:cNvPr id="47" name="Image 46">
              <a:extLst>
                <a:ext uri="{FF2B5EF4-FFF2-40B4-BE49-F238E27FC236}">
                  <a16:creationId xmlns:a16="http://schemas.microsoft.com/office/drawing/2014/main" id="{302262FB-10CE-F782-72FE-6FD5D16DF45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09267" y="4072626"/>
              <a:ext cx="246640" cy="173418"/>
            </a:xfrm>
            <a:prstGeom prst="rect">
              <a:avLst/>
            </a:prstGeom>
          </p:spPr>
        </p:pic>
      </p:grp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ADC9AE2C-B971-B403-6BD3-1FBC1C8BCEB1}"/>
              </a:ext>
            </a:extLst>
          </p:cNvPr>
          <p:cNvCxnSpPr>
            <a:cxnSpLocks/>
          </p:cNvCxnSpPr>
          <p:nvPr/>
        </p:nvCxnSpPr>
        <p:spPr>
          <a:xfrm flipV="1">
            <a:off x="4669319" y="3693164"/>
            <a:ext cx="720000" cy="1536"/>
          </a:xfrm>
          <a:prstGeom prst="straightConnector1">
            <a:avLst/>
          </a:prstGeom>
          <a:ln w="25400" cap="rnd">
            <a:solidFill>
              <a:srgbClr val="0C739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Image 48">
            <a:extLst>
              <a:ext uri="{FF2B5EF4-FFF2-40B4-BE49-F238E27FC236}">
                <a16:creationId xmlns:a16="http://schemas.microsoft.com/office/drawing/2014/main" id="{D668B20D-2AB0-DB7C-B49B-C67635DB8B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8894" y="3288253"/>
            <a:ext cx="360000" cy="360000"/>
          </a:xfrm>
          <a:prstGeom prst="rect">
            <a:avLst/>
          </a:prstGeom>
        </p:spPr>
      </p:pic>
      <p:grpSp>
        <p:nvGrpSpPr>
          <p:cNvPr id="50" name="Groupe 49">
            <a:extLst>
              <a:ext uri="{FF2B5EF4-FFF2-40B4-BE49-F238E27FC236}">
                <a16:creationId xmlns:a16="http://schemas.microsoft.com/office/drawing/2014/main" id="{3BAC2AD8-68D0-64B3-8925-A4804B8ADC35}"/>
              </a:ext>
            </a:extLst>
          </p:cNvPr>
          <p:cNvGrpSpPr/>
          <p:nvPr/>
        </p:nvGrpSpPr>
        <p:grpSpPr>
          <a:xfrm>
            <a:off x="5910458" y="3883180"/>
            <a:ext cx="360000" cy="360000"/>
            <a:chOff x="5775745" y="3144183"/>
            <a:chExt cx="1800000" cy="1800000"/>
          </a:xfrm>
        </p:grpSpPr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04F8E12C-8382-F1EC-C191-3370BC42A0F6}"/>
                </a:ext>
              </a:extLst>
            </p:cNvPr>
            <p:cNvSpPr/>
            <p:nvPr/>
          </p:nvSpPr>
          <p:spPr>
            <a:xfrm>
              <a:off x="5775745" y="3144183"/>
              <a:ext cx="1800000" cy="1800000"/>
            </a:xfrm>
            <a:prstGeom prst="ellipse">
              <a:avLst/>
            </a:prstGeom>
            <a:solidFill>
              <a:srgbClr val="6834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52" name="Image 51">
              <a:extLst>
                <a:ext uri="{FF2B5EF4-FFF2-40B4-BE49-F238E27FC236}">
                  <a16:creationId xmlns:a16="http://schemas.microsoft.com/office/drawing/2014/main" id="{F009B8D4-CDD9-2923-1B15-FB51E1B4929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903821" y="3513485"/>
              <a:ext cx="1543848" cy="1061396"/>
            </a:xfrm>
            <a:prstGeom prst="rect">
              <a:avLst/>
            </a:prstGeom>
          </p:spPr>
        </p:pic>
      </p:grp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D8550244-CF3E-46CD-9FB3-D08544E1F6C9}"/>
              </a:ext>
            </a:extLst>
          </p:cNvPr>
          <p:cNvCxnSpPr>
            <a:cxnSpLocks/>
          </p:cNvCxnSpPr>
          <p:nvPr/>
        </p:nvCxnSpPr>
        <p:spPr>
          <a:xfrm flipV="1">
            <a:off x="6829319" y="3702769"/>
            <a:ext cx="720000" cy="1536"/>
          </a:xfrm>
          <a:prstGeom prst="straightConnector1">
            <a:avLst/>
          </a:prstGeom>
          <a:ln w="25400" cap="rnd">
            <a:solidFill>
              <a:srgbClr val="68348B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Image 58">
            <a:extLst>
              <a:ext uri="{FF2B5EF4-FFF2-40B4-BE49-F238E27FC236}">
                <a16:creationId xmlns:a16="http://schemas.microsoft.com/office/drawing/2014/main" id="{B3E9E472-684E-6072-F347-B28F08A29E2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93108" y="3313520"/>
            <a:ext cx="360000" cy="360000"/>
          </a:xfrm>
          <a:prstGeom prst="rect">
            <a:avLst/>
          </a:prstGeom>
        </p:spPr>
      </p:pic>
      <p:cxnSp>
        <p:nvCxnSpPr>
          <p:cNvPr id="61" name="Connecteur : en angle 60">
            <a:extLst>
              <a:ext uri="{FF2B5EF4-FFF2-40B4-BE49-F238E27FC236}">
                <a16:creationId xmlns:a16="http://schemas.microsoft.com/office/drawing/2014/main" id="{58F393DB-2637-6847-79EA-B747BDA4F0F5}"/>
              </a:ext>
            </a:extLst>
          </p:cNvPr>
          <p:cNvCxnSpPr>
            <a:cxnSpLocks/>
            <a:endCxn id="64" idx="0"/>
          </p:cNvCxnSpPr>
          <p:nvPr/>
        </p:nvCxnSpPr>
        <p:spPr>
          <a:xfrm rot="16200000" flipH="1">
            <a:off x="4346335" y="2144980"/>
            <a:ext cx="1067620" cy="421656"/>
          </a:xfrm>
          <a:prstGeom prst="bentConnector3">
            <a:avLst>
              <a:gd name="adj1" fmla="val 3097"/>
            </a:avLst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 : coins arrondis 63">
            <a:extLst>
              <a:ext uri="{FF2B5EF4-FFF2-40B4-BE49-F238E27FC236}">
                <a16:creationId xmlns:a16="http://schemas.microsoft.com/office/drawing/2014/main" id="{199A02DB-D17F-C7D0-AC86-EB38CD79A07D}"/>
              </a:ext>
            </a:extLst>
          </p:cNvPr>
          <p:cNvSpPr/>
          <p:nvPr/>
        </p:nvSpPr>
        <p:spPr>
          <a:xfrm>
            <a:off x="4387832" y="2889618"/>
            <a:ext cx="1406281" cy="331358"/>
          </a:xfrm>
          <a:prstGeom prst="roundRect">
            <a:avLst>
              <a:gd name="adj" fmla="val 11914"/>
            </a:avLst>
          </a:prstGeom>
          <a:solidFill>
            <a:srgbClr val="08A55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/>
                </a:solidFill>
                <a:latin typeface="Arial Nova" panose="020B0504020202020204" pitchFamily="34" charset="0"/>
              </a:rPr>
              <a:t>Ordres (PWM)</a:t>
            </a:r>
          </a:p>
        </p:txBody>
      </p:sp>
      <p:cxnSp>
        <p:nvCxnSpPr>
          <p:cNvPr id="67" name="Connecteur : en angle 66">
            <a:extLst>
              <a:ext uri="{FF2B5EF4-FFF2-40B4-BE49-F238E27FC236}">
                <a16:creationId xmlns:a16="http://schemas.microsoft.com/office/drawing/2014/main" id="{415B66DC-5BA1-C73F-85C3-52531B5209A7}"/>
              </a:ext>
            </a:extLst>
          </p:cNvPr>
          <p:cNvCxnSpPr>
            <a:cxnSpLocks/>
            <a:stCxn id="64" idx="1"/>
            <a:endCxn id="15" idx="0"/>
          </p:cNvCxnSpPr>
          <p:nvPr/>
        </p:nvCxnSpPr>
        <p:spPr>
          <a:xfrm rot="10800000" flipV="1">
            <a:off x="3938894" y="3055297"/>
            <a:ext cx="448938" cy="377472"/>
          </a:xfrm>
          <a:prstGeom prst="bentConnector2">
            <a:avLst/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Image 70">
            <a:extLst>
              <a:ext uri="{FF2B5EF4-FFF2-40B4-BE49-F238E27FC236}">
                <a16:creationId xmlns:a16="http://schemas.microsoft.com/office/drawing/2014/main" id="{A6A4AED6-2581-F94A-2A2C-968E1601F5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108" y="2837764"/>
            <a:ext cx="180000" cy="180000"/>
          </a:xfrm>
          <a:prstGeom prst="rect">
            <a:avLst/>
          </a:prstGeom>
        </p:spPr>
      </p:pic>
      <p:pic>
        <p:nvPicPr>
          <p:cNvPr id="72" name="Image 71">
            <a:extLst>
              <a:ext uri="{FF2B5EF4-FFF2-40B4-BE49-F238E27FC236}">
                <a16:creationId xmlns:a16="http://schemas.microsoft.com/office/drawing/2014/main" id="{DD7FF158-FAA1-F881-E216-74F874CDD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5152" y="3113393"/>
            <a:ext cx="180000" cy="180000"/>
          </a:xfrm>
          <a:prstGeom prst="rect">
            <a:avLst/>
          </a:prstGeom>
        </p:spPr>
      </p:pic>
      <p:grpSp>
        <p:nvGrpSpPr>
          <p:cNvPr id="2" name="Groupe 1">
            <a:extLst>
              <a:ext uri="{FF2B5EF4-FFF2-40B4-BE49-F238E27FC236}">
                <a16:creationId xmlns:a16="http://schemas.microsoft.com/office/drawing/2014/main" id="{1AEE2739-FA72-6125-0769-C608C7018360}"/>
              </a:ext>
            </a:extLst>
          </p:cNvPr>
          <p:cNvGrpSpPr/>
          <p:nvPr/>
        </p:nvGrpSpPr>
        <p:grpSpPr>
          <a:xfrm>
            <a:off x="3770117" y="1925231"/>
            <a:ext cx="360000" cy="360000"/>
            <a:chOff x="6138169" y="4069439"/>
            <a:chExt cx="1800000" cy="1800000"/>
          </a:xfrm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DAE465F2-29FD-C750-3881-C65C18B6B9B8}"/>
                </a:ext>
              </a:extLst>
            </p:cNvPr>
            <p:cNvSpPr/>
            <p:nvPr/>
          </p:nvSpPr>
          <p:spPr>
            <a:xfrm>
              <a:off x="6138169" y="4069439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685B92F1-168B-E462-1257-69B9BAF77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243433" y="4174703"/>
              <a:ext cx="1589472" cy="1589472"/>
            </a:xfrm>
            <a:prstGeom prst="rect">
              <a:avLst/>
            </a:prstGeom>
          </p:spPr>
        </p:pic>
      </p:grp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27BECE89-F3F2-3F30-E571-F3E0848510AD}"/>
              </a:ext>
            </a:extLst>
          </p:cNvPr>
          <p:cNvCxnSpPr/>
          <p:nvPr/>
        </p:nvCxnSpPr>
        <p:spPr>
          <a:xfrm flipV="1">
            <a:off x="6829319" y="1630730"/>
            <a:ext cx="720000" cy="1536"/>
          </a:xfrm>
          <a:prstGeom prst="straightConnector1">
            <a:avLst/>
          </a:prstGeom>
          <a:ln w="25400">
            <a:solidFill>
              <a:srgbClr val="08A559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8AD0427E-2818-D095-D897-37D9F82A7948}"/>
              </a:ext>
            </a:extLst>
          </p:cNvPr>
          <p:cNvGrpSpPr/>
          <p:nvPr/>
        </p:nvGrpSpPr>
        <p:grpSpPr>
          <a:xfrm>
            <a:off x="7540883" y="1345899"/>
            <a:ext cx="540000" cy="540000"/>
            <a:chOff x="7851244" y="635246"/>
            <a:chExt cx="1800000" cy="1800000"/>
          </a:xfrm>
        </p:grpSpPr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id="{9AC082BF-BAFE-70DB-4372-ED574E1FDAB0}"/>
                </a:ext>
              </a:extLst>
            </p:cNvPr>
            <p:cNvSpPr/>
            <p:nvPr/>
          </p:nvSpPr>
          <p:spPr>
            <a:xfrm>
              <a:off x="7851244" y="635246"/>
              <a:ext cx="1800000" cy="1800000"/>
            </a:xfrm>
            <a:prstGeom prst="ellipse">
              <a:avLst/>
            </a:prstGeom>
            <a:solidFill>
              <a:srgbClr val="08AF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29" name="Image 28">
              <a:extLst>
                <a:ext uri="{FF2B5EF4-FFF2-40B4-BE49-F238E27FC236}">
                  <a16:creationId xmlns:a16="http://schemas.microsoft.com/office/drawing/2014/main" id="{78FC6610-C87F-EA08-508F-7863302FF7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74192" y="879141"/>
              <a:ext cx="1337198" cy="1264070"/>
            </a:xfrm>
            <a:prstGeom prst="rect">
              <a:avLst/>
            </a:prstGeom>
          </p:spPr>
        </p:pic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4A63B512-500C-D3F9-3D5E-72074BBB7EBC}"/>
              </a:ext>
            </a:extLst>
          </p:cNvPr>
          <p:cNvGrpSpPr/>
          <p:nvPr/>
        </p:nvGrpSpPr>
        <p:grpSpPr>
          <a:xfrm>
            <a:off x="1900107" y="1908524"/>
            <a:ext cx="360000" cy="360000"/>
            <a:chOff x="9715662" y="4629628"/>
            <a:chExt cx="1800000" cy="1800000"/>
          </a:xfrm>
        </p:grpSpPr>
        <p:sp>
          <p:nvSpPr>
            <p:cNvPr id="60" name="Ellipse 59">
              <a:extLst>
                <a:ext uri="{FF2B5EF4-FFF2-40B4-BE49-F238E27FC236}">
                  <a16:creationId xmlns:a16="http://schemas.microsoft.com/office/drawing/2014/main" id="{910F43DD-E82E-AB07-D0CA-7C80FA80BCDF}"/>
                </a:ext>
              </a:extLst>
            </p:cNvPr>
            <p:cNvSpPr/>
            <p:nvPr/>
          </p:nvSpPr>
          <p:spPr>
            <a:xfrm>
              <a:off x="9715662" y="4629628"/>
              <a:ext cx="1800000" cy="1800000"/>
            </a:xfrm>
            <a:prstGeom prst="ellipse">
              <a:avLst/>
            </a:prstGeom>
            <a:solidFill>
              <a:srgbClr val="0054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62" name="Image 61">
              <a:extLst>
                <a:ext uri="{FF2B5EF4-FFF2-40B4-BE49-F238E27FC236}">
                  <a16:creationId xmlns:a16="http://schemas.microsoft.com/office/drawing/2014/main" id="{9E521C9A-A78C-1734-9575-1C6FDF0EFA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967662" y="4881628"/>
              <a:ext cx="1296000" cy="1296000"/>
            </a:xfrm>
            <a:prstGeom prst="rect">
              <a:avLst/>
            </a:prstGeom>
          </p:spPr>
        </p:pic>
      </p:grpSp>
      <p:grpSp>
        <p:nvGrpSpPr>
          <p:cNvPr id="65" name="Groupe 64">
            <a:extLst>
              <a:ext uri="{FF2B5EF4-FFF2-40B4-BE49-F238E27FC236}">
                <a16:creationId xmlns:a16="http://schemas.microsoft.com/office/drawing/2014/main" id="{2C238199-1F4A-5BE7-5261-C1004A830C71}"/>
              </a:ext>
            </a:extLst>
          </p:cNvPr>
          <p:cNvGrpSpPr/>
          <p:nvPr/>
        </p:nvGrpSpPr>
        <p:grpSpPr>
          <a:xfrm>
            <a:off x="6452459" y="1931852"/>
            <a:ext cx="360000" cy="360000"/>
            <a:chOff x="10405167" y="4101988"/>
            <a:chExt cx="1800000" cy="1800000"/>
          </a:xfrm>
        </p:grpSpPr>
        <p:sp>
          <p:nvSpPr>
            <p:cNvPr id="66" name="Ellipse 65">
              <a:extLst>
                <a:ext uri="{FF2B5EF4-FFF2-40B4-BE49-F238E27FC236}">
                  <a16:creationId xmlns:a16="http://schemas.microsoft.com/office/drawing/2014/main" id="{93CFD45D-1B44-5AAB-5ED4-B2F275782F01}"/>
                </a:ext>
              </a:extLst>
            </p:cNvPr>
            <p:cNvSpPr/>
            <p:nvPr/>
          </p:nvSpPr>
          <p:spPr>
            <a:xfrm>
              <a:off x="10405167" y="4101988"/>
              <a:ext cx="1800000" cy="1800000"/>
            </a:xfrm>
            <a:prstGeom prst="ellipse">
              <a:avLst/>
            </a:prstGeom>
            <a:solidFill>
              <a:srgbClr val="08AF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68" name="Image 67">
              <a:extLst>
                <a:ext uri="{FF2B5EF4-FFF2-40B4-BE49-F238E27FC236}">
                  <a16:creationId xmlns:a16="http://schemas.microsoft.com/office/drawing/2014/main" id="{33915D74-87CA-5B76-0A74-83E3DCEE86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0456414" y="4137988"/>
              <a:ext cx="1728000" cy="1728000"/>
            </a:xfrm>
            <a:prstGeom prst="rect">
              <a:avLst/>
            </a:prstGeom>
          </p:spPr>
        </p:pic>
      </p:grpSp>
      <p:grpSp>
        <p:nvGrpSpPr>
          <p:cNvPr id="63" name="Groupe 62">
            <a:extLst>
              <a:ext uri="{FF2B5EF4-FFF2-40B4-BE49-F238E27FC236}">
                <a16:creationId xmlns:a16="http://schemas.microsoft.com/office/drawing/2014/main" id="{CE5473F2-3F3E-E17C-5DD8-A441AF00DF3F}"/>
              </a:ext>
            </a:extLst>
          </p:cNvPr>
          <p:cNvGrpSpPr/>
          <p:nvPr/>
        </p:nvGrpSpPr>
        <p:grpSpPr>
          <a:xfrm>
            <a:off x="7542872" y="3440639"/>
            <a:ext cx="1372109" cy="1444838"/>
            <a:chOff x="7542872" y="3440639"/>
            <a:chExt cx="1372109" cy="1444838"/>
          </a:xfrm>
        </p:grpSpPr>
        <p:sp>
          <p:nvSpPr>
            <p:cNvPr id="19" name="Rectangle : coins arrondis 18">
              <a:extLst>
                <a:ext uri="{FF2B5EF4-FFF2-40B4-BE49-F238E27FC236}">
                  <a16:creationId xmlns:a16="http://schemas.microsoft.com/office/drawing/2014/main" id="{3741D88A-AC67-EEAF-67D1-02578FD98C8E}"/>
                </a:ext>
              </a:extLst>
            </p:cNvPr>
            <p:cNvSpPr/>
            <p:nvPr/>
          </p:nvSpPr>
          <p:spPr>
            <a:xfrm>
              <a:off x="7542872" y="3440639"/>
              <a:ext cx="1365662" cy="534390"/>
            </a:xfrm>
            <a:prstGeom prst="roundRect">
              <a:avLst>
                <a:gd name="adj" fmla="val 11914"/>
              </a:avLst>
            </a:prstGeom>
            <a:noFill/>
            <a:ln w="19050">
              <a:solidFill>
                <a:srgbClr val="EE68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rgbClr val="EE685D"/>
                  </a:solidFill>
                  <a:latin typeface="Arial Nova" panose="020B0504020202020204" pitchFamily="34" charset="0"/>
                </a:rPr>
                <a:t>Transmettre</a:t>
              </a:r>
            </a:p>
          </p:txBody>
        </p:sp>
        <p:sp>
          <p:nvSpPr>
            <p:cNvPr id="20" name="Rectangle : coins arrondis 19">
              <a:extLst>
                <a:ext uri="{FF2B5EF4-FFF2-40B4-BE49-F238E27FC236}">
                  <a16:creationId xmlns:a16="http://schemas.microsoft.com/office/drawing/2014/main" id="{D98A4E40-D360-EF0F-69D4-37438F82647F}"/>
                </a:ext>
              </a:extLst>
            </p:cNvPr>
            <p:cNvSpPr/>
            <p:nvPr/>
          </p:nvSpPr>
          <p:spPr>
            <a:xfrm>
              <a:off x="7549319" y="4097487"/>
              <a:ext cx="1365662" cy="787990"/>
            </a:xfrm>
            <a:prstGeom prst="roundRect">
              <a:avLst>
                <a:gd name="adj" fmla="val 11914"/>
              </a:avLst>
            </a:prstGeom>
            <a:solidFill>
              <a:srgbClr val="F7B8B3"/>
            </a:solidFill>
            <a:ln w="19050">
              <a:solidFill>
                <a:srgbClr val="F7B8B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dirty="0">
                  <a:solidFill>
                    <a:srgbClr val="EE685D"/>
                  </a:solidFill>
                  <a:latin typeface="Arial Nova" panose="020B0504020202020204" pitchFamily="34" charset="0"/>
                </a:rPr>
                <a:t>Train épicycloïdal</a:t>
              </a:r>
            </a:p>
          </p:txBody>
        </p: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4FEA3EBC-91ED-BDE9-6607-868717EB421F}"/>
                </a:ext>
              </a:extLst>
            </p:cNvPr>
            <p:cNvGrpSpPr/>
            <p:nvPr/>
          </p:nvGrpSpPr>
          <p:grpSpPr>
            <a:xfrm>
              <a:off x="7739744" y="3855932"/>
              <a:ext cx="360000" cy="360000"/>
              <a:chOff x="5447928" y="2816932"/>
              <a:chExt cx="1800000" cy="1800000"/>
            </a:xfrm>
          </p:grpSpPr>
          <p:sp>
            <p:nvSpPr>
              <p:cNvPr id="56" name="Ellipse 55">
                <a:extLst>
                  <a:ext uri="{FF2B5EF4-FFF2-40B4-BE49-F238E27FC236}">
                    <a16:creationId xmlns:a16="http://schemas.microsoft.com/office/drawing/2014/main" id="{639C7740-E0F1-0D34-A959-EEBB5084D37B}"/>
                  </a:ext>
                </a:extLst>
              </p:cNvPr>
              <p:cNvSpPr/>
              <p:nvPr/>
            </p:nvSpPr>
            <p:spPr>
              <a:xfrm>
                <a:off x="5447928" y="2816932"/>
                <a:ext cx="1800000" cy="1800000"/>
              </a:xfrm>
              <a:prstGeom prst="ellipse">
                <a:avLst/>
              </a:prstGeom>
              <a:solidFill>
                <a:srgbClr val="EF72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pic>
            <p:nvPicPr>
              <p:cNvPr id="57" name="Image 56">
                <a:extLst>
                  <a:ext uri="{FF2B5EF4-FFF2-40B4-BE49-F238E27FC236}">
                    <a16:creationId xmlns:a16="http://schemas.microsoft.com/office/drawing/2014/main" id="{EC612269-D972-EB21-CF55-B36842D064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 flipH="1">
                <a:off x="5627848" y="2996852"/>
                <a:ext cx="1440160" cy="1440160"/>
              </a:xfrm>
              <a:prstGeom prst="rect">
                <a:avLst/>
              </a:prstGeom>
            </p:spPr>
          </p:pic>
        </p:grpSp>
        <p:grpSp>
          <p:nvGrpSpPr>
            <p:cNvPr id="69" name="Groupe 68">
              <a:extLst>
                <a:ext uri="{FF2B5EF4-FFF2-40B4-BE49-F238E27FC236}">
                  <a16:creationId xmlns:a16="http://schemas.microsoft.com/office/drawing/2014/main" id="{7E6D2684-73BC-F719-9B63-F7B11E9D64A8}"/>
                </a:ext>
              </a:extLst>
            </p:cNvPr>
            <p:cNvGrpSpPr/>
            <p:nvPr/>
          </p:nvGrpSpPr>
          <p:grpSpPr>
            <a:xfrm>
              <a:off x="8413836" y="3839803"/>
              <a:ext cx="360000" cy="360000"/>
              <a:chOff x="10405167" y="2322166"/>
              <a:chExt cx="1800000" cy="1800000"/>
            </a:xfrm>
          </p:grpSpPr>
          <p:sp>
            <p:nvSpPr>
              <p:cNvPr id="70" name="Ellipse 69">
                <a:extLst>
                  <a:ext uri="{FF2B5EF4-FFF2-40B4-BE49-F238E27FC236}">
                    <a16:creationId xmlns:a16="http://schemas.microsoft.com/office/drawing/2014/main" id="{DFBE4B15-4C79-678B-5131-F4DC40B41F7C}"/>
                  </a:ext>
                </a:extLst>
              </p:cNvPr>
              <p:cNvSpPr/>
              <p:nvPr/>
            </p:nvSpPr>
            <p:spPr>
              <a:xfrm>
                <a:off x="10405167" y="2322166"/>
                <a:ext cx="1800000" cy="1800000"/>
              </a:xfrm>
              <a:prstGeom prst="ellipse">
                <a:avLst/>
              </a:prstGeom>
              <a:solidFill>
                <a:srgbClr val="EF72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pic>
            <p:nvPicPr>
              <p:cNvPr id="76" name="Image 75">
                <a:extLst>
                  <a:ext uri="{FF2B5EF4-FFF2-40B4-BE49-F238E27FC236}">
                    <a16:creationId xmlns:a16="http://schemas.microsoft.com/office/drawing/2014/main" id="{D8A3BDBF-15A3-0E12-6AC5-5B02DEB599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546164" y="2642707"/>
                <a:ext cx="1518007" cy="924719"/>
              </a:xfrm>
              <a:prstGeom prst="rect">
                <a:avLst/>
              </a:prstGeom>
            </p:spPr>
          </p:pic>
        </p:grpSp>
      </p:grpSp>
      <p:grpSp>
        <p:nvGrpSpPr>
          <p:cNvPr id="39" name="Groupe 38">
            <a:extLst>
              <a:ext uri="{FF2B5EF4-FFF2-40B4-BE49-F238E27FC236}">
                <a16:creationId xmlns:a16="http://schemas.microsoft.com/office/drawing/2014/main" id="{5FDA1885-651A-550C-4730-8CE3523AFE8A}"/>
              </a:ext>
            </a:extLst>
          </p:cNvPr>
          <p:cNvGrpSpPr/>
          <p:nvPr/>
        </p:nvGrpSpPr>
        <p:grpSpPr>
          <a:xfrm>
            <a:off x="10703559" y="2789959"/>
            <a:ext cx="2796955" cy="2473181"/>
            <a:chOff x="8611878" y="2802701"/>
            <a:chExt cx="2796955" cy="2473181"/>
          </a:xfrm>
        </p:grpSpPr>
        <p:sp>
          <p:nvSpPr>
            <p:cNvPr id="73" name="Rectangle : coins arrondis 72">
              <a:extLst>
                <a:ext uri="{FF2B5EF4-FFF2-40B4-BE49-F238E27FC236}">
                  <a16:creationId xmlns:a16="http://schemas.microsoft.com/office/drawing/2014/main" id="{9855835A-A07D-9F88-33DC-F41928D86114}"/>
                </a:ext>
              </a:extLst>
            </p:cNvPr>
            <p:cNvSpPr/>
            <p:nvPr/>
          </p:nvSpPr>
          <p:spPr>
            <a:xfrm>
              <a:off x="9623551" y="3429000"/>
              <a:ext cx="1365662" cy="1194790"/>
            </a:xfrm>
            <a:prstGeom prst="roundRect">
              <a:avLst>
                <a:gd name="adj" fmla="val 11914"/>
              </a:avLst>
            </a:prstGeom>
            <a:solidFill>
              <a:srgbClr val="B2CAD6"/>
            </a:solidFill>
            <a:ln w="19050">
              <a:solidFill>
                <a:srgbClr val="B2CAD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200" dirty="0">
                  <a:solidFill>
                    <a:srgbClr val="0D587E"/>
                  </a:solidFill>
                  <a:latin typeface="Arial Nova" panose="020B0504020202020204" pitchFamily="34" charset="0"/>
                </a:rPr>
                <a:t>Axe de translation T</a:t>
              </a:r>
            </a:p>
          </p:txBody>
        </p:sp>
        <p:cxnSp>
          <p:nvCxnSpPr>
            <p:cNvPr id="74" name="Connecteur droit avec flèche 73">
              <a:extLst>
                <a:ext uri="{FF2B5EF4-FFF2-40B4-BE49-F238E27FC236}">
                  <a16:creationId xmlns:a16="http://schemas.microsoft.com/office/drawing/2014/main" id="{68CD29C3-A317-7C58-A7A7-665AAE50EA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11620" y="3702769"/>
              <a:ext cx="720000" cy="1536"/>
            </a:xfrm>
            <a:prstGeom prst="straightConnector1">
              <a:avLst/>
            </a:prstGeom>
            <a:ln w="25400" cap="rnd">
              <a:solidFill>
                <a:srgbClr val="68348B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roupe 30">
              <a:extLst>
                <a:ext uri="{FF2B5EF4-FFF2-40B4-BE49-F238E27FC236}">
                  <a16:creationId xmlns:a16="http://schemas.microsoft.com/office/drawing/2014/main" id="{38DE34A1-309E-3092-6C78-2EC2C4982571}"/>
                </a:ext>
              </a:extLst>
            </p:cNvPr>
            <p:cNvGrpSpPr/>
            <p:nvPr/>
          </p:nvGrpSpPr>
          <p:grpSpPr>
            <a:xfrm rot="5400000" flipV="1">
              <a:off x="10181964" y="4049013"/>
              <a:ext cx="835963" cy="1617775"/>
              <a:chOff x="9150640" y="2423323"/>
              <a:chExt cx="835963" cy="2135794"/>
            </a:xfrm>
          </p:grpSpPr>
          <p:sp>
            <p:nvSpPr>
              <p:cNvPr id="33" name="Flèche : virage 32">
                <a:extLst>
                  <a:ext uri="{FF2B5EF4-FFF2-40B4-BE49-F238E27FC236}">
                    <a16:creationId xmlns:a16="http://schemas.microsoft.com/office/drawing/2014/main" id="{04988C8D-4296-036F-48CD-BEABA954B0A6}"/>
                  </a:ext>
                </a:extLst>
              </p:cNvPr>
              <p:cNvSpPr/>
              <p:nvPr/>
            </p:nvSpPr>
            <p:spPr>
              <a:xfrm rot="5400000">
                <a:off x="8500725" y="3073238"/>
                <a:ext cx="2135794" cy="835963"/>
              </a:xfrm>
              <a:prstGeom prst="bentArrow">
                <a:avLst>
                  <a:gd name="adj1" fmla="val 31434"/>
                  <a:gd name="adj2" fmla="val 25000"/>
                  <a:gd name="adj3" fmla="val 17852"/>
                  <a:gd name="adj4" fmla="val 20160"/>
                </a:avLst>
              </a:prstGeom>
              <a:solidFill>
                <a:srgbClr val="B2CA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0EAB7195-7F12-55FF-728F-9973D74F9553}"/>
                  </a:ext>
                </a:extLst>
              </p:cNvPr>
              <p:cNvSpPr txBox="1"/>
              <p:nvPr/>
            </p:nvSpPr>
            <p:spPr>
              <a:xfrm rot="16200000">
                <a:off x="8798745" y="3293930"/>
                <a:ext cx="191804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sz="1200" dirty="0">
                    <a:solidFill>
                      <a:schemeClr val="bg1"/>
                    </a:solidFill>
                    <a:latin typeface="Arial Nova" panose="020B0504020202020204" pitchFamily="34" charset="0"/>
                  </a:rPr>
                  <a:t>Bras en translation</a:t>
                </a:r>
              </a:p>
            </p:txBody>
          </p:sp>
        </p:grp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E35B4FFB-30FA-9F2D-8AAF-612988931FF4}"/>
                </a:ext>
              </a:extLst>
            </p:cNvPr>
            <p:cNvGrpSpPr/>
            <p:nvPr/>
          </p:nvGrpSpPr>
          <p:grpSpPr>
            <a:xfrm>
              <a:off x="8611878" y="2802701"/>
              <a:ext cx="1549219" cy="611677"/>
              <a:chOff x="9075408" y="2802701"/>
              <a:chExt cx="1549219" cy="611677"/>
            </a:xfrm>
          </p:grpSpPr>
          <p:sp>
            <p:nvSpPr>
              <p:cNvPr id="43" name="Flèche : virage 42">
                <a:extLst>
                  <a:ext uri="{FF2B5EF4-FFF2-40B4-BE49-F238E27FC236}">
                    <a16:creationId xmlns:a16="http://schemas.microsoft.com/office/drawing/2014/main" id="{0138F1DD-36B1-33FD-3B41-493A2B0091E5}"/>
                  </a:ext>
                </a:extLst>
              </p:cNvPr>
              <p:cNvSpPr/>
              <p:nvPr/>
            </p:nvSpPr>
            <p:spPr>
              <a:xfrm rot="5400000">
                <a:off x="9563593" y="2353345"/>
                <a:ext cx="572849" cy="1549218"/>
              </a:xfrm>
              <a:prstGeom prst="bentArrow">
                <a:avLst>
                  <a:gd name="adj1" fmla="val 38639"/>
                  <a:gd name="adj2" fmla="val 38302"/>
                  <a:gd name="adj3" fmla="val 16744"/>
                  <a:gd name="adj4" fmla="val 20160"/>
                </a:avLst>
              </a:prstGeom>
              <a:solidFill>
                <a:srgbClr val="B2CA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467AC060-C68E-2A43-8F56-FAB28245CB61}"/>
                  </a:ext>
                </a:extLst>
              </p:cNvPr>
              <p:cNvSpPr txBox="1"/>
              <p:nvPr/>
            </p:nvSpPr>
            <p:spPr>
              <a:xfrm>
                <a:off x="9075408" y="2802701"/>
                <a:ext cx="147371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sz="1400" dirty="0">
                    <a:solidFill>
                      <a:schemeClr val="bg1"/>
                    </a:solidFill>
                    <a:latin typeface="Arial Nova" panose="020B0504020202020204" pitchFamily="34" charset="0"/>
                  </a:rPr>
                  <a:t>Bras à l’arrêt</a:t>
                </a:r>
              </a:p>
            </p:txBody>
          </p:sp>
        </p:grpSp>
        <p:pic>
          <p:nvPicPr>
            <p:cNvPr id="77" name="Image 76">
              <a:extLst>
                <a:ext uri="{FF2B5EF4-FFF2-40B4-BE49-F238E27FC236}">
                  <a16:creationId xmlns:a16="http://schemas.microsoft.com/office/drawing/2014/main" id="{AEBD323C-739C-7027-924D-6BDCF996C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050612" y="3520045"/>
              <a:ext cx="432000" cy="158275"/>
            </a:xfrm>
            <a:prstGeom prst="rect">
              <a:avLst/>
            </a:prstGeom>
          </p:spPr>
        </p:pic>
        <p:grpSp>
          <p:nvGrpSpPr>
            <p:cNvPr id="78" name="Groupe 77">
              <a:extLst>
                <a:ext uri="{FF2B5EF4-FFF2-40B4-BE49-F238E27FC236}">
                  <a16:creationId xmlns:a16="http://schemas.microsoft.com/office/drawing/2014/main" id="{4B5C8834-D3CD-FB41-DCB5-98A6CC7743D4}"/>
                </a:ext>
              </a:extLst>
            </p:cNvPr>
            <p:cNvGrpSpPr/>
            <p:nvPr/>
          </p:nvGrpSpPr>
          <p:grpSpPr>
            <a:xfrm>
              <a:off x="10556738" y="3449889"/>
              <a:ext cx="432000" cy="432000"/>
              <a:chOff x="10216711" y="4835236"/>
              <a:chExt cx="1800000" cy="1800000"/>
            </a:xfrm>
          </p:grpSpPr>
          <p:sp>
            <p:nvSpPr>
              <p:cNvPr id="79" name="Ellipse 78">
                <a:extLst>
                  <a:ext uri="{FF2B5EF4-FFF2-40B4-BE49-F238E27FC236}">
                    <a16:creationId xmlns:a16="http://schemas.microsoft.com/office/drawing/2014/main" id="{6284F23C-9DD2-AA12-7103-19072B69001F}"/>
                  </a:ext>
                </a:extLst>
              </p:cNvPr>
              <p:cNvSpPr/>
              <p:nvPr/>
            </p:nvSpPr>
            <p:spPr>
              <a:xfrm>
                <a:off x="10216711" y="4835236"/>
                <a:ext cx="1800000" cy="1800000"/>
              </a:xfrm>
              <a:prstGeom prst="ellipse">
                <a:avLst/>
              </a:prstGeom>
              <a:solidFill>
                <a:srgbClr val="00547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80" name="Image 79">
                <a:extLst>
                  <a:ext uri="{FF2B5EF4-FFF2-40B4-BE49-F238E27FC236}">
                    <a16:creationId xmlns:a16="http://schemas.microsoft.com/office/drawing/2014/main" id="{6185C691-3AB2-F47A-5390-45BEEFD786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 flipH="1">
                <a:off x="10382764" y="5000716"/>
                <a:ext cx="1467894" cy="1467894"/>
              </a:xfrm>
              <a:prstGeom prst="rect">
                <a:avLst/>
              </a:prstGeom>
            </p:spPr>
          </p:pic>
        </p:grpSp>
        <p:pic>
          <p:nvPicPr>
            <p:cNvPr id="81" name="Image 80">
              <a:extLst>
                <a:ext uri="{FF2B5EF4-FFF2-40B4-BE49-F238E27FC236}">
                  <a16:creationId xmlns:a16="http://schemas.microsoft.com/office/drawing/2014/main" id="{C1F2661A-A324-C133-43F2-9834329607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10388238" y="3082911"/>
              <a:ext cx="434918" cy="152010"/>
            </a:xfrm>
            <a:prstGeom prst="rect">
              <a:avLst/>
            </a:prstGeom>
          </p:spPr>
        </p:pic>
      </p:grpSp>
      <p:grpSp>
        <p:nvGrpSpPr>
          <p:cNvPr id="82" name="Groupe 81">
            <a:extLst>
              <a:ext uri="{FF2B5EF4-FFF2-40B4-BE49-F238E27FC236}">
                <a16:creationId xmlns:a16="http://schemas.microsoft.com/office/drawing/2014/main" id="{E09B4C78-C5D9-375C-2FBD-1B85A2F880F1}"/>
              </a:ext>
            </a:extLst>
          </p:cNvPr>
          <p:cNvGrpSpPr/>
          <p:nvPr/>
        </p:nvGrpSpPr>
        <p:grpSpPr>
          <a:xfrm>
            <a:off x="6620033" y="4152769"/>
            <a:ext cx="180000" cy="180000"/>
            <a:chOff x="5404964" y="4396133"/>
            <a:chExt cx="1800000" cy="1800000"/>
          </a:xfrm>
        </p:grpSpPr>
        <p:sp>
          <p:nvSpPr>
            <p:cNvPr id="83" name="Ellipse 82">
              <a:extLst>
                <a:ext uri="{FF2B5EF4-FFF2-40B4-BE49-F238E27FC236}">
                  <a16:creationId xmlns:a16="http://schemas.microsoft.com/office/drawing/2014/main" id="{E57EB28A-E7AF-5021-27EA-0AFDC06CE8ED}"/>
                </a:ext>
              </a:extLst>
            </p:cNvPr>
            <p:cNvSpPr/>
            <p:nvPr/>
          </p:nvSpPr>
          <p:spPr>
            <a:xfrm>
              <a:off x="5404964" y="4396133"/>
              <a:ext cx="1800000" cy="1800000"/>
            </a:xfrm>
            <a:prstGeom prst="ellipse">
              <a:avLst/>
            </a:prstGeom>
            <a:solidFill>
              <a:srgbClr val="6834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84" name="Image 83">
              <a:extLst>
                <a:ext uri="{FF2B5EF4-FFF2-40B4-BE49-F238E27FC236}">
                  <a16:creationId xmlns:a16="http://schemas.microsoft.com/office/drawing/2014/main" id="{90892E55-8237-FE1C-1588-D2DC585EB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43445" y="4536296"/>
              <a:ext cx="1358232" cy="1440000"/>
            </a:xfrm>
            <a:prstGeom prst="rect">
              <a:avLst/>
            </a:prstGeom>
          </p:spPr>
        </p:pic>
      </p:grpSp>
      <p:grpSp>
        <p:nvGrpSpPr>
          <p:cNvPr id="100" name="Groupe 99">
            <a:extLst>
              <a:ext uri="{FF2B5EF4-FFF2-40B4-BE49-F238E27FC236}">
                <a16:creationId xmlns:a16="http://schemas.microsoft.com/office/drawing/2014/main" id="{2FA4F41E-9BBF-FBA7-EE3A-5DC3050D7AB3}"/>
              </a:ext>
            </a:extLst>
          </p:cNvPr>
          <p:cNvGrpSpPr/>
          <p:nvPr/>
        </p:nvGrpSpPr>
        <p:grpSpPr>
          <a:xfrm>
            <a:off x="6825959" y="4142138"/>
            <a:ext cx="363360" cy="199689"/>
            <a:chOff x="6993109" y="4439920"/>
            <a:chExt cx="363360" cy="199689"/>
          </a:xfrm>
        </p:grpSpPr>
        <p:sp>
          <p:nvSpPr>
            <p:cNvPr id="99" name="Flèche : droite rayée 98">
              <a:extLst>
                <a:ext uri="{FF2B5EF4-FFF2-40B4-BE49-F238E27FC236}">
                  <a16:creationId xmlns:a16="http://schemas.microsoft.com/office/drawing/2014/main" id="{CDB2B408-F306-9241-3E5A-F54126A4450A}"/>
                </a:ext>
              </a:extLst>
            </p:cNvPr>
            <p:cNvSpPr/>
            <p:nvPr/>
          </p:nvSpPr>
          <p:spPr>
            <a:xfrm>
              <a:off x="6993109" y="4439920"/>
              <a:ext cx="363360" cy="199689"/>
            </a:xfrm>
            <a:prstGeom prst="stripedRightArrow">
              <a:avLst>
                <a:gd name="adj1" fmla="val 57350"/>
                <a:gd name="adj2" fmla="val 50000"/>
              </a:avLst>
            </a:prstGeom>
            <a:solidFill>
              <a:srgbClr val="C3AED1"/>
            </a:solidFill>
            <a:ln>
              <a:solidFill>
                <a:srgbClr val="68348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id="{3A9EF288-CF35-05B6-F2BB-A72791B48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39789" y="4494852"/>
              <a:ext cx="256994" cy="89823"/>
            </a:xfrm>
            <a:prstGeom prst="rect">
              <a:avLst/>
            </a:prstGeom>
          </p:spPr>
        </p:pic>
      </p:grpSp>
      <p:grpSp>
        <p:nvGrpSpPr>
          <p:cNvPr id="110" name="Groupe 109">
            <a:extLst>
              <a:ext uri="{FF2B5EF4-FFF2-40B4-BE49-F238E27FC236}">
                <a16:creationId xmlns:a16="http://schemas.microsoft.com/office/drawing/2014/main" id="{22426873-B368-B17A-A840-25153DEB46D6}"/>
              </a:ext>
            </a:extLst>
          </p:cNvPr>
          <p:cNvGrpSpPr/>
          <p:nvPr/>
        </p:nvGrpSpPr>
        <p:grpSpPr>
          <a:xfrm>
            <a:off x="330445" y="1559561"/>
            <a:ext cx="693018" cy="242466"/>
            <a:chOff x="330445" y="1559561"/>
            <a:chExt cx="693018" cy="242466"/>
          </a:xfrm>
        </p:grpSpPr>
        <p:grpSp>
          <p:nvGrpSpPr>
            <p:cNvPr id="104" name="Groupe 103">
              <a:extLst>
                <a:ext uri="{FF2B5EF4-FFF2-40B4-BE49-F238E27FC236}">
                  <a16:creationId xmlns:a16="http://schemas.microsoft.com/office/drawing/2014/main" id="{F0E185A5-A00D-EE3B-DCAF-ADE290DF3786}"/>
                </a:ext>
              </a:extLst>
            </p:cNvPr>
            <p:cNvGrpSpPr/>
            <p:nvPr/>
          </p:nvGrpSpPr>
          <p:grpSpPr>
            <a:xfrm>
              <a:off x="538480" y="1559561"/>
              <a:ext cx="484983" cy="242466"/>
              <a:chOff x="6993109" y="4439920"/>
              <a:chExt cx="363360" cy="199689"/>
            </a:xfrm>
            <a:solidFill>
              <a:srgbClr val="C3AED1"/>
            </a:solidFill>
          </p:grpSpPr>
          <p:sp>
            <p:nvSpPr>
              <p:cNvPr id="105" name="Flèche : droite rayée 104">
                <a:extLst>
                  <a:ext uri="{FF2B5EF4-FFF2-40B4-BE49-F238E27FC236}">
                    <a16:creationId xmlns:a16="http://schemas.microsoft.com/office/drawing/2014/main" id="{3079769B-0373-6C13-9642-9B78707AF05B}"/>
                  </a:ext>
                </a:extLst>
              </p:cNvPr>
              <p:cNvSpPr/>
              <p:nvPr/>
            </p:nvSpPr>
            <p:spPr>
              <a:xfrm>
                <a:off x="6993109" y="4439920"/>
                <a:ext cx="363360" cy="199689"/>
              </a:xfrm>
              <a:prstGeom prst="stripedRightArrow">
                <a:avLst>
                  <a:gd name="adj1" fmla="val 57350"/>
                  <a:gd name="adj2" fmla="val 50000"/>
                </a:avLst>
              </a:prstGeom>
              <a:grpFill/>
              <a:ln>
                <a:solidFill>
                  <a:srgbClr val="68348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106" name="Image 105">
                <a:extLst>
                  <a:ext uri="{FF2B5EF4-FFF2-40B4-BE49-F238E27FC236}">
                    <a16:creationId xmlns:a16="http://schemas.microsoft.com/office/drawing/2014/main" id="{82631C99-976B-6FB2-1772-484919354A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39789" y="4494852"/>
                <a:ext cx="256994" cy="89823"/>
              </a:xfrm>
              <a:prstGeom prst="rect">
                <a:avLst/>
              </a:prstGeom>
              <a:grpFill/>
              <a:ln>
                <a:noFill/>
              </a:ln>
            </p:spPr>
          </p:pic>
        </p:grpSp>
        <p:grpSp>
          <p:nvGrpSpPr>
            <p:cNvPr id="107" name="Groupe 106">
              <a:extLst>
                <a:ext uri="{FF2B5EF4-FFF2-40B4-BE49-F238E27FC236}">
                  <a16:creationId xmlns:a16="http://schemas.microsoft.com/office/drawing/2014/main" id="{830235AD-BE87-4F0F-5BC2-A5E0ECE22C94}"/>
                </a:ext>
              </a:extLst>
            </p:cNvPr>
            <p:cNvGrpSpPr/>
            <p:nvPr/>
          </p:nvGrpSpPr>
          <p:grpSpPr>
            <a:xfrm>
              <a:off x="330445" y="1590794"/>
              <a:ext cx="180000" cy="180000"/>
              <a:chOff x="5404964" y="4396133"/>
              <a:chExt cx="1800000" cy="1800000"/>
            </a:xfrm>
          </p:grpSpPr>
          <p:sp>
            <p:nvSpPr>
              <p:cNvPr id="108" name="Ellipse 107">
                <a:extLst>
                  <a:ext uri="{FF2B5EF4-FFF2-40B4-BE49-F238E27FC236}">
                    <a16:creationId xmlns:a16="http://schemas.microsoft.com/office/drawing/2014/main" id="{BD4A4C32-C6F6-2A4D-FD21-26BBAAF755DD}"/>
                  </a:ext>
                </a:extLst>
              </p:cNvPr>
              <p:cNvSpPr/>
              <p:nvPr/>
            </p:nvSpPr>
            <p:spPr>
              <a:xfrm>
                <a:off x="5404964" y="4396133"/>
                <a:ext cx="1800000" cy="1800000"/>
              </a:xfrm>
              <a:prstGeom prst="ellipse">
                <a:avLst/>
              </a:prstGeom>
              <a:solidFill>
                <a:srgbClr val="6834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pic>
            <p:nvPicPr>
              <p:cNvPr id="109" name="Image 108">
                <a:extLst>
                  <a:ext uri="{FF2B5EF4-FFF2-40B4-BE49-F238E27FC236}">
                    <a16:creationId xmlns:a16="http://schemas.microsoft.com/office/drawing/2014/main" id="{80D42552-B18E-0DB6-2EFB-4E50E6AF42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543445" y="4536296"/>
                <a:ext cx="1358232" cy="1440000"/>
              </a:xfrm>
              <a:prstGeom prst="rect">
                <a:avLst/>
              </a:prstGeom>
            </p:spPr>
          </p:pic>
        </p:grpSp>
      </p:grpSp>
      <p:pic>
        <p:nvPicPr>
          <p:cNvPr id="92" name="Image 91">
            <a:extLst>
              <a:ext uri="{FF2B5EF4-FFF2-40B4-BE49-F238E27FC236}">
                <a16:creationId xmlns:a16="http://schemas.microsoft.com/office/drawing/2014/main" id="{E3A983DC-8604-4428-90A0-1BAE06DE62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333" y="3260167"/>
            <a:ext cx="360000" cy="360000"/>
          </a:xfrm>
          <a:prstGeom prst="rect">
            <a:avLst/>
          </a:prstGeom>
        </p:spPr>
      </p:pic>
      <p:cxnSp>
        <p:nvCxnSpPr>
          <p:cNvPr id="93" name="Connecteur droit avec flèche 92">
            <a:extLst>
              <a:ext uri="{FF2B5EF4-FFF2-40B4-BE49-F238E27FC236}">
                <a16:creationId xmlns:a16="http://schemas.microsoft.com/office/drawing/2014/main" id="{2A759AA0-F3FD-C26A-60D8-97778FA4410F}"/>
              </a:ext>
            </a:extLst>
          </p:cNvPr>
          <p:cNvCxnSpPr>
            <a:cxnSpLocks/>
          </p:cNvCxnSpPr>
          <p:nvPr/>
        </p:nvCxnSpPr>
        <p:spPr>
          <a:xfrm flipV="1">
            <a:off x="324302" y="3707196"/>
            <a:ext cx="720000" cy="1536"/>
          </a:xfrm>
          <a:prstGeom prst="straightConnector1">
            <a:avLst/>
          </a:prstGeom>
          <a:ln w="25400" cap="rnd">
            <a:solidFill>
              <a:srgbClr val="FDAD5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ZoneTexte 93"/>
          <p:cNvSpPr txBox="1"/>
          <p:nvPr/>
        </p:nvSpPr>
        <p:spPr>
          <a:xfrm>
            <a:off x="329415" y="3755041"/>
            <a:ext cx="703719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fr-FR" sz="1050" dirty="0"/>
              <a:t>Prise secteur</a:t>
            </a:r>
          </a:p>
        </p:txBody>
      </p:sp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6ADC958C-C344-1BF3-25BE-C9B484B0C033}"/>
              </a:ext>
            </a:extLst>
          </p:cNvPr>
          <p:cNvCxnSpPr>
            <a:cxnSpLocks/>
          </p:cNvCxnSpPr>
          <p:nvPr/>
        </p:nvCxnSpPr>
        <p:spPr>
          <a:xfrm flipV="1">
            <a:off x="8901020" y="3681849"/>
            <a:ext cx="720000" cy="1536"/>
          </a:xfrm>
          <a:prstGeom prst="straightConnector1">
            <a:avLst/>
          </a:prstGeom>
          <a:ln w="25400" cap="rnd">
            <a:solidFill>
              <a:srgbClr val="68348B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" name="Image 84">
            <a:extLst>
              <a:ext uri="{FF2B5EF4-FFF2-40B4-BE49-F238E27FC236}">
                <a16:creationId xmlns:a16="http://schemas.microsoft.com/office/drawing/2014/main" id="{F8D8E946-4C49-E88C-3CC0-46CC2B11AC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64809" y="3292600"/>
            <a:ext cx="360000" cy="360000"/>
          </a:xfrm>
          <a:prstGeom prst="rect">
            <a:avLst/>
          </a:prstGeom>
        </p:spPr>
      </p:pic>
      <p:grpSp>
        <p:nvGrpSpPr>
          <p:cNvPr id="86" name="Groupe 85">
            <a:extLst>
              <a:ext uri="{FF2B5EF4-FFF2-40B4-BE49-F238E27FC236}">
                <a16:creationId xmlns:a16="http://schemas.microsoft.com/office/drawing/2014/main" id="{2B49C0AE-E729-73C7-B04B-F33A36093592}"/>
              </a:ext>
            </a:extLst>
          </p:cNvPr>
          <p:cNvGrpSpPr/>
          <p:nvPr/>
        </p:nvGrpSpPr>
        <p:grpSpPr>
          <a:xfrm>
            <a:off x="9614573" y="3431149"/>
            <a:ext cx="1372109" cy="1444838"/>
            <a:chOff x="7542872" y="3440639"/>
            <a:chExt cx="1372109" cy="1444838"/>
          </a:xfrm>
        </p:grpSpPr>
        <p:sp>
          <p:nvSpPr>
            <p:cNvPr id="87" name="Rectangle : coins arrondis 86">
              <a:extLst>
                <a:ext uri="{FF2B5EF4-FFF2-40B4-BE49-F238E27FC236}">
                  <a16:creationId xmlns:a16="http://schemas.microsoft.com/office/drawing/2014/main" id="{A9C8F3C6-A5A9-AB3D-A671-78122D8AE06C}"/>
                </a:ext>
              </a:extLst>
            </p:cNvPr>
            <p:cNvSpPr/>
            <p:nvPr/>
          </p:nvSpPr>
          <p:spPr>
            <a:xfrm>
              <a:off x="7542872" y="3440639"/>
              <a:ext cx="1365662" cy="534390"/>
            </a:xfrm>
            <a:prstGeom prst="roundRect">
              <a:avLst>
                <a:gd name="adj" fmla="val 11914"/>
              </a:avLst>
            </a:prstGeom>
            <a:noFill/>
            <a:ln w="19050">
              <a:solidFill>
                <a:srgbClr val="EE68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rgbClr val="EE685D"/>
                  </a:solidFill>
                  <a:latin typeface="Arial Nova" panose="020B0504020202020204" pitchFamily="34" charset="0"/>
                </a:rPr>
                <a:t>Transmettre</a:t>
              </a:r>
            </a:p>
          </p:txBody>
        </p:sp>
        <p:sp>
          <p:nvSpPr>
            <p:cNvPr id="88" name="Rectangle : coins arrondis 87">
              <a:extLst>
                <a:ext uri="{FF2B5EF4-FFF2-40B4-BE49-F238E27FC236}">
                  <a16:creationId xmlns:a16="http://schemas.microsoft.com/office/drawing/2014/main" id="{C0703F0E-8F69-706F-7260-FAAC55D44D38}"/>
                </a:ext>
              </a:extLst>
            </p:cNvPr>
            <p:cNvSpPr/>
            <p:nvPr/>
          </p:nvSpPr>
          <p:spPr>
            <a:xfrm>
              <a:off x="7549319" y="4097487"/>
              <a:ext cx="1365662" cy="787990"/>
            </a:xfrm>
            <a:prstGeom prst="roundRect">
              <a:avLst>
                <a:gd name="adj" fmla="val 11914"/>
              </a:avLst>
            </a:prstGeom>
            <a:solidFill>
              <a:srgbClr val="F7B8B3"/>
            </a:solidFill>
            <a:ln w="19050">
              <a:solidFill>
                <a:srgbClr val="F7B8B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00" dirty="0">
                  <a:solidFill>
                    <a:srgbClr val="EE685D"/>
                  </a:solidFill>
                  <a:latin typeface="Arial Nova" panose="020B0504020202020204" pitchFamily="34" charset="0"/>
                </a:rPr>
                <a:t>Train épicycloïdal</a:t>
              </a:r>
            </a:p>
          </p:txBody>
        </p:sp>
        <p:grpSp>
          <p:nvGrpSpPr>
            <p:cNvPr id="89" name="Groupe 88">
              <a:extLst>
                <a:ext uri="{FF2B5EF4-FFF2-40B4-BE49-F238E27FC236}">
                  <a16:creationId xmlns:a16="http://schemas.microsoft.com/office/drawing/2014/main" id="{AF40E859-038A-D8D5-FBD0-8EF74E4152B6}"/>
                </a:ext>
              </a:extLst>
            </p:cNvPr>
            <p:cNvGrpSpPr/>
            <p:nvPr/>
          </p:nvGrpSpPr>
          <p:grpSpPr>
            <a:xfrm>
              <a:off x="7739744" y="3855932"/>
              <a:ext cx="360000" cy="360000"/>
              <a:chOff x="5447928" y="2816932"/>
              <a:chExt cx="1800000" cy="1800000"/>
            </a:xfrm>
          </p:grpSpPr>
          <p:sp>
            <p:nvSpPr>
              <p:cNvPr id="96" name="Ellipse 95">
                <a:extLst>
                  <a:ext uri="{FF2B5EF4-FFF2-40B4-BE49-F238E27FC236}">
                    <a16:creationId xmlns:a16="http://schemas.microsoft.com/office/drawing/2014/main" id="{615A05EB-52FA-E2C4-E395-BF170129043A}"/>
                  </a:ext>
                </a:extLst>
              </p:cNvPr>
              <p:cNvSpPr/>
              <p:nvPr/>
            </p:nvSpPr>
            <p:spPr>
              <a:xfrm>
                <a:off x="5447928" y="2816932"/>
                <a:ext cx="1800000" cy="1800000"/>
              </a:xfrm>
              <a:prstGeom prst="ellipse">
                <a:avLst/>
              </a:prstGeom>
              <a:solidFill>
                <a:srgbClr val="EF72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pic>
            <p:nvPicPr>
              <p:cNvPr id="97" name="Image 96">
                <a:extLst>
                  <a:ext uri="{FF2B5EF4-FFF2-40B4-BE49-F238E27FC236}">
                    <a16:creationId xmlns:a16="http://schemas.microsoft.com/office/drawing/2014/main" id="{2B4F765F-2DF3-3CAA-1991-06D5ED3690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 flipH="1">
                <a:off x="5627848" y="2996852"/>
                <a:ext cx="1440160" cy="1440160"/>
              </a:xfrm>
              <a:prstGeom prst="rect">
                <a:avLst/>
              </a:prstGeom>
            </p:spPr>
          </p:pic>
        </p:grpSp>
        <p:grpSp>
          <p:nvGrpSpPr>
            <p:cNvPr id="90" name="Groupe 89">
              <a:extLst>
                <a:ext uri="{FF2B5EF4-FFF2-40B4-BE49-F238E27FC236}">
                  <a16:creationId xmlns:a16="http://schemas.microsoft.com/office/drawing/2014/main" id="{438484FE-8A69-C2ED-D268-5D95A304FDD0}"/>
                </a:ext>
              </a:extLst>
            </p:cNvPr>
            <p:cNvGrpSpPr/>
            <p:nvPr/>
          </p:nvGrpSpPr>
          <p:grpSpPr>
            <a:xfrm>
              <a:off x="8413836" y="3839803"/>
              <a:ext cx="360000" cy="360000"/>
              <a:chOff x="10405167" y="2322166"/>
              <a:chExt cx="1800000" cy="1800000"/>
            </a:xfrm>
          </p:grpSpPr>
          <p:sp>
            <p:nvSpPr>
              <p:cNvPr id="91" name="Ellipse 90">
                <a:extLst>
                  <a:ext uri="{FF2B5EF4-FFF2-40B4-BE49-F238E27FC236}">
                    <a16:creationId xmlns:a16="http://schemas.microsoft.com/office/drawing/2014/main" id="{F5070CB8-BBE5-2711-86AC-5C9EC7D9D927}"/>
                  </a:ext>
                </a:extLst>
              </p:cNvPr>
              <p:cNvSpPr/>
              <p:nvPr/>
            </p:nvSpPr>
            <p:spPr>
              <a:xfrm>
                <a:off x="10405167" y="2322166"/>
                <a:ext cx="1800000" cy="1800000"/>
              </a:xfrm>
              <a:prstGeom prst="ellipse">
                <a:avLst/>
              </a:prstGeom>
              <a:solidFill>
                <a:srgbClr val="EF726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pic>
            <p:nvPicPr>
              <p:cNvPr id="95" name="Image 94">
                <a:extLst>
                  <a:ext uri="{FF2B5EF4-FFF2-40B4-BE49-F238E27FC236}">
                    <a16:creationId xmlns:a16="http://schemas.microsoft.com/office/drawing/2014/main" id="{94433AFA-2226-B1A9-2ABA-10B9428DDE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546164" y="2642707"/>
                <a:ext cx="1518007" cy="924719"/>
              </a:xfrm>
              <a:prstGeom prst="rect">
                <a:avLst/>
              </a:prstGeom>
            </p:spPr>
          </p:pic>
        </p:grpSp>
      </p:grpSp>
      <p:cxnSp>
        <p:nvCxnSpPr>
          <p:cNvPr id="98" name="Connecteur : en angle 97">
            <a:extLst>
              <a:ext uri="{FF2B5EF4-FFF2-40B4-BE49-F238E27FC236}">
                <a16:creationId xmlns:a16="http://schemas.microsoft.com/office/drawing/2014/main" id="{8975449A-F79B-0DBE-1E46-DFEB05293E7A}"/>
              </a:ext>
            </a:extLst>
          </p:cNvPr>
          <p:cNvCxnSpPr>
            <a:cxnSpLocks/>
          </p:cNvCxnSpPr>
          <p:nvPr/>
        </p:nvCxnSpPr>
        <p:spPr>
          <a:xfrm rot="5400000" flipH="1">
            <a:off x="3224368" y="-275219"/>
            <a:ext cx="1804943" cy="6092537"/>
          </a:xfrm>
          <a:prstGeom prst="bentConnector4">
            <a:avLst>
              <a:gd name="adj1" fmla="val -86757"/>
              <a:gd name="adj2" fmla="val 114325"/>
            </a:avLst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eur : en angle 100">
            <a:extLst>
              <a:ext uri="{FF2B5EF4-FFF2-40B4-BE49-F238E27FC236}">
                <a16:creationId xmlns:a16="http://schemas.microsoft.com/office/drawing/2014/main" id="{8445F8BF-F502-2832-9F9B-ED0B66436EDE}"/>
              </a:ext>
            </a:extLst>
          </p:cNvPr>
          <p:cNvCxnSpPr>
            <a:cxnSpLocks/>
            <a:stCxn id="80" idx="0"/>
            <a:endCxn id="7" idx="0"/>
          </p:cNvCxnSpPr>
          <p:nvPr/>
        </p:nvCxnSpPr>
        <p:spPr>
          <a:xfrm rot="16200000" flipV="1">
            <a:off x="6304570" y="-3082987"/>
            <a:ext cx="2032184" cy="11087514"/>
          </a:xfrm>
          <a:prstGeom prst="bentConnector3">
            <a:avLst>
              <a:gd name="adj1" fmla="val 111249"/>
            </a:avLst>
          </a:prstGeom>
          <a:ln w="25400" cap="rnd">
            <a:solidFill>
              <a:srgbClr val="004F77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ZoneTexte 112">
                <a:extLst>
                  <a:ext uri="{FF2B5EF4-FFF2-40B4-BE49-F238E27FC236}">
                    <a16:creationId xmlns:a16="http://schemas.microsoft.com/office/drawing/2014/main" id="{0FE25146-0624-52C4-AB98-9E530C206DCF}"/>
                  </a:ext>
                </a:extLst>
              </p:cNvPr>
              <p:cNvSpPr txBox="1"/>
              <p:nvPr/>
            </p:nvSpPr>
            <p:spPr>
              <a:xfrm>
                <a:off x="4445413" y="3863404"/>
                <a:ext cx="11619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𝓟</m:t>
                          </m:r>
                        </m:e>
                        <m:sub>
                          <m: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𝒆𝒍𝒆𝒄</m:t>
                          </m:r>
                        </m:sub>
                      </m:sSub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𝑼𝑰</m:t>
                      </m:r>
                    </m:oMath>
                  </m:oMathPara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113" name="ZoneTexte 112">
                <a:extLst>
                  <a:ext uri="{FF2B5EF4-FFF2-40B4-BE49-F238E27FC236}">
                    <a16:creationId xmlns:a16="http://schemas.microsoft.com/office/drawing/2014/main" id="{0FE25146-0624-52C4-AB98-9E530C206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5413" y="3863404"/>
                <a:ext cx="1161960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ZoneTexte 113">
                <a:extLst>
                  <a:ext uri="{FF2B5EF4-FFF2-40B4-BE49-F238E27FC236}">
                    <a16:creationId xmlns:a16="http://schemas.microsoft.com/office/drawing/2014/main" id="{152E0D22-5BC2-2AFD-C31A-92A4E95E03CD}"/>
                  </a:ext>
                </a:extLst>
              </p:cNvPr>
              <p:cNvSpPr txBox="1"/>
              <p:nvPr/>
            </p:nvSpPr>
            <p:spPr>
              <a:xfrm rot="5400000">
                <a:off x="6789972" y="4172286"/>
                <a:ext cx="11619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𝓟</m:t>
                          </m:r>
                        </m:e>
                        <m:sub>
                          <m: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fr-FR" sz="120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sSub>
                        <m:sSubPr>
                          <m:ctrlP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fr-FR" sz="120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fr-FR" sz="120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114" name="ZoneTexte 113">
                <a:extLst>
                  <a:ext uri="{FF2B5EF4-FFF2-40B4-BE49-F238E27FC236}">
                    <a16:creationId xmlns:a16="http://schemas.microsoft.com/office/drawing/2014/main" id="{152E0D22-5BC2-2AFD-C31A-92A4E95E0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6789972" y="4172286"/>
                <a:ext cx="1161960" cy="2769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ZoneTexte 114">
                <a:extLst>
                  <a:ext uri="{FF2B5EF4-FFF2-40B4-BE49-F238E27FC236}">
                    <a16:creationId xmlns:a16="http://schemas.microsoft.com/office/drawing/2014/main" id="{5EBABF3A-092B-08C4-FC0E-317695421FA0}"/>
                  </a:ext>
                </a:extLst>
              </p:cNvPr>
              <p:cNvSpPr txBox="1"/>
              <p:nvPr/>
            </p:nvSpPr>
            <p:spPr>
              <a:xfrm>
                <a:off x="8735173" y="3840991"/>
                <a:ext cx="1161960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𝓟</m:t>
                          </m:r>
                        </m:e>
                        <m:sub>
                          <m: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r>
                        <a:rPr lang="fr-FR" sz="105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sSub>
                        <m:sSubPr>
                          <m:ctrlP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</m:oMath>
                  </m:oMathPara>
                </a14:m>
                <a:endParaRPr lang="fr-FR" sz="105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r>
                        <a:rPr lang="fr-FR" sz="105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105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</m:t>
                      </m:r>
                      <m:sSub>
                        <m:sSubPr>
                          <m:ctrlP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fr-FR" sz="105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115" name="ZoneTexte 114">
                <a:extLst>
                  <a:ext uri="{FF2B5EF4-FFF2-40B4-BE49-F238E27FC236}">
                    <a16:creationId xmlns:a16="http://schemas.microsoft.com/office/drawing/2014/main" id="{5EBABF3A-092B-08C4-FC0E-317695421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5173" y="3840991"/>
                <a:ext cx="1161960" cy="41549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ZoneTexte 115">
                <a:extLst>
                  <a:ext uri="{FF2B5EF4-FFF2-40B4-BE49-F238E27FC236}">
                    <a16:creationId xmlns:a16="http://schemas.microsoft.com/office/drawing/2014/main" id="{C74C28D7-83D2-EBC8-C821-786FE069C7F1}"/>
                  </a:ext>
                </a:extLst>
              </p:cNvPr>
              <p:cNvSpPr txBox="1"/>
              <p:nvPr/>
            </p:nvSpPr>
            <p:spPr>
              <a:xfrm>
                <a:off x="10806874" y="3751427"/>
                <a:ext cx="1161960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𝓟</m:t>
                          </m:r>
                        </m:e>
                        <m:sub>
                          <m: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fr-FR" sz="105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sSub>
                        <m:sSubPr>
                          <m:ctrlP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fr-FR" sz="105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fr-FR" sz="105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1050" b="1" i="1" smtClean="0">
                          <a:solidFill>
                            <a:srgbClr val="FFB25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𝑹</m:t>
                      </m:r>
                      <m:sSub>
                        <m:sSubPr>
                          <m:ctrlP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𝝎</m:t>
                          </m:r>
                        </m:e>
                        <m:sub>
                          <m:r>
                            <a:rPr lang="fr-FR" sz="1050" b="1" i="1" smtClean="0">
                              <a:solidFill>
                                <a:srgbClr val="FFB25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</m:oMath>
                  </m:oMathPara>
                </a14:m>
                <a:endParaRPr lang="fr-FR" sz="1050" b="1" dirty="0">
                  <a:solidFill>
                    <a:srgbClr val="FFB25A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116" name="ZoneTexte 115">
                <a:extLst>
                  <a:ext uri="{FF2B5EF4-FFF2-40B4-BE49-F238E27FC236}">
                    <a16:creationId xmlns:a16="http://schemas.microsoft.com/office/drawing/2014/main" id="{C74C28D7-83D2-EBC8-C821-786FE069C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6874" y="3751427"/>
                <a:ext cx="1161960" cy="41549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882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D123CCA7-F57D-5B18-C158-AE7A7EE5D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 – Chaînes de solides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C9F9BD3F-5D94-9F31-0D95-372A6A2452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C13AE2-CD88-947B-7A81-C200CFEA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0685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E8A66116-0BCA-F0BA-8B7C-35F8CB1ECB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4630" y="1071921"/>
            <a:ext cx="5576419" cy="1028271"/>
          </a:xfrm>
        </p:spPr>
        <p:txBody>
          <a:bodyPr/>
          <a:lstStyle/>
          <a:p>
            <a:pPr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fr-FR" dirty="0"/>
              <a:t> Représenter l’architecture des liaisons du système</a:t>
            </a:r>
          </a:p>
          <a:p>
            <a:pPr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fr-FR" dirty="0"/>
              <a:t> Concevoir les liaisons d’un système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5CE0E2C-D0A9-D6BC-E70F-8E292A828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8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Espace réservé du contenu 11">
                <a:extLst>
                  <a:ext uri="{FF2B5EF4-FFF2-40B4-BE49-F238E27FC236}">
                    <a16:creationId xmlns:a16="http://schemas.microsoft.com/office/drawing/2014/main" id="{C0A142C9-F62B-BF4C-7120-55DC3ADBF6D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69049" y="1073050"/>
                <a:ext cx="5786253" cy="4984850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 fontScale="92500" lnSpcReduction="20000"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tx2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tx2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tx2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tx2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20000"/>
                  </a:lnSpc>
                  <a:buClr>
                    <a:schemeClr val="tx2">
                      <a:lumMod val="60000"/>
                      <a:lumOff val="40000"/>
                    </a:schemeClr>
                  </a:buClr>
                  <a:buNone/>
                </a:pPr>
                <a:r>
                  <a:rPr lang="fr-FR" sz="1400" b="1" dirty="0"/>
                  <a:t>Méthode statique</a:t>
                </a:r>
              </a:p>
              <a:p>
                <a:pPr>
                  <a:lnSpc>
                    <a:spcPct val="120000"/>
                  </a:lnSpc>
                  <a:buClr>
                    <a:schemeClr val="tx2">
                      <a:lumMod val="60000"/>
                      <a:lumOff val="40000"/>
                    </a:schemeClr>
                  </a:buClr>
                  <a:buFont typeface="Wingdings" panose="05000000000000000000" pitchFamily="2" charset="2"/>
                  <a:buChar char="Ü"/>
                </a:pPr>
                <a:r>
                  <a:rPr lang="fr-FR" sz="1400" dirty="0"/>
                  <a:t> </a:t>
                </a:r>
                <a14:m>
                  <m:oMath xmlns:m="http://schemas.openxmlformats.org/officeDocument/2006/math"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fr-FR" sz="1400" b="0" i="0" smtClean="0">
                        <a:latin typeface="Cambria Math" panose="02040503050406030204" pitchFamily="18" charset="0"/>
                      </a:rPr>
                      <m:t>=2−12+13=3</m:t>
                    </m:r>
                  </m:oMath>
                </a14:m>
                <a:endParaRPr lang="fr-FR" sz="1400" dirty="0"/>
              </a:p>
              <a:p>
                <a:pPr>
                  <a:lnSpc>
                    <a:spcPct val="120000"/>
                  </a:lnSpc>
                  <a:buClr>
                    <a:schemeClr val="tx2">
                      <a:lumMod val="60000"/>
                      <a:lumOff val="40000"/>
                    </a:schemeClr>
                  </a:buClr>
                  <a:buFont typeface="Wingdings" panose="05000000000000000000" pitchFamily="2" charset="2"/>
                  <a:buChar char="Ü"/>
                </a:pPr>
                <a:r>
                  <a:rPr lang="fr-FR" sz="1400" dirty="0"/>
                  <a:t> </a:t>
                </a:r>
                <a14:m>
                  <m:oMath xmlns:m="http://schemas.openxmlformats.org/officeDocument/2006/math"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fr-FR" sz="1400" dirty="0"/>
              </a:p>
              <a:p>
                <a:pPr lvl="1">
                  <a:lnSpc>
                    <a:spcPct val="120000"/>
                  </a:lnSpc>
                  <a:buClr>
                    <a:schemeClr val="tx2">
                      <a:lumMod val="60000"/>
                      <a:lumOff val="40000"/>
                    </a:schemeClr>
                  </a:buClr>
                  <a:buFont typeface="Wingdings" panose="05000000000000000000" pitchFamily="2" charset="2"/>
                  <a:buChar char="Ü"/>
                </a:pPr>
                <a:r>
                  <a:rPr lang="fr-FR" sz="1200" dirty="0"/>
                  <a:t>Rotation de l’ensemble 1+2 autour de l’axe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fr-FR" sz="1200"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fr-FR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endParaRPr lang="fr-FR" sz="1200" dirty="0"/>
              </a:p>
              <a:p>
                <a:pPr lvl="1">
                  <a:lnSpc>
                    <a:spcPct val="120000"/>
                  </a:lnSpc>
                  <a:buClr>
                    <a:schemeClr val="tx2">
                      <a:lumMod val="60000"/>
                      <a:lumOff val="40000"/>
                    </a:schemeClr>
                  </a:buClr>
                  <a:buFont typeface="Wingdings" panose="05000000000000000000" pitchFamily="2" charset="2"/>
                  <a:buChar char="Ü"/>
                </a:pPr>
                <a:r>
                  <a:rPr lang="fr-FR" sz="1200" dirty="0"/>
                  <a:t> Translation de 2 par rapport à 1 suivant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endParaRPr lang="fr-FR" sz="1200" dirty="0"/>
              </a:p>
              <a:p>
                <a:pPr>
                  <a:lnSpc>
                    <a:spcPct val="120000"/>
                  </a:lnSpc>
                  <a:buClr>
                    <a:schemeClr val="tx2">
                      <a:lumMod val="60000"/>
                      <a:lumOff val="40000"/>
                    </a:schemeClr>
                  </a:buClr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=2×6=12</m:t>
                    </m:r>
                  </m:oMath>
                </a14:m>
                <a:endParaRPr lang="fr-FR" sz="1400" b="0" dirty="0"/>
              </a:p>
              <a:p>
                <a:pPr lvl="1">
                  <a:lnSpc>
                    <a:spcPct val="120000"/>
                  </a:lnSpc>
                  <a:buClr>
                    <a:schemeClr val="tx2">
                      <a:lumMod val="60000"/>
                      <a:lumOff val="40000"/>
                    </a:schemeClr>
                  </a:buClr>
                  <a:buFont typeface="Wingdings" panose="05000000000000000000" pitchFamily="2" charset="2"/>
                  <a:buChar char="Ü"/>
                </a:pPr>
                <a:r>
                  <a:rPr lang="fr-FR" sz="1200" dirty="0"/>
                  <a:t> On peut isoler les pièces 1 et2</a:t>
                </a:r>
              </a:p>
              <a:p>
                <a:pPr>
                  <a:lnSpc>
                    <a:spcPct val="120000"/>
                  </a:lnSpc>
                  <a:buClr>
                    <a:schemeClr val="tx2">
                      <a:lumMod val="60000"/>
                      <a:lumOff val="40000"/>
                    </a:schemeClr>
                  </a:buClr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=4×2+5×1=13</m:t>
                    </m:r>
                  </m:oMath>
                </a14:m>
                <a:endParaRPr lang="fr-FR" sz="1400" b="0" dirty="0"/>
              </a:p>
              <a:p>
                <a:pPr lvl="1">
                  <a:lnSpc>
                    <a:spcPct val="120000"/>
                  </a:lnSpc>
                  <a:buClr>
                    <a:schemeClr val="tx2">
                      <a:lumMod val="60000"/>
                      <a:lumOff val="40000"/>
                    </a:schemeClr>
                  </a:buClr>
                  <a:buFont typeface="Wingdings" panose="05000000000000000000" pitchFamily="2" charset="2"/>
                  <a:buChar char="Ü"/>
                </a:pPr>
                <a:r>
                  <a:rPr lang="fr-FR" sz="1200" dirty="0"/>
                  <a:t> 2 liaisons pivot glissant (4), 1 liaison pivot (5)</a:t>
                </a:r>
              </a:p>
              <a:p>
                <a:pPr>
                  <a:lnSpc>
                    <a:spcPct val="120000"/>
                  </a:lnSpc>
                  <a:buClr>
                    <a:schemeClr val="tx2">
                      <a:lumMod val="60000"/>
                      <a:lumOff val="40000"/>
                    </a:schemeClr>
                  </a:buClr>
                  <a:buFont typeface="Wingdings" panose="05000000000000000000" pitchFamily="2" charset="2"/>
                  <a:buChar char="Ü"/>
                </a:pPr>
                <a:r>
                  <a:rPr lang="fr-FR" sz="1400" dirty="0"/>
                  <a:t> L’hyperstatisme permet de garantir une plus grande rigidité du système de translation.</a:t>
                </a:r>
              </a:p>
              <a:p>
                <a:pPr>
                  <a:lnSpc>
                    <a:spcPct val="120000"/>
                  </a:lnSpc>
                  <a:buClr>
                    <a:schemeClr val="tx2">
                      <a:lumMod val="60000"/>
                      <a:lumOff val="40000"/>
                    </a:schemeClr>
                  </a:buClr>
                  <a:buFont typeface="Wingdings" panose="05000000000000000000" pitchFamily="2" charset="2"/>
                  <a:buChar char="Ü"/>
                </a:pPr>
                <a:r>
                  <a:rPr lang="fr-FR" sz="1400" b="1" dirty="0"/>
                  <a:t>Pour assurer la mobilité il faut garantir </a:t>
                </a:r>
              </a:p>
              <a:p>
                <a:pPr lvl="1">
                  <a:lnSpc>
                    <a:spcPct val="120000"/>
                  </a:lnSpc>
                  <a:buClr>
                    <a:schemeClr val="tx2">
                      <a:lumMod val="60000"/>
                      <a:lumOff val="40000"/>
                    </a:schemeClr>
                  </a:buClr>
                  <a:buFont typeface="Wingdings" panose="05000000000000000000" pitchFamily="2" charset="2"/>
                  <a:buChar char="Ü"/>
                </a:pPr>
                <a:r>
                  <a:rPr lang="fr-FR" sz="1200" b="1" dirty="0"/>
                  <a:t>l’entraxe entre les axes de liaisons pivot glissant suivant la direction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endParaRPr lang="fr-FR" sz="1200" dirty="0"/>
              </a:p>
              <a:p>
                <a:pPr lvl="1">
                  <a:lnSpc>
                    <a:spcPct val="120000"/>
                  </a:lnSpc>
                  <a:buClr>
                    <a:schemeClr val="tx2">
                      <a:lumMod val="60000"/>
                      <a:lumOff val="40000"/>
                    </a:schemeClr>
                  </a:buClr>
                  <a:buFont typeface="Wingdings" panose="05000000000000000000" pitchFamily="2" charset="2"/>
                  <a:buChar char="Ü"/>
                </a:pPr>
                <a:r>
                  <a:rPr lang="fr-FR" sz="1200" b="1" dirty="0"/>
                  <a:t>le parallélisme des axes des liaisons pivot glissant autour des directions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fr-FR" sz="1200" b="1" dirty="0"/>
                  <a:t> 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endParaRPr lang="fr-FR" sz="1400" dirty="0"/>
              </a:p>
              <a:p>
                <a:pPr>
                  <a:lnSpc>
                    <a:spcPct val="120000"/>
                  </a:lnSpc>
                  <a:buClr>
                    <a:schemeClr val="tx2">
                      <a:lumMod val="60000"/>
                      <a:lumOff val="40000"/>
                    </a:schemeClr>
                  </a:buClr>
                  <a:buFont typeface="Wingdings" panose="05000000000000000000" pitchFamily="2" charset="2"/>
                  <a:buChar char="Ü"/>
                </a:pPr>
                <a:r>
                  <a:rPr lang="fr-FR" sz="1400" b="1" dirty="0"/>
                  <a:t>Pour rendre le modèle isostatique</a:t>
                </a:r>
              </a:p>
              <a:p>
                <a:pPr lvl="1">
                  <a:lnSpc>
                    <a:spcPct val="120000"/>
                  </a:lnSpc>
                  <a:buClr>
                    <a:schemeClr val="tx2">
                      <a:lumMod val="60000"/>
                      <a:lumOff val="40000"/>
                    </a:schemeClr>
                  </a:buClr>
                  <a:buFont typeface="Wingdings" panose="05000000000000000000" pitchFamily="2" charset="2"/>
                  <a:buChar char="Ü"/>
                </a:pPr>
                <a:r>
                  <a:rPr lang="fr-FR" sz="1200" dirty="0"/>
                  <a:t>On peut remplacer une liaison pivot glissant par une ponctuelle de normale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endParaRPr lang="fr-FR" sz="1200" dirty="0"/>
              </a:p>
              <a:p>
                <a:pPr lvl="1">
                  <a:lnSpc>
                    <a:spcPct val="120000"/>
                  </a:lnSpc>
                  <a:buClr>
                    <a:schemeClr val="tx2">
                      <a:lumMod val="60000"/>
                      <a:lumOff val="40000"/>
                    </a:schemeClr>
                  </a:buClr>
                  <a:buFont typeface="Wingdings" panose="05000000000000000000" pitchFamily="2" charset="2"/>
                  <a:buChar char="Ü"/>
                </a:pPr>
                <a:endParaRPr lang="fr-FR" sz="1200" b="1" dirty="0"/>
              </a:p>
              <a:p>
                <a:pPr marL="0" indent="0">
                  <a:lnSpc>
                    <a:spcPct val="120000"/>
                  </a:lnSpc>
                  <a:buClr>
                    <a:schemeClr val="tx2">
                      <a:lumMod val="60000"/>
                      <a:lumOff val="40000"/>
                    </a:schemeClr>
                  </a:buClr>
                  <a:buNone/>
                </a:pPr>
                <a:endParaRPr lang="fr-FR" sz="1400" b="1" dirty="0"/>
              </a:p>
            </p:txBody>
          </p:sp>
        </mc:Choice>
        <mc:Fallback xmlns="">
          <p:sp>
            <p:nvSpPr>
              <p:cNvPr id="63" name="Espace réservé du contenu 11">
                <a:extLst>
                  <a:ext uri="{FF2B5EF4-FFF2-40B4-BE49-F238E27FC236}">
                    <a16:creationId xmlns:a16="http://schemas.microsoft.com/office/drawing/2014/main" id="{C0A142C9-F62B-BF4C-7120-55DC3ADBF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9049" y="1073050"/>
                <a:ext cx="5786253" cy="4984850"/>
              </a:xfrm>
              <a:prstGeom prst="rect">
                <a:avLst/>
              </a:prstGeom>
              <a:blipFill>
                <a:blip r:embed="rId2"/>
                <a:stretch>
                  <a:fillRect l="-1791" t="-1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re 1">
            <a:extLst>
              <a:ext uri="{FF2B5EF4-FFF2-40B4-BE49-F238E27FC236}">
                <a16:creationId xmlns:a16="http://schemas.microsoft.com/office/drawing/2014/main" id="{54FCF82F-BA25-7C39-DC19-F9A93AA8D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882796"/>
          </a:xfrm>
        </p:spPr>
        <p:txBody>
          <a:bodyPr>
            <a:noAutofit/>
          </a:bodyPr>
          <a:lstStyle/>
          <a:p>
            <a:r>
              <a:rPr lang="fr-FR" sz="3200" dirty="0"/>
              <a:t>Modélisation cinématique</a:t>
            </a:r>
            <a:br>
              <a:rPr lang="fr-FR" sz="3200" dirty="0"/>
            </a:br>
            <a:r>
              <a:rPr lang="fr-FR" sz="3200" dirty="0"/>
              <a:t>Schéma d’architecture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45492D19-2A4B-FEC1-8231-D0F617529871}"/>
              </a:ext>
            </a:extLst>
          </p:cNvPr>
          <p:cNvGrpSpPr/>
          <p:nvPr/>
        </p:nvGrpSpPr>
        <p:grpSpPr>
          <a:xfrm>
            <a:off x="626768" y="2714564"/>
            <a:ext cx="3662132" cy="2304335"/>
            <a:chOff x="3611171" y="1022924"/>
            <a:chExt cx="3662132" cy="2304335"/>
          </a:xfrm>
        </p:grpSpPr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075EE5D1-79B1-6FE3-7BDD-77C6A63B61CB}"/>
                </a:ext>
              </a:extLst>
            </p:cNvPr>
            <p:cNvSpPr/>
            <p:nvPr/>
          </p:nvSpPr>
          <p:spPr>
            <a:xfrm>
              <a:off x="5272762" y="2522214"/>
              <a:ext cx="216000" cy="107664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637D8F61-8543-59D1-A9E1-555BBE83FE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59616" y="1570636"/>
              <a:ext cx="258560" cy="153185"/>
            </a:xfrm>
            <a:prstGeom prst="line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ED7D31"/>
              </a:solidFill>
              <a:prstDash val="solid"/>
              <a:miter lim="800000"/>
            </a:ln>
            <a:effectLst/>
          </p:spPr>
        </p:cxn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2BB753B3-2FE8-530C-761A-118D8748C346}"/>
                </a:ext>
              </a:extLst>
            </p:cNvPr>
            <p:cNvSpPr/>
            <p:nvPr/>
          </p:nvSpPr>
          <p:spPr>
            <a:xfrm>
              <a:off x="6152163" y="2193231"/>
              <a:ext cx="224593" cy="218355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ED7D3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</a:t>
              </a:r>
              <a:endParaRPr kumimoji="0" lang="fr-FR" sz="1800" b="1" i="0" u="none" strike="noStrike" kern="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A23A8EE0-BDF7-B83E-722E-3C89B26B5349}"/>
                </a:ext>
              </a:extLst>
            </p:cNvPr>
            <p:cNvSpPr/>
            <p:nvPr/>
          </p:nvSpPr>
          <p:spPr>
            <a:xfrm>
              <a:off x="5576533" y="1463264"/>
              <a:ext cx="224593" cy="218355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  <a:endParaRPr kumimoji="0" lang="fr-FR" sz="1800" b="1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4" name="Connecteur droit avec flèche 13">
              <a:extLst>
                <a:ext uri="{FF2B5EF4-FFF2-40B4-BE49-F238E27FC236}">
                  <a16:creationId xmlns:a16="http://schemas.microsoft.com/office/drawing/2014/main" id="{DEA4FAF8-1F8D-264D-25C4-592C10CEA779}"/>
                </a:ext>
              </a:extLst>
            </p:cNvPr>
            <p:cNvCxnSpPr>
              <a:cxnSpLocks/>
            </p:cNvCxnSpPr>
            <p:nvPr/>
          </p:nvCxnSpPr>
          <p:spPr>
            <a:xfrm>
              <a:off x="5267665" y="3046941"/>
              <a:ext cx="346068" cy="200356"/>
            </a:xfrm>
            <a:prstGeom prst="straightConnector1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00B050"/>
              </a:solidFill>
              <a:prstDash val="solid"/>
              <a:miter lim="800000"/>
              <a:tailEnd type="stealth" w="med" len="lg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ZoneTexte 14">
                  <a:extLst>
                    <a:ext uri="{FF2B5EF4-FFF2-40B4-BE49-F238E27FC236}">
                      <a16:creationId xmlns:a16="http://schemas.microsoft.com/office/drawing/2014/main" id="{1A6FF5D8-1562-2364-6D0C-3EE1FD646709}"/>
                    </a:ext>
                  </a:extLst>
                </p:cNvPr>
                <p:cNvSpPr txBox="1"/>
                <p:nvPr/>
              </p:nvSpPr>
              <p:spPr>
                <a:xfrm>
                  <a:off x="4134524" y="1783442"/>
                  <a:ext cx="626532" cy="307777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ysClr val="window" lastClr="FFFFFF">
                      <a:lumMod val="95000"/>
                    </a:sysClr>
                  </a:solidFill>
                  <a:prstDash val="solid"/>
                  <a:miter lim="800000"/>
                </a:ln>
                <a:effectLst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4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fr-FR" sz="14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fr-FR" sz="14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5" name="ZoneTexte 14">
                  <a:extLst>
                    <a:ext uri="{FF2B5EF4-FFF2-40B4-BE49-F238E27FC236}">
                      <a16:creationId xmlns:a16="http://schemas.microsoft.com/office/drawing/2014/main" id="{1A6FF5D8-1562-2364-6D0C-3EE1FD6467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4524" y="1783442"/>
                  <a:ext cx="626532" cy="30777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2700" cap="flat" cmpd="sng" algn="ctr">
                  <a:solidFill>
                    <a:sysClr val="window" lastClr="FFFFFF">
                      <a:lumMod val="95000"/>
                    </a:sysClr>
                  </a:solidFill>
                  <a:prstDash val="solid"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Connecteur droit avec flèche 15">
              <a:extLst>
                <a:ext uri="{FF2B5EF4-FFF2-40B4-BE49-F238E27FC236}">
                  <a16:creationId xmlns:a16="http://schemas.microsoft.com/office/drawing/2014/main" id="{3F9277C6-D1A4-0AC6-9632-94FF7B28EF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57679" y="2664368"/>
              <a:ext cx="462621" cy="302849"/>
            </a:xfrm>
            <a:prstGeom prst="straightConnector1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00B050"/>
              </a:solidFill>
              <a:prstDash val="solid"/>
              <a:miter lim="800000"/>
              <a:tailEnd type="stealth" w="med" len="lg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ZoneTexte 16">
                  <a:extLst>
                    <a:ext uri="{FF2B5EF4-FFF2-40B4-BE49-F238E27FC236}">
                      <a16:creationId xmlns:a16="http://schemas.microsoft.com/office/drawing/2014/main" id="{2D8F2436-F41E-3CB8-71C7-12E18E728E13}"/>
                    </a:ext>
                  </a:extLst>
                </p:cNvPr>
                <p:cNvSpPr txBox="1"/>
                <p:nvPr/>
              </p:nvSpPr>
              <p:spPr>
                <a:xfrm>
                  <a:off x="5453107" y="3019482"/>
                  <a:ext cx="626532" cy="307777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4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fr-FR" sz="14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kumimoji="0" lang="fr-FR" sz="14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7" name="ZoneTexte 16">
                  <a:extLst>
                    <a:ext uri="{FF2B5EF4-FFF2-40B4-BE49-F238E27FC236}">
                      <a16:creationId xmlns:a16="http://schemas.microsoft.com/office/drawing/2014/main" id="{2D8F2436-F41E-3CB8-71C7-12E18E728E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3107" y="3019482"/>
                  <a:ext cx="626532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Cylindre 17">
              <a:extLst>
                <a:ext uri="{FF2B5EF4-FFF2-40B4-BE49-F238E27FC236}">
                  <a16:creationId xmlns:a16="http://schemas.microsoft.com/office/drawing/2014/main" id="{82A76B59-318D-3041-88A4-19A7DE6830D1}"/>
                </a:ext>
              </a:extLst>
            </p:cNvPr>
            <p:cNvSpPr/>
            <p:nvPr/>
          </p:nvSpPr>
          <p:spPr>
            <a:xfrm rot="7309303">
              <a:off x="5843600" y="1056805"/>
              <a:ext cx="216000" cy="432000"/>
            </a:xfrm>
            <a:prstGeom prst="can">
              <a:avLst>
                <a:gd name="adj" fmla="val 52625"/>
              </a:avLst>
            </a:prstGeom>
            <a:solidFill>
              <a:sysClr val="window" lastClr="FFFFFF"/>
            </a:solidFill>
            <a:ln w="1270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CBE7B7C9-0EDF-71E3-435E-31CA4C881D7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98802" y="1022924"/>
              <a:ext cx="266757" cy="158471"/>
            </a:xfrm>
            <a:prstGeom prst="line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ED7D31"/>
              </a:solidFill>
              <a:prstDash val="solid"/>
              <a:miter lim="800000"/>
            </a:ln>
            <a:effectLst/>
          </p:spPr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D38CDC85-CB2C-FF10-E11C-1EC84B5502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53266" y="1026093"/>
              <a:ext cx="945536" cy="551420"/>
            </a:xfrm>
            <a:prstGeom prst="line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ED7D31"/>
              </a:solidFill>
              <a:prstDash val="solid"/>
              <a:miter lim="800000"/>
            </a:ln>
            <a:effectLst/>
          </p:spPr>
        </p:cxn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2B6E93BF-D05B-ED40-421B-52561A1153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70716" y="1348253"/>
              <a:ext cx="1202587" cy="712477"/>
            </a:xfrm>
            <a:prstGeom prst="line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ED7D31"/>
              </a:solidFill>
              <a:prstDash val="solid"/>
              <a:miter lim="800000"/>
            </a:ln>
            <a:effectLst/>
          </p:spPr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32C5B076-77C2-2EFE-F1C7-D5E19D412A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6641" y="2065640"/>
              <a:ext cx="946662" cy="542745"/>
            </a:xfrm>
            <a:prstGeom prst="line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ED7D31"/>
              </a:solidFill>
              <a:prstDash val="solid"/>
              <a:miter lim="800000"/>
            </a:ln>
            <a:effectLst/>
          </p:spPr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C3DEB448-4491-FA5B-0030-DCDE65C8ED97}"/>
                </a:ext>
              </a:extLst>
            </p:cNvPr>
            <p:cNvCxnSpPr>
              <a:cxnSpLocks/>
              <a:endCxn id="24" idx="2"/>
            </p:cNvCxnSpPr>
            <p:nvPr/>
          </p:nvCxnSpPr>
          <p:spPr>
            <a:xfrm flipH="1">
              <a:off x="5051350" y="1240527"/>
              <a:ext cx="829338" cy="487675"/>
            </a:xfrm>
            <a:prstGeom prst="line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sp>
          <p:nvSpPr>
            <p:cNvPr id="24" name="Cylindre 23">
              <a:extLst>
                <a:ext uri="{FF2B5EF4-FFF2-40B4-BE49-F238E27FC236}">
                  <a16:creationId xmlns:a16="http://schemas.microsoft.com/office/drawing/2014/main" id="{2B3A60C1-17B4-4EF0-901C-6EE9B90FF9EB}"/>
                </a:ext>
              </a:extLst>
            </p:cNvPr>
            <p:cNvSpPr/>
            <p:nvPr/>
          </p:nvSpPr>
          <p:spPr>
            <a:xfrm rot="7309303">
              <a:off x="4886404" y="1603969"/>
              <a:ext cx="216000" cy="432000"/>
            </a:xfrm>
            <a:prstGeom prst="can">
              <a:avLst>
                <a:gd name="adj" fmla="val 52625"/>
              </a:avLst>
            </a:prstGeom>
            <a:solidFill>
              <a:sysClr val="window" lastClr="FFFFFF"/>
            </a:solidFill>
            <a:ln w="1270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5" name="Connecteur droit 24">
              <a:extLst>
                <a:ext uri="{FF2B5EF4-FFF2-40B4-BE49-F238E27FC236}">
                  <a16:creationId xmlns:a16="http://schemas.microsoft.com/office/drawing/2014/main" id="{E8CB6F7C-EC1F-C480-FC91-1942087E73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26598" y="1898864"/>
              <a:ext cx="1202587" cy="712477"/>
            </a:xfrm>
            <a:prstGeom prst="line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ED7D31"/>
              </a:solidFill>
              <a:prstDash val="solid"/>
              <a:miter lim="800000"/>
            </a:ln>
            <a:effectLst/>
          </p:spPr>
        </p:cxnSp>
        <p:sp>
          <p:nvSpPr>
            <p:cNvPr id="26" name="Cylindre 25">
              <a:extLst>
                <a:ext uri="{FF2B5EF4-FFF2-40B4-BE49-F238E27FC236}">
                  <a16:creationId xmlns:a16="http://schemas.microsoft.com/office/drawing/2014/main" id="{CF10D915-3363-EAEC-2973-23CA3CA58F15}"/>
                </a:ext>
              </a:extLst>
            </p:cNvPr>
            <p:cNvSpPr/>
            <p:nvPr/>
          </p:nvSpPr>
          <p:spPr>
            <a:xfrm>
              <a:off x="5272762" y="2171149"/>
              <a:ext cx="216000" cy="432000"/>
            </a:xfrm>
            <a:prstGeom prst="can">
              <a:avLst>
                <a:gd name="adj" fmla="val 52625"/>
              </a:avLst>
            </a:prstGeom>
            <a:solidFill>
              <a:sysClr val="window" lastClr="FFFFFF"/>
            </a:solidFill>
            <a:ln w="12700" cap="flat" cmpd="sng" algn="ctr">
              <a:solidFill>
                <a:srgbClr val="00B0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7" name="Connecteur droit 26">
              <a:extLst>
                <a:ext uri="{FF2B5EF4-FFF2-40B4-BE49-F238E27FC236}">
                  <a16:creationId xmlns:a16="http://schemas.microsoft.com/office/drawing/2014/main" id="{EF777B12-A267-C9E4-8918-CE33153224BB}"/>
                </a:ext>
              </a:extLst>
            </p:cNvPr>
            <p:cNvCxnSpPr>
              <a:cxnSpLocks/>
              <a:stCxn id="26" idx="3"/>
            </p:cNvCxnSpPr>
            <p:nvPr/>
          </p:nvCxnSpPr>
          <p:spPr>
            <a:xfrm>
              <a:off x="5380762" y="2603149"/>
              <a:ext cx="0" cy="177389"/>
            </a:xfrm>
            <a:prstGeom prst="line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FCC9771E-2C8E-8B93-D871-9A8ADBE613C6}"/>
                </a:ext>
              </a:extLst>
            </p:cNvPr>
            <p:cNvSpPr/>
            <p:nvPr/>
          </p:nvSpPr>
          <p:spPr>
            <a:xfrm>
              <a:off x="5272762" y="2139399"/>
              <a:ext cx="216000" cy="107664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9" name="Connecteur droit 28">
              <a:extLst>
                <a:ext uri="{FF2B5EF4-FFF2-40B4-BE49-F238E27FC236}">
                  <a16:creationId xmlns:a16="http://schemas.microsoft.com/office/drawing/2014/main" id="{4884ADF3-CA8F-BEA8-DCCC-1F9F2FAD94E3}"/>
                </a:ext>
              </a:extLst>
            </p:cNvPr>
            <p:cNvCxnSpPr>
              <a:cxnSpLocks/>
            </p:cNvCxnSpPr>
            <p:nvPr/>
          </p:nvCxnSpPr>
          <p:spPr>
            <a:xfrm>
              <a:off x="5380762" y="1530350"/>
              <a:ext cx="0" cy="675727"/>
            </a:xfrm>
            <a:prstGeom prst="line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cxnSp>
          <p:nvCxnSpPr>
            <p:cNvPr id="30" name="Connecteur droit 29">
              <a:extLst>
                <a:ext uri="{FF2B5EF4-FFF2-40B4-BE49-F238E27FC236}">
                  <a16:creationId xmlns:a16="http://schemas.microsoft.com/office/drawing/2014/main" id="{40B2C8AB-E07C-6CE3-E981-9E9D012306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95173" y="2407471"/>
              <a:ext cx="340884" cy="199774"/>
            </a:xfrm>
            <a:prstGeom prst="line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00B050"/>
              </a:solidFill>
              <a:prstDash val="solid"/>
              <a:miter lim="800000"/>
            </a:ln>
            <a:effectLst/>
          </p:spPr>
        </p:cxnSp>
        <p:sp>
          <p:nvSpPr>
            <p:cNvPr id="31" name="Parallélogramme 30">
              <a:extLst>
                <a:ext uri="{FF2B5EF4-FFF2-40B4-BE49-F238E27FC236}">
                  <a16:creationId xmlns:a16="http://schemas.microsoft.com/office/drawing/2014/main" id="{C18909F4-F186-7B02-7909-B83C59B85135}"/>
                </a:ext>
              </a:extLst>
            </p:cNvPr>
            <p:cNvSpPr/>
            <p:nvPr/>
          </p:nvSpPr>
          <p:spPr>
            <a:xfrm rot="12600000" flipV="1">
              <a:off x="4459588" y="2470751"/>
              <a:ext cx="965674" cy="364196"/>
            </a:xfrm>
            <a:prstGeom prst="parallelogram">
              <a:avLst>
                <a:gd name="adj" fmla="val 56449"/>
              </a:avLst>
            </a:prstGeom>
            <a:solidFill>
              <a:sysClr val="window" lastClr="FFFFFF"/>
            </a:solidFill>
            <a:ln w="12700" cap="flat" cmpd="sng" algn="ctr">
              <a:solidFill>
                <a:srgbClr val="00B0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2" name="Connecteur droit avec flèche 31">
              <a:extLst>
                <a:ext uri="{FF2B5EF4-FFF2-40B4-BE49-F238E27FC236}">
                  <a16:creationId xmlns:a16="http://schemas.microsoft.com/office/drawing/2014/main" id="{9E8F704F-ED85-1184-0D91-EC373892E2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12417" y="1872067"/>
              <a:ext cx="8040" cy="413238"/>
            </a:xfrm>
            <a:prstGeom prst="straightConnector1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00B050"/>
              </a:solidFill>
              <a:prstDash val="solid"/>
              <a:miter lim="800000"/>
              <a:tailEnd type="stealth" w="med" len="lg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ZoneTexte 32">
                  <a:extLst>
                    <a:ext uri="{FF2B5EF4-FFF2-40B4-BE49-F238E27FC236}">
                      <a16:creationId xmlns:a16="http://schemas.microsoft.com/office/drawing/2014/main" id="{724D36FF-E470-349D-18B7-4C0558A2EA45}"/>
                    </a:ext>
                  </a:extLst>
                </p:cNvPr>
                <p:cNvSpPr txBox="1"/>
                <p:nvPr/>
              </p:nvSpPr>
              <p:spPr>
                <a:xfrm>
                  <a:off x="3611171" y="2839342"/>
                  <a:ext cx="626532" cy="307777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ysClr val="window" lastClr="FFFFFF">
                      <a:lumMod val="95000"/>
                    </a:sysClr>
                  </a:solidFill>
                  <a:prstDash val="solid"/>
                  <a:miter lim="800000"/>
                </a:ln>
                <a:effectLst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kumimoji="0" lang="fr-FR" sz="14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0" lang="fr-FR" sz="14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fr-FR" sz="14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0" lang="fr-FR" sz="14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0" lang="fr-FR" sz="1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33" name="ZoneTexte 32">
                  <a:extLst>
                    <a:ext uri="{FF2B5EF4-FFF2-40B4-BE49-F238E27FC236}">
                      <a16:creationId xmlns:a16="http://schemas.microsoft.com/office/drawing/2014/main" id="{724D36FF-E470-349D-18B7-4C0558A2EA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1171" y="2839342"/>
                  <a:ext cx="626532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2700" cap="flat" cmpd="sng" algn="ctr">
                  <a:solidFill>
                    <a:sysClr val="window" lastClr="FFFFFF">
                      <a:lumMod val="95000"/>
                    </a:sysClr>
                  </a:solidFill>
                  <a:prstDash val="solid"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BB5D1569-D53F-B73C-C78F-320F3BF70B1D}"/>
                </a:ext>
              </a:extLst>
            </p:cNvPr>
            <p:cNvSpPr/>
            <p:nvPr/>
          </p:nvSpPr>
          <p:spPr>
            <a:xfrm>
              <a:off x="4709510" y="2426030"/>
              <a:ext cx="224593" cy="218355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00B05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</a:t>
              </a:r>
              <a:endParaRPr kumimoji="0" lang="fr-FR" sz="18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8375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41A98-554D-C68F-C742-5BE4D4971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956A46DC-2387-6017-9501-5FAD40EC1E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4630" y="1071921"/>
            <a:ext cx="5576419" cy="1028271"/>
          </a:xfrm>
        </p:spPr>
        <p:txBody>
          <a:bodyPr/>
          <a:lstStyle/>
          <a:p>
            <a:pPr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fr-FR" dirty="0"/>
              <a:t> Représenter l’architecture des liaisons du système</a:t>
            </a:r>
          </a:p>
          <a:p>
            <a:pPr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Ü"/>
            </a:pPr>
            <a:r>
              <a:rPr lang="fr-FR" dirty="0"/>
              <a:t> Concevoir les liaisons d’un système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2026C92-747F-8C32-EA57-9011A37CE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9</a:t>
            </a:fld>
            <a:endParaRPr lang="fr-FR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C8E82919-9211-9C74-F299-D17DDE228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882796"/>
          </a:xfrm>
        </p:spPr>
        <p:txBody>
          <a:bodyPr>
            <a:noAutofit/>
          </a:bodyPr>
          <a:lstStyle/>
          <a:p>
            <a:r>
              <a:rPr lang="fr-FR" sz="3200" dirty="0"/>
              <a:t>Modélisation cinématique</a:t>
            </a:r>
            <a:br>
              <a:rPr lang="fr-FR" sz="3200" dirty="0"/>
            </a:br>
            <a:r>
              <a:rPr lang="fr-FR" sz="3200" dirty="0"/>
              <a:t>Schéma d’architecture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E4151E9-A58F-0B7D-FAC0-A1B91BA8B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633" y="2617928"/>
            <a:ext cx="3103133" cy="213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904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7243B4-CC39-1301-52A1-2149B4212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7ABC0D-BF0D-63ED-CAC2-96EF7E88A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444DE2-7991-25FB-2364-CA7C1A2BF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1145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F938B-9A48-C326-1519-01D19CCAD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BA713942-27E7-2EAB-5571-1F58E51FB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 – Résolution cinématique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19881169-BE8E-9ABF-3B0A-2728402D9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895FA3D-57F6-6B8C-AFB8-5B0D14309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5595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3F401F-21E8-E6CB-146D-ED46B060E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Résolution géométrique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6267A91-EA78-02FB-007B-8D639F0BE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12</a:t>
            </a:fld>
            <a:endParaRPr lang="fr-FR"/>
          </a:p>
        </p:txBody>
      </p: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0726677A-4268-E21A-6601-975F2F546F0D}"/>
              </a:ext>
            </a:extLst>
          </p:cNvPr>
          <p:cNvGrpSpPr/>
          <p:nvPr/>
        </p:nvGrpSpPr>
        <p:grpSpPr>
          <a:xfrm>
            <a:off x="-105912" y="3894295"/>
            <a:ext cx="2813785" cy="2859959"/>
            <a:chOff x="4944009" y="1721608"/>
            <a:chExt cx="2813785" cy="2859959"/>
          </a:xfrm>
        </p:grpSpPr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6E8C445C-9112-F736-6C64-32F0D2A9F74F}"/>
                </a:ext>
              </a:extLst>
            </p:cNvPr>
            <p:cNvSpPr/>
            <p:nvPr/>
          </p:nvSpPr>
          <p:spPr>
            <a:xfrm>
              <a:off x="4944009" y="2277309"/>
              <a:ext cx="2304258" cy="2304258"/>
            </a:xfrm>
            <a:prstGeom prst="arc">
              <a:avLst>
                <a:gd name="adj1" fmla="val 20716967"/>
                <a:gd name="adj2" fmla="val 0"/>
              </a:avLst>
            </a:prstGeom>
            <a:ln>
              <a:solidFill>
                <a:srgbClr val="00547F"/>
              </a:solidFill>
              <a:head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34" name="Groupe 33">
              <a:extLst>
                <a:ext uri="{FF2B5EF4-FFF2-40B4-BE49-F238E27FC236}">
                  <a16:creationId xmlns:a16="http://schemas.microsoft.com/office/drawing/2014/main" id="{826318BB-49CF-6EA0-DD9B-5EB2DA951E7F}"/>
                </a:ext>
              </a:extLst>
            </p:cNvPr>
            <p:cNvGrpSpPr/>
            <p:nvPr/>
          </p:nvGrpSpPr>
          <p:grpSpPr>
            <a:xfrm>
              <a:off x="5661055" y="1721608"/>
              <a:ext cx="2096739" cy="2183846"/>
              <a:chOff x="5661055" y="1721608"/>
              <a:chExt cx="2096739" cy="2183846"/>
            </a:xfrm>
          </p:grpSpPr>
          <p:grpSp>
            <p:nvGrpSpPr>
              <p:cNvPr id="5" name="Groupe 4">
                <a:extLst>
                  <a:ext uri="{FF2B5EF4-FFF2-40B4-BE49-F238E27FC236}">
                    <a16:creationId xmlns:a16="http://schemas.microsoft.com/office/drawing/2014/main" id="{9597E4D1-4894-720A-A722-76E8E450D27C}"/>
                  </a:ext>
                </a:extLst>
              </p:cNvPr>
              <p:cNvGrpSpPr/>
              <p:nvPr/>
            </p:nvGrpSpPr>
            <p:grpSpPr>
              <a:xfrm rot="20700000">
                <a:off x="5905252" y="1827442"/>
                <a:ext cx="1440160" cy="1440160"/>
                <a:chOff x="971600" y="548680"/>
                <a:chExt cx="1440160" cy="1440160"/>
              </a:xfrm>
            </p:grpSpPr>
            <p:cxnSp>
              <p:nvCxnSpPr>
                <p:cNvPr id="6" name="Connecteur droit 5">
                  <a:extLst>
                    <a:ext uri="{FF2B5EF4-FFF2-40B4-BE49-F238E27FC236}">
                      <a16:creationId xmlns:a16="http://schemas.microsoft.com/office/drawing/2014/main" id="{6737503E-623E-4C5A-82DC-7BB6C94F60CA}"/>
                    </a:ext>
                  </a:extLst>
                </p:cNvPr>
                <p:cNvCxnSpPr/>
                <p:nvPr/>
              </p:nvCxnSpPr>
              <p:spPr>
                <a:xfrm flipV="1">
                  <a:off x="971600" y="548680"/>
                  <a:ext cx="0" cy="1440160"/>
                </a:xfrm>
                <a:prstGeom prst="line">
                  <a:avLst/>
                </a:prstGeom>
                <a:ln w="19050">
                  <a:solidFill>
                    <a:srgbClr val="00547F"/>
                  </a:solidFill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Connecteur droit 6">
                  <a:extLst>
                    <a:ext uri="{FF2B5EF4-FFF2-40B4-BE49-F238E27FC236}">
                      <a16:creationId xmlns:a16="http://schemas.microsoft.com/office/drawing/2014/main" id="{8DEA9DFD-4E55-07F3-213F-DC852F4273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691680" y="1268760"/>
                  <a:ext cx="0" cy="1440160"/>
                </a:xfrm>
                <a:prstGeom prst="line">
                  <a:avLst/>
                </a:prstGeom>
                <a:ln w="19050">
                  <a:solidFill>
                    <a:srgbClr val="00547F"/>
                  </a:solidFill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Groupe 7">
                <a:extLst>
                  <a:ext uri="{FF2B5EF4-FFF2-40B4-BE49-F238E27FC236}">
                    <a16:creationId xmlns:a16="http://schemas.microsoft.com/office/drawing/2014/main" id="{2BA31FD6-915B-06A0-EC2D-03CF80280266}"/>
                  </a:ext>
                </a:extLst>
              </p:cNvPr>
              <p:cNvGrpSpPr/>
              <p:nvPr/>
            </p:nvGrpSpPr>
            <p:grpSpPr>
              <a:xfrm>
                <a:off x="6096139" y="1989277"/>
                <a:ext cx="1440160" cy="1440160"/>
                <a:chOff x="971600" y="548680"/>
                <a:chExt cx="1440160" cy="1440160"/>
              </a:xfrm>
            </p:grpSpPr>
            <p:cxnSp>
              <p:nvCxnSpPr>
                <p:cNvPr id="9" name="Connecteur droit 8">
                  <a:extLst>
                    <a:ext uri="{FF2B5EF4-FFF2-40B4-BE49-F238E27FC236}">
                      <a16:creationId xmlns:a16="http://schemas.microsoft.com/office/drawing/2014/main" id="{ECAE08FD-B743-2CE8-7224-F281DF1E585C}"/>
                    </a:ext>
                  </a:extLst>
                </p:cNvPr>
                <p:cNvCxnSpPr/>
                <p:nvPr/>
              </p:nvCxnSpPr>
              <p:spPr>
                <a:xfrm flipV="1">
                  <a:off x="971600" y="548680"/>
                  <a:ext cx="0" cy="144016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Connecteur droit 9">
                  <a:extLst>
                    <a:ext uri="{FF2B5EF4-FFF2-40B4-BE49-F238E27FC236}">
                      <a16:creationId xmlns:a16="http://schemas.microsoft.com/office/drawing/2014/main" id="{615C3BB0-B4F4-2200-BACD-F093694D92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691680" y="1268760"/>
                  <a:ext cx="0" cy="144016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tailEnd type="stealth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Ellipse 10">
                <a:extLst>
                  <a:ext uri="{FF2B5EF4-FFF2-40B4-BE49-F238E27FC236}">
                    <a16:creationId xmlns:a16="http://schemas.microsoft.com/office/drawing/2014/main" id="{3FC6C6D0-141D-B5B0-8297-70DA9EBD6600}"/>
                  </a:ext>
                </a:extLst>
              </p:cNvPr>
              <p:cNvSpPr/>
              <p:nvPr/>
            </p:nvSpPr>
            <p:spPr>
              <a:xfrm>
                <a:off x="5998149" y="3310125"/>
                <a:ext cx="216000" cy="216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2" name="Ellipse 11">
                <a:extLst>
                  <a:ext uri="{FF2B5EF4-FFF2-40B4-BE49-F238E27FC236}">
                    <a16:creationId xmlns:a16="http://schemas.microsoft.com/office/drawing/2014/main" id="{1DBD1FC1-CEDB-3BEC-9C13-03D43B79E9C2}"/>
                  </a:ext>
                </a:extLst>
              </p:cNvPr>
              <p:cNvSpPr/>
              <p:nvPr/>
            </p:nvSpPr>
            <p:spPr>
              <a:xfrm>
                <a:off x="6070149" y="338212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ZoneTexte 13">
                    <a:extLst>
                      <a:ext uri="{FF2B5EF4-FFF2-40B4-BE49-F238E27FC236}">
                        <a16:creationId xmlns:a16="http://schemas.microsoft.com/office/drawing/2014/main" id="{142044F6-627E-A588-3BEE-94A05046CD48}"/>
                      </a:ext>
                    </a:extLst>
                  </p:cNvPr>
                  <p:cNvSpPr txBox="1"/>
                  <p:nvPr/>
                </p:nvSpPr>
                <p:spPr>
                  <a:xfrm>
                    <a:off x="7550493" y="3306325"/>
                    <a:ext cx="207301" cy="27443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fr-FR" sz="1600" dirty="0"/>
                  </a:p>
                </p:txBody>
              </p:sp>
            </mc:Choice>
            <mc:Fallback xmlns="">
              <p:sp>
                <p:nvSpPr>
                  <p:cNvPr id="14" name="ZoneTexte 13">
                    <a:extLst>
                      <a:ext uri="{FF2B5EF4-FFF2-40B4-BE49-F238E27FC236}">
                        <a16:creationId xmlns:a16="http://schemas.microsoft.com/office/drawing/2014/main" id="{142044F6-627E-A588-3BEE-94A05046CD4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50493" y="3306325"/>
                    <a:ext cx="207301" cy="27443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20588" r="-5882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ZoneTexte 14">
                    <a:extLst>
                      <a:ext uri="{FF2B5EF4-FFF2-40B4-BE49-F238E27FC236}">
                        <a16:creationId xmlns:a16="http://schemas.microsoft.com/office/drawing/2014/main" id="{C50AACF2-1C72-3DEF-1779-3BCD83C445A6}"/>
                      </a:ext>
                    </a:extLst>
                  </p:cNvPr>
                  <p:cNvSpPr txBox="1"/>
                  <p:nvPr/>
                </p:nvSpPr>
                <p:spPr>
                  <a:xfrm>
                    <a:off x="6015077" y="1721608"/>
                    <a:ext cx="208327" cy="27443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fr-FR" sz="1600" dirty="0"/>
                  </a:p>
                </p:txBody>
              </p:sp>
            </mc:Choice>
            <mc:Fallback xmlns="">
              <p:sp>
                <p:nvSpPr>
                  <p:cNvPr id="15" name="ZoneTexte 14">
                    <a:extLst>
                      <a:ext uri="{FF2B5EF4-FFF2-40B4-BE49-F238E27FC236}">
                        <a16:creationId xmlns:a16="http://schemas.microsoft.com/office/drawing/2014/main" id="{C50AACF2-1C72-3DEF-1779-3BCD83C445A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15077" y="1721608"/>
                    <a:ext cx="208327" cy="27443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1429" r="-5714" b="-28889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ZoneTexte 15">
                    <a:extLst>
                      <a:ext uri="{FF2B5EF4-FFF2-40B4-BE49-F238E27FC236}">
                        <a16:creationId xmlns:a16="http://schemas.microsoft.com/office/drawing/2014/main" id="{0FC720A2-9E99-D18B-004F-187199F2FD85}"/>
                      </a:ext>
                    </a:extLst>
                  </p:cNvPr>
                  <p:cNvSpPr txBox="1"/>
                  <p:nvPr/>
                </p:nvSpPr>
                <p:spPr>
                  <a:xfrm>
                    <a:off x="6015077" y="3622813"/>
                    <a:ext cx="255391" cy="28264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fr-FR" sz="1600" dirty="0"/>
                  </a:p>
                </p:txBody>
              </p:sp>
            </mc:Choice>
            <mc:Fallback xmlns="">
              <p:sp>
                <p:nvSpPr>
                  <p:cNvPr id="16" name="ZoneTexte 15">
                    <a:extLst>
                      <a:ext uri="{FF2B5EF4-FFF2-40B4-BE49-F238E27FC236}">
                        <a16:creationId xmlns:a16="http://schemas.microsoft.com/office/drawing/2014/main" id="{0FC720A2-9E99-D18B-004F-187199F2FD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15077" y="3622813"/>
                    <a:ext cx="255391" cy="28264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9048" r="-4762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ZoneTexte 16">
                    <a:extLst>
                      <a:ext uri="{FF2B5EF4-FFF2-40B4-BE49-F238E27FC236}">
                        <a16:creationId xmlns:a16="http://schemas.microsoft.com/office/drawing/2014/main" id="{F573D01C-276A-989C-8961-19F79A2A26C5}"/>
                      </a:ext>
                    </a:extLst>
                  </p:cNvPr>
                  <p:cNvSpPr txBox="1"/>
                  <p:nvPr/>
                </p:nvSpPr>
                <p:spPr>
                  <a:xfrm>
                    <a:off x="7270806" y="3181145"/>
                    <a:ext cx="126317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𝜃</m:t>
                          </m:r>
                        </m:oMath>
                      </m:oMathPara>
                    </a14:m>
                    <a:endParaRPr lang="fr-FR" sz="1200" dirty="0"/>
                  </a:p>
                </p:txBody>
              </p:sp>
            </mc:Choice>
            <mc:Fallback xmlns="">
              <p:sp>
                <p:nvSpPr>
                  <p:cNvPr id="17" name="ZoneTexte 16">
                    <a:extLst>
                      <a:ext uri="{FF2B5EF4-FFF2-40B4-BE49-F238E27FC236}">
                        <a16:creationId xmlns:a16="http://schemas.microsoft.com/office/drawing/2014/main" id="{F573D01C-276A-989C-8961-19F79A2A26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70806" y="3181145"/>
                    <a:ext cx="126317" cy="18466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8571" r="-23810" b="-3226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ZoneTexte 17">
                    <a:extLst>
                      <a:ext uri="{FF2B5EF4-FFF2-40B4-BE49-F238E27FC236}">
                        <a16:creationId xmlns:a16="http://schemas.microsoft.com/office/drawing/2014/main" id="{567151A2-551A-05C5-445D-B544B9165B3B}"/>
                      </a:ext>
                    </a:extLst>
                  </p:cNvPr>
                  <p:cNvSpPr txBox="1"/>
                  <p:nvPr/>
                </p:nvSpPr>
                <p:spPr>
                  <a:xfrm>
                    <a:off x="7541731" y="2898848"/>
                    <a:ext cx="202555" cy="27443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fr-FR" sz="1600" dirty="0"/>
                  </a:p>
                </p:txBody>
              </p:sp>
            </mc:Choice>
            <mc:Fallback xmlns="">
              <p:sp>
                <p:nvSpPr>
                  <p:cNvPr id="18" name="ZoneTexte 17">
                    <a:extLst>
                      <a:ext uri="{FF2B5EF4-FFF2-40B4-BE49-F238E27FC236}">
                        <a16:creationId xmlns:a16="http://schemas.microsoft.com/office/drawing/2014/main" id="{567151A2-551A-05C5-445D-B544B9165B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41731" y="2898848"/>
                    <a:ext cx="202555" cy="27443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4242" r="-6061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ZoneTexte 18">
                    <a:extLst>
                      <a:ext uri="{FF2B5EF4-FFF2-40B4-BE49-F238E27FC236}">
                        <a16:creationId xmlns:a16="http://schemas.microsoft.com/office/drawing/2014/main" id="{3F4D728A-9646-06EE-62A0-58375971ACB1}"/>
                      </a:ext>
                    </a:extLst>
                  </p:cNvPr>
                  <p:cNvSpPr txBox="1"/>
                  <p:nvPr/>
                </p:nvSpPr>
                <p:spPr>
                  <a:xfrm>
                    <a:off x="5661055" y="1721608"/>
                    <a:ext cx="203581" cy="27443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  <m:sub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fr-FR" sz="1600" dirty="0"/>
                  </a:p>
                </p:txBody>
              </p:sp>
            </mc:Choice>
            <mc:Fallback xmlns="">
              <p:sp>
                <p:nvSpPr>
                  <p:cNvPr id="19" name="ZoneTexte 18">
                    <a:extLst>
                      <a:ext uri="{FF2B5EF4-FFF2-40B4-BE49-F238E27FC236}">
                        <a16:creationId xmlns:a16="http://schemas.microsoft.com/office/drawing/2014/main" id="{3F4D728A-9646-06EE-62A0-58375971ACB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61055" y="1721608"/>
                    <a:ext cx="203581" cy="27443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32353" r="-5882" b="-28889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0CE0C827-4BB0-38A4-FB9A-7C0E2FE415B4}"/>
              </a:ext>
            </a:extLst>
          </p:cNvPr>
          <p:cNvGrpSpPr/>
          <p:nvPr/>
        </p:nvGrpSpPr>
        <p:grpSpPr>
          <a:xfrm>
            <a:off x="818492" y="1001518"/>
            <a:ext cx="2279545" cy="2263951"/>
            <a:chOff x="2270102" y="1721608"/>
            <a:chExt cx="2279545" cy="2263951"/>
          </a:xfrm>
        </p:grpSpPr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0DE24122-C031-D031-9189-16826C7198B5}"/>
                </a:ext>
              </a:extLst>
            </p:cNvPr>
            <p:cNvSpPr/>
            <p:nvPr/>
          </p:nvSpPr>
          <p:spPr>
            <a:xfrm>
              <a:off x="2302852" y="3655813"/>
              <a:ext cx="415449" cy="145926"/>
            </a:xfrm>
            <a:custGeom>
              <a:avLst/>
              <a:gdLst>
                <a:gd name="connsiteX0" fmla="*/ 0 w 400050"/>
                <a:gd name="connsiteY0" fmla="*/ 6350 h 134622"/>
                <a:gd name="connsiteX1" fmla="*/ 63500 w 400050"/>
                <a:gd name="connsiteY1" fmla="*/ 114300 h 134622"/>
                <a:gd name="connsiteX2" fmla="*/ 203200 w 400050"/>
                <a:gd name="connsiteY2" fmla="*/ 69850 h 134622"/>
                <a:gd name="connsiteX3" fmla="*/ 304800 w 400050"/>
                <a:gd name="connsiteY3" fmla="*/ 133350 h 134622"/>
                <a:gd name="connsiteX4" fmla="*/ 400050 w 400050"/>
                <a:gd name="connsiteY4" fmla="*/ 0 h 134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0050" h="134622">
                  <a:moveTo>
                    <a:pt x="0" y="6350"/>
                  </a:moveTo>
                  <a:cubicBezTo>
                    <a:pt x="14816" y="55033"/>
                    <a:pt x="29633" y="103717"/>
                    <a:pt x="63500" y="114300"/>
                  </a:cubicBezTo>
                  <a:cubicBezTo>
                    <a:pt x="97367" y="124883"/>
                    <a:pt x="162983" y="66675"/>
                    <a:pt x="203200" y="69850"/>
                  </a:cubicBezTo>
                  <a:cubicBezTo>
                    <a:pt x="243417" y="73025"/>
                    <a:pt x="271992" y="144992"/>
                    <a:pt x="304800" y="133350"/>
                  </a:cubicBezTo>
                  <a:cubicBezTo>
                    <a:pt x="337608" y="121708"/>
                    <a:pt x="368829" y="60854"/>
                    <a:pt x="400050" y="0"/>
                  </a:cubicBezTo>
                </a:path>
              </a:pathLst>
            </a:cu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52321BA6-0CFB-88D1-F3D5-B75DA2B77DFF}"/>
                </a:ext>
              </a:extLst>
            </p:cNvPr>
            <p:cNvCxnSpPr>
              <a:cxnSpLocks/>
              <a:stCxn id="43" idx="4"/>
            </p:cNvCxnSpPr>
            <p:nvPr/>
          </p:nvCxnSpPr>
          <p:spPr>
            <a:xfrm>
              <a:off x="2502283" y="3513708"/>
              <a:ext cx="0" cy="142105"/>
            </a:xfrm>
            <a:prstGeom prst="lin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5B51A1CC-26A4-3BC2-D639-08D9F78608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86259" y="3659633"/>
              <a:ext cx="4320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ZoneTexte 22">
                  <a:extLst>
                    <a:ext uri="{FF2B5EF4-FFF2-40B4-BE49-F238E27FC236}">
                      <a16:creationId xmlns:a16="http://schemas.microsoft.com/office/drawing/2014/main" id="{990B020E-E149-141F-9AE0-50EDBD37F615}"/>
                    </a:ext>
                  </a:extLst>
                </p:cNvPr>
                <p:cNvSpPr txBox="1"/>
                <p:nvPr/>
              </p:nvSpPr>
              <p:spPr>
                <a:xfrm>
                  <a:off x="2270102" y="3350831"/>
                  <a:ext cx="134524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23" name="ZoneTexte 22">
                  <a:extLst>
                    <a:ext uri="{FF2B5EF4-FFF2-40B4-BE49-F238E27FC236}">
                      <a16:creationId xmlns:a16="http://schemas.microsoft.com/office/drawing/2014/main" id="{990B020E-E149-141F-9AE0-50EDBD37F6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0102" y="3350831"/>
                  <a:ext cx="134524" cy="184666"/>
                </a:xfrm>
                <a:prstGeom prst="rect">
                  <a:avLst/>
                </a:prstGeom>
                <a:blipFill>
                  <a:blip r:embed="rId8"/>
                  <a:stretch>
                    <a:fillRect l="-27273" r="-27273"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ZoneTexte 23">
                  <a:extLst>
                    <a:ext uri="{FF2B5EF4-FFF2-40B4-BE49-F238E27FC236}">
                      <a16:creationId xmlns:a16="http://schemas.microsoft.com/office/drawing/2014/main" id="{9699DBA2-D7B6-0D2A-B87E-5F21F259A154}"/>
                    </a:ext>
                  </a:extLst>
                </p:cNvPr>
                <p:cNvSpPr txBox="1"/>
                <p:nvPr/>
              </p:nvSpPr>
              <p:spPr>
                <a:xfrm>
                  <a:off x="3851106" y="2328505"/>
                  <a:ext cx="140359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24" name="ZoneTexte 23">
                  <a:extLst>
                    <a:ext uri="{FF2B5EF4-FFF2-40B4-BE49-F238E27FC236}">
                      <a16:creationId xmlns:a16="http://schemas.microsoft.com/office/drawing/2014/main" id="{9699DBA2-D7B6-0D2A-B87E-5F21F259A1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1106" y="2328505"/>
                  <a:ext cx="140359" cy="184666"/>
                </a:xfrm>
                <a:prstGeom prst="rect">
                  <a:avLst/>
                </a:prstGeom>
                <a:blipFill>
                  <a:blip r:embed="rId9"/>
                  <a:stretch>
                    <a:fillRect l="-26087" r="-21739"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08870124-3D5A-C994-1EA3-6A9D28C3E5C9}"/>
                </a:ext>
              </a:extLst>
            </p:cNvPr>
            <p:cNvSpPr/>
            <p:nvPr/>
          </p:nvSpPr>
          <p:spPr>
            <a:xfrm>
              <a:off x="2405660" y="3805559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chemeClr val="tx1"/>
                  </a:solidFill>
                </a:rPr>
                <a:t>0</a:t>
              </a:r>
              <a:endParaRPr lang="fr-FR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402B02A3-DEF2-8480-9824-258B9D626BCC}"/>
                </a:ext>
              </a:extLst>
            </p:cNvPr>
            <p:cNvSpPr/>
            <p:nvPr/>
          </p:nvSpPr>
          <p:spPr>
            <a:xfrm>
              <a:off x="2661653" y="2786044"/>
              <a:ext cx="180000" cy="180000"/>
            </a:xfrm>
            <a:prstGeom prst="ellipse">
              <a:avLst/>
            </a:prstGeom>
            <a:noFill/>
            <a:ln w="19050">
              <a:solidFill>
                <a:srgbClr val="0054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00547F"/>
                  </a:solidFill>
                </a:rPr>
                <a:t>1</a:t>
              </a:r>
              <a:endParaRPr lang="fr-FR" sz="1400" b="1" dirty="0">
                <a:solidFill>
                  <a:srgbClr val="00547F"/>
                </a:solidFill>
              </a:endParaRPr>
            </a:p>
          </p:txBody>
        </p:sp>
        <p:grpSp>
          <p:nvGrpSpPr>
            <p:cNvPr id="27" name="Groupe 26">
              <a:extLst>
                <a:ext uri="{FF2B5EF4-FFF2-40B4-BE49-F238E27FC236}">
                  <a16:creationId xmlns:a16="http://schemas.microsoft.com/office/drawing/2014/main" id="{CE4B36B6-12AA-1046-F2F5-4EF660C54FA0}"/>
                </a:ext>
              </a:extLst>
            </p:cNvPr>
            <p:cNvGrpSpPr/>
            <p:nvPr/>
          </p:nvGrpSpPr>
          <p:grpSpPr>
            <a:xfrm>
              <a:off x="2498607" y="1989277"/>
              <a:ext cx="1440160" cy="1440160"/>
              <a:chOff x="971600" y="548680"/>
              <a:chExt cx="1440160" cy="1440160"/>
            </a:xfrm>
          </p:grpSpPr>
          <p:cxnSp>
            <p:nvCxnSpPr>
              <p:cNvPr id="28" name="Connecteur droit 27">
                <a:extLst>
                  <a:ext uri="{FF2B5EF4-FFF2-40B4-BE49-F238E27FC236}">
                    <a16:creationId xmlns:a16="http://schemas.microsoft.com/office/drawing/2014/main" id="{82137E07-72D4-253A-D9E2-2A5DC2D63911}"/>
                  </a:ext>
                </a:extLst>
              </p:cNvPr>
              <p:cNvCxnSpPr/>
              <p:nvPr/>
            </p:nvCxnSpPr>
            <p:spPr>
              <a:xfrm flipV="1">
                <a:off x="971600" y="548680"/>
                <a:ext cx="0" cy="144016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necteur droit 28">
                <a:extLst>
                  <a:ext uri="{FF2B5EF4-FFF2-40B4-BE49-F238E27FC236}">
                    <a16:creationId xmlns:a16="http://schemas.microsoft.com/office/drawing/2014/main" id="{199CD405-302B-7F44-773D-D4F4F581C5B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691680" y="1268760"/>
                <a:ext cx="0" cy="144016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stealth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ZoneTexte 29">
                  <a:extLst>
                    <a:ext uri="{FF2B5EF4-FFF2-40B4-BE49-F238E27FC236}">
                      <a16:creationId xmlns:a16="http://schemas.microsoft.com/office/drawing/2014/main" id="{619686FF-0D75-9987-E453-F6776263C614}"/>
                    </a:ext>
                  </a:extLst>
                </p:cNvPr>
                <p:cNvSpPr txBox="1"/>
                <p:nvPr/>
              </p:nvSpPr>
              <p:spPr>
                <a:xfrm>
                  <a:off x="3952961" y="3306325"/>
                  <a:ext cx="207301" cy="27443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6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600" dirty="0"/>
                </a:p>
              </p:txBody>
            </p:sp>
          </mc:Choice>
          <mc:Fallback xmlns="">
            <p:sp>
              <p:nvSpPr>
                <p:cNvPr id="30" name="ZoneTexte 29">
                  <a:extLst>
                    <a:ext uri="{FF2B5EF4-FFF2-40B4-BE49-F238E27FC236}">
                      <a16:creationId xmlns:a16="http://schemas.microsoft.com/office/drawing/2014/main" id="{619686FF-0D75-9987-E453-F6776263C6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2961" y="3306325"/>
                  <a:ext cx="207301" cy="274434"/>
                </a:xfrm>
                <a:prstGeom prst="rect">
                  <a:avLst/>
                </a:prstGeom>
                <a:blipFill>
                  <a:blip r:embed="rId10"/>
                  <a:stretch>
                    <a:fillRect l="-20588" r="-5882" b="-13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ZoneTexte 30">
                  <a:extLst>
                    <a:ext uri="{FF2B5EF4-FFF2-40B4-BE49-F238E27FC236}">
                      <a16:creationId xmlns:a16="http://schemas.microsoft.com/office/drawing/2014/main" id="{6C141949-B89C-FC56-B0ED-79CDD66888E5}"/>
                    </a:ext>
                  </a:extLst>
                </p:cNvPr>
                <p:cNvSpPr txBox="1"/>
                <p:nvPr/>
              </p:nvSpPr>
              <p:spPr>
                <a:xfrm>
                  <a:off x="2417545" y="1721608"/>
                  <a:ext cx="208327" cy="27443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6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  <m:sub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600" dirty="0"/>
                </a:p>
              </p:txBody>
            </p:sp>
          </mc:Choice>
          <mc:Fallback xmlns="">
            <p:sp>
              <p:nvSpPr>
                <p:cNvPr id="31" name="ZoneTexte 30">
                  <a:extLst>
                    <a:ext uri="{FF2B5EF4-FFF2-40B4-BE49-F238E27FC236}">
                      <a16:creationId xmlns:a16="http://schemas.microsoft.com/office/drawing/2014/main" id="{6C141949-B89C-FC56-B0ED-79CDD66888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7545" y="1721608"/>
                  <a:ext cx="208327" cy="274434"/>
                </a:xfrm>
                <a:prstGeom prst="rect">
                  <a:avLst/>
                </a:prstGeom>
                <a:blipFill>
                  <a:blip r:embed="rId11"/>
                  <a:stretch>
                    <a:fillRect l="-31429" r="-5714" b="-2888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ZoneTexte 31">
                  <a:extLst>
                    <a:ext uri="{FF2B5EF4-FFF2-40B4-BE49-F238E27FC236}">
                      <a16:creationId xmlns:a16="http://schemas.microsoft.com/office/drawing/2014/main" id="{020CFC53-95D7-D937-C9D5-038C1C1E6D5B}"/>
                    </a:ext>
                  </a:extLst>
                </p:cNvPr>
                <p:cNvSpPr txBox="1"/>
                <p:nvPr/>
              </p:nvSpPr>
              <p:spPr>
                <a:xfrm>
                  <a:off x="4293216" y="1990328"/>
                  <a:ext cx="202555" cy="27443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16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fr-F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fr-FR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fr-FR" sz="1600" dirty="0"/>
                </a:p>
              </p:txBody>
            </p:sp>
          </mc:Choice>
          <mc:Fallback xmlns="">
            <p:sp>
              <p:nvSpPr>
                <p:cNvPr id="32" name="ZoneTexte 31">
                  <a:extLst>
                    <a:ext uri="{FF2B5EF4-FFF2-40B4-BE49-F238E27FC236}">
                      <a16:creationId xmlns:a16="http://schemas.microsoft.com/office/drawing/2014/main" id="{020CFC53-95D7-D937-C9D5-038C1C1E6D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3216" y="1990328"/>
                  <a:ext cx="202555" cy="274434"/>
                </a:xfrm>
                <a:prstGeom prst="rect">
                  <a:avLst/>
                </a:prstGeom>
                <a:blipFill>
                  <a:blip r:embed="rId12"/>
                  <a:stretch>
                    <a:fillRect l="-21212" r="-6061" b="-13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7692D48F-3EBF-AE16-D396-5D54F6F09FCC}"/>
                </a:ext>
              </a:extLst>
            </p:cNvPr>
            <p:cNvSpPr/>
            <p:nvPr/>
          </p:nvSpPr>
          <p:spPr>
            <a:xfrm>
              <a:off x="3481457" y="2475864"/>
              <a:ext cx="180000" cy="180000"/>
            </a:xfrm>
            <a:prstGeom prst="ellipse">
              <a:avLst/>
            </a:prstGeom>
            <a:noFill/>
            <a:ln w="19050">
              <a:solidFill>
                <a:srgbClr val="EF726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050" b="1" dirty="0">
                  <a:solidFill>
                    <a:srgbClr val="EF7268"/>
                  </a:solidFill>
                </a:rPr>
                <a:t>2</a:t>
              </a:r>
              <a:endParaRPr lang="fr-FR" sz="1400" b="1" dirty="0">
                <a:solidFill>
                  <a:srgbClr val="EF7268"/>
                </a:solidFill>
              </a:endParaRPr>
            </a:p>
          </p:txBody>
        </p:sp>
        <p:cxnSp>
          <p:nvCxnSpPr>
            <p:cNvPr id="35" name="Connecteur droit 34">
              <a:extLst>
                <a:ext uri="{FF2B5EF4-FFF2-40B4-BE49-F238E27FC236}">
                  <a16:creationId xmlns:a16="http://schemas.microsoft.com/office/drawing/2014/main" id="{1AC0486C-4A61-6335-67B5-3071D0E4F27E}"/>
                </a:ext>
              </a:extLst>
            </p:cNvPr>
            <p:cNvCxnSpPr>
              <a:cxnSpLocks/>
            </p:cNvCxnSpPr>
            <p:nvPr/>
          </p:nvCxnSpPr>
          <p:spPr>
            <a:xfrm rot="19800000">
              <a:off x="3606293" y="2522298"/>
              <a:ext cx="943354" cy="9480"/>
            </a:xfrm>
            <a:prstGeom prst="line">
              <a:avLst/>
            </a:prstGeom>
            <a:ln w="12700">
              <a:solidFill>
                <a:srgbClr val="00547F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Groupe 35">
              <a:extLst>
                <a:ext uri="{FF2B5EF4-FFF2-40B4-BE49-F238E27FC236}">
                  <a16:creationId xmlns:a16="http://schemas.microsoft.com/office/drawing/2014/main" id="{B325EEAE-BF6E-2784-9DDC-EDF2C6E47879}"/>
                </a:ext>
              </a:extLst>
            </p:cNvPr>
            <p:cNvGrpSpPr/>
            <p:nvPr/>
          </p:nvGrpSpPr>
          <p:grpSpPr>
            <a:xfrm rot="19800000">
              <a:off x="2402519" y="3065982"/>
              <a:ext cx="847937" cy="162000"/>
              <a:chOff x="2402883" y="1240730"/>
              <a:chExt cx="847937" cy="162000"/>
            </a:xfrm>
          </p:grpSpPr>
          <p:cxnSp>
            <p:nvCxnSpPr>
              <p:cNvPr id="40" name="Connecteur droit 39">
                <a:extLst>
                  <a:ext uri="{FF2B5EF4-FFF2-40B4-BE49-F238E27FC236}">
                    <a16:creationId xmlns:a16="http://schemas.microsoft.com/office/drawing/2014/main" id="{C2A70529-A1C8-E159-DCFA-141F37C52789}"/>
                  </a:ext>
                </a:extLst>
              </p:cNvPr>
              <p:cNvCxnSpPr>
                <a:cxnSpLocks/>
                <a:endCxn id="39" idx="0"/>
              </p:cNvCxnSpPr>
              <p:nvPr/>
            </p:nvCxnSpPr>
            <p:spPr>
              <a:xfrm>
                <a:off x="3240700" y="1240732"/>
                <a:ext cx="0" cy="72000"/>
              </a:xfrm>
              <a:prstGeom prst="line">
                <a:avLst/>
              </a:prstGeom>
              <a:solidFill>
                <a:srgbClr val="00B050"/>
              </a:solidFill>
              <a:ln w="28575">
                <a:solidFill>
                  <a:srgbClr val="00547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1" name="Connecteur droit 40">
                <a:extLst>
                  <a:ext uri="{FF2B5EF4-FFF2-40B4-BE49-F238E27FC236}">
                    <a16:creationId xmlns:a16="http://schemas.microsoft.com/office/drawing/2014/main" id="{C837939C-BD88-EB09-BBFB-47958AB623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02883" y="1243214"/>
                <a:ext cx="847937" cy="0"/>
              </a:xfrm>
              <a:prstGeom prst="line">
                <a:avLst/>
              </a:prstGeom>
              <a:solidFill>
                <a:srgbClr val="00B050"/>
              </a:solidFill>
              <a:ln w="28575">
                <a:solidFill>
                  <a:srgbClr val="00547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2" name="Connecteur droit 41">
                <a:extLst>
                  <a:ext uri="{FF2B5EF4-FFF2-40B4-BE49-F238E27FC236}">
                    <a16:creationId xmlns:a16="http://schemas.microsoft.com/office/drawing/2014/main" id="{AB14990D-45E4-E739-336D-E3B0BF6F6F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02883" y="1240730"/>
                <a:ext cx="0" cy="162000"/>
              </a:xfrm>
              <a:prstGeom prst="line">
                <a:avLst/>
              </a:prstGeom>
              <a:solidFill>
                <a:srgbClr val="00B050"/>
              </a:solidFill>
              <a:ln w="28575">
                <a:solidFill>
                  <a:srgbClr val="00547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37" name="Connecteur droit 36">
              <a:extLst>
                <a:ext uri="{FF2B5EF4-FFF2-40B4-BE49-F238E27FC236}">
                  <a16:creationId xmlns:a16="http://schemas.microsoft.com/office/drawing/2014/main" id="{71836D76-A16C-3A91-699F-29042E105D93}"/>
                </a:ext>
              </a:extLst>
            </p:cNvPr>
            <p:cNvCxnSpPr>
              <a:cxnSpLocks/>
            </p:cNvCxnSpPr>
            <p:nvPr/>
          </p:nvCxnSpPr>
          <p:spPr>
            <a:xfrm rot="19800000" flipH="1">
              <a:off x="2666156" y="2973417"/>
              <a:ext cx="1258992" cy="0"/>
            </a:xfrm>
            <a:prstGeom prst="line">
              <a:avLst/>
            </a:prstGeom>
            <a:solidFill>
              <a:srgbClr val="00B050"/>
            </a:solidFill>
            <a:ln w="28575">
              <a:solidFill>
                <a:srgbClr val="EF726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0EDC5B11-36C9-F539-224E-E2B7CE4A9D15}"/>
                </a:ext>
              </a:extLst>
            </p:cNvPr>
            <p:cNvSpPr/>
            <p:nvPr/>
          </p:nvSpPr>
          <p:spPr>
            <a:xfrm rot="65633">
              <a:off x="3815825" y="2530953"/>
              <a:ext cx="180000" cy="180000"/>
            </a:xfrm>
            <a:prstGeom prst="ellipse">
              <a:avLst/>
            </a:prstGeom>
            <a:solidFill>
              <a:srgbClr val="EF7268"/>
            </a:solidFill>
            <a:ln w="28575">
              <a:solidFill>
                <a:srgbClr val="EF726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F8E3BE3-EAB3-1B0F-D716-15E52217957D}"/>
                </a:ext>
              </a:extLst>
            </p:cNvPr>
            <p:cNvSpPr/>
            <p:nvPr/>
          </p:nvSpPr>
          <p:spPr>
            <a:xfrm rot="19800000">
              <a:off x="3056268" y="2917702"/>
              <a:ext cx="360000" cy="18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54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2D792590-3E77-2B67-87C2-3DD1A4ED380E}"/>
                </a:ext>
              </a:extLst>
            </p:cNvPr>
            <p:cNvSpPr/>
            <p:nvPr/>
          </p:nvSpPr>
          <p:spPr>
            <a:xfrm>
              <a:off x="2412283" y="3333708"/>
              <a:ext cx="180000" cy="180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ZoneTexte 43">
                  <a:extLst>
                    <a:ext uri="{FF2B5EF4-FFF2-40B4-BE49-F238E27FC236}">
                      <a16:creationId xmlns:a16="http://schemas.microsoft.com/office/drawing/2014/main" id="{41B21A59-5771-7532-7B88-0A1DCBA15383}"/>
                    </a:ext>
                  </a:extLst>
                </p:cNvPr>
                <p:cNvSpPr txBox="1"/>
                <p:nvPr/>
              </p:nvSpPr>
              <p:spPr>
                <a:xfrm>
                  <a:off x="3245004" y="3171773"/>
                  <a:ext cx="133370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44" name="ZoneTexte 43">
                  <a:extLst>
                    <a:ext uri="{FF2B5EF4-FFF2-40B4-BE49-F238E27FC236}">
                      <a16:creationId xmlns:a16="http://schemas.microsoft.com/office/drawing/2014/main" id="{41B21A59-5771-7532-7B88-0A1DCBA153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5004" y="3171773"/>
                  <a:ext cx="133370" cy="184666"/>
                </a:xfrm>
                <a:prstGeom prst="rect">
                  <a:avLst/>
                </a:prstGeom>
                <a:blipFill>
                  <a:blip r:embed="rId13"/>
                  <a:stretch>
                    <a:fillRect l="-27273" r="-22727"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Espace réservé du contenu 2">
                <a:extLst>
                  <a:ext uri="{FF2B5EF4-FFF2-40B4-BE49-F238E27FC236}">
                    <a16:creationId xmlns:a16="http://schemas.microsoft.com/office/drawing/2014/main" id="{196E6F2F-8374-FDDD-BEE3-E17D6F3406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7055" y="981887"/>
                <a:ext cx="8137149" cy="5253339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fr-FR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𝜆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𝜆</m:t>
                    </m:r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𝜆</m:t>
                    </m:r>
                    <m:func>
                      <m:func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endParaRPr lang="fr-FR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fr-FR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acc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𝑥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𝑦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endParaRPr lang="fr-FR" dirty="0"/>
              </a:p>
              <a:p>
                <a:pPr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func>
                              <m:func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eqArr>
                      </m:e>
                    </m:d>
                  </m:oMath>
                </a14:m>
                <a:r>
                  <a:rPr lang="fr-FR" dirty="0"/>
                  <a:t> 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p>
                              <m:sSup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arctan</m:t>
                                </m:r>
                                <m:r>
                                  <a:rPr lang="fr-FR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func>
                          </m:e>
                        </m:eqArr>
                      </m:e>
                    </m:d>
                  </m:oMath>
                </a14:m>
                <a:r>
                  <a:rPr lang="fr-FR" dirty="0"/>
                  <a:t> 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ad>
                              <m:radPr>
                                <m:degHide m:val="on"/>
                                <m:ctrlPr>
                                  <a:rPr lang="fr-FR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e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unc>
                              <m:func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>
                                    <a:latin typeface="Cambria Math" panose="02040503050406030204" pitchFamily="18" charset="0"/>
                                  </a:rPr>
                                  <m:t>arctan</m:t>
                                </m:r>
                                <m:r>
                                  <a:rPr lang="fr-FR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func>
                          </m:e>
                        </m:eqArr>
                      </m:e>
                    </m:d>
                  </m:oMath>
                </a14:m>
                <a:endParaRPr lang="fr-FR" dirty="0"/>
              </a:p>
              <a:p>
                <a:pPr>
                  <a:buFont typeface="Wingdings" panose="05000000000000000000" pitchFamily="2" charset="2"/>
                  <a:buChar char="q"/>
                </a:pPr>
                <a:endParaRPr lang="fr-FR" dirty="0"/>
              </a:p>
              <a:p>
                <a:pPr>
                  <a:buFont typeface="Wingdings" panose="05000000000000000000" pitchFamily="2" charset="2"/>
                  <a:buChar char="q"/>
                </a:pPr>
                <a:endParaRPr lang="fr-FR" dirty="0"/>
              </a:p>
            </p:txBody>
          </p:sp>
        </mc:Choice>
        <mc:Fallback xmlns="">
          <p:sp>
            <p:nvSpPr>
              <p:cNvPr id="46" name="Espace réservé du contenu 2">
                <a:extLst>
                  <a:ext uri="{FF2B5EF4-FFF2-40B4-BE49-F238E27FC236}">
                    <a16:creationId xmlns:a16="http://schemas.microsoft.com/office/drawing/2014/main" id="{196E6F2F-8374-FDDD-BEE3-E17D6F3406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7055" y="981887"/>
                <a:ext cx="8137149" cy="5253339"/>
              </a:xfrm>
              <a:blipFill>
                <a:blip r:embed="rId14"/>
                <a:stretch>
                  <a:fillRect l="-1798" t="-34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0819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DD5E19-9C47-2694-ACD0-C124B4A4A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Straégies </a:t>
            </a:r>
            <a:r>
              <a:rPr lang="fr-FR" dirty="0"/>
              <a:t>de ralliement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02B773-FC64-63D8-EA25-017BD6AF6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F7803AC-1C70-F543-4A83-BB6F45B66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74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3247A7-194E-F489-760B-DEC2CE9CA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Straté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12F2BC-B4F7-B536-E8A0-DAA1EFBE8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8F89971-F635-D7FA-C8F8-3DDFFF545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5206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812A0-EDA7-CB3B-F25B-EEC598F0C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2FE0A3-AD98-6FA1-C7CA-8DC1378AE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Modèle de comportement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A353C8-364F-839A-5F00-FD5A855A3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Premier ordre intégré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FF554B1-9283-9DE0-940A-59473651F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6964627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385</Words>
  <Application>Microsoft Office PowerPoint</Application>
  <PresentationFormat>Grand écran</PresentationFormat>
  <Paragraphs>123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Arial Nova</vt:lpstr>
      <vt:lpstr>Calibri</vt:lpstr>
      <vt:lpstr>Calibri Light</vt:lpstr>
      <vt:lpstr>Cambria Math</vt:lpstr>
      <vt:lpstr>Wingdings</vt:lpstr>
      <vt:lpstr>Rétrospective</vt:lpstr>
      <vt:lpstr>Présentation PowerPoint</vt:lpstr>
      <vt:lpstr>Mise en service du Bras Beta</vt:lpstr>
      <vt:lpstr>Présentation PowerPoint</vt:lpstr>
      <vt:lpstr>Chaine Fonctionnelle</vt:lpstr>
      <vt:lpstr>Bras Beta – Axe de Rotation</vt:lpstr>
      <vt:lpstr>Bras Beta – Axe de translation</vt:lpstr>
      <vt:lpstr>3 – Chaînes de solides</vt:lpstr>
      <vt:lpstr>Modélisation cinématique Schéma d’architecture</vt:lpstr>
      <vt:lpstr>Modélisation cinématique Schéma d’architecture</vt:lpstr>
      <vt:lpstr>Présentation PowerPoint</vt:lpstr>
      <vt:lpstr>4 – Résolution cinématique</vt:lpstr>
      <vt:lpstr>Résolution géométrique</vt:lpstr>
      <vt:lpstr>Straégies de ralliement</vt:lpstr>
      <vt:lpstr>Straté</vt:lpstr>
      <vt:lpstr>Modèle de comportement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Xavier Pessoles</dc:creator>
  <cp:lastModifiedBy>Xavier Pessoles</cp:lastModifiedBy>
  <cp:revision>41</cp:revision>
  <cp:lastPrinted>2024-06-03T12:45:18Z</cp:lastPrinted>
  <dcterms:created xsi:type="dcterms:W3CDTF">2023-03-22T10:05:05Z</dcterms:created>
  <dcterms:modified xsi:type="dcterms:W3CDTF">2026-04-20T12:33:32Z</dcterms:modified>
</cp:coreProperties>
</file>