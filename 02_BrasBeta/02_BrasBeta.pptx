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4" r:id="rId11"/>
    <p:sldId id="265" r:id="rId12"/>
    <p:sldId id="263" r:id="rId13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EF7268"/>
    <a:srgbClr val="C3AED1"/>
    <a:srgbClr val="68348B"/>
    <a:srgbClr val="DFE3EB"/>
    <a:srgbClr val="00517A"/>
    <a:srgbClr val="08A559"/>
    <a:srgbClr val="0C7391"/>
    <a:srgbClr val="ABCFD9"/>
    <a:srgbClr val="FDAD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228" y="-4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44" d="100"/>
          <a:sy n="44" d="100"/>
        </p:scale>
        <p:origin x="2844" y="52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D157349C-AD05-44FA-B790-D9BBD62C4832}" type="datetimeFigureOut">
              <a:rPr lang="fr-FR" smtClean="0"/>
              <a:t>28/09/2025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DC410A-5569-41DF-9D2C-17B0B0BE16B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6495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538C2-C309-4752-87A7-D2071D6CAC7F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52A31-E2A5-4F8A-BDFE-A9BA369B67E9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7E18-E4F4-4E6D-951C-B01FC69E66C0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4B9C8-F394-498B-8C66-049FACC1ED86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50896-C41B-455D-9FAE-80943DD0CAEF}" type="datetime1">
              <a:rPr lang="fr-FR" smtClean="0"/>
              <a:t>28/09/2025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2B735-22CE-433C-8BA6-DF0B28588E1F}" type="datetime1">
              <a:rPr lang="fr-FR" smtClean="0"/>
              <a:t>28/09/2025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75E59-9936-4413-84C5-14169665FDED}" type="datetime1">
              <a:rPr lang="fr-FR" smtClean="0"/>
              <a:t>28/09/2025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662320-E9E6-45B0-8B93-5727AA5FFC46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45382-D50F-43E8-AFFD-788FD552C87C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6C4FD-C1E6-452C-A858-BFBBC7496631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75A8D-5F26-4754-844B-E2D9F6FC4950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F030BD8-D1C7-406A-AB04-4944ABBF0A3E}" type="datetime1">
              <a:rPr lang="fr-FR" smtClean="0"/>
              <a:t>28/09/2025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4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3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5" Type="http://schemas.openxmlformats.org/officeDocument/2006/relationships/image" Target="../media/image10.png"/><Relationship Id="rId10" Type="http://schemas.openxmlformats.org/officeDocument/2006/relationships/image" Target="../media/image11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5.png"/><Relationship Id="rId22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30.png"/><Relationship Id="rId3" Type="http://schemas.openxmlformats.org/officeDocument/2006/relationships/image" Target="../media/image200.png"/><Relationship Id="rId7" Type="http://schemas.openxmlformats.org/officeDocument/2006/relationships/image" Target="../media/image240.png"/><Relationship Id="rId12" Type="http://schemas.openxmlformats.org/officeDocument/2006/relationships/image" Target="../media/image29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11" Type="http://schemas.openxmlformats.org/officeDocument/2006/relationships/image" Target="../media/image28.png"/><Relationship Id="rId5" Type="http://schemas.openxmlformats.org/officeDocument/2006/relationships/image" Target="../media/image220.png"/><Relationship Id="rId10" Type="http://schemas.openxmlformats.org/officeDocument/2006/relationships/image" Target="../media/image270.png"/><Relationship Id="rId4" Type="http://schemas.openxmlformats.org/officeDocument/2006/relationships/image" Target="../media/image210.png"/><Relationship Id="rId9" Type="http://schemas.openxmlformats.org/officeDocument/2006/relationships/image" Target="../media/image2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AD487F-5630-A128-BAA8-C7F41B3E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5FA21B9-9075-2524-1E7A-B20E057E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Mise en service du Bras Beta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CC6B59B-7D8B-1DCD-EA85-6E425D334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C9AC9D76-CD14-C493-A90F-536A5563C02E}"/>
              </a:ext>
            </a:extLst>
          </p:cNvPr>
          <p:cNvSpPr txBox="1">
            <a:spLocks/>
          </p:cNvSpPr>
          <p:nvPr/>
        </p:nvSpPr>
        <p:spPr>
          <a:xfrm>
            <a:off x="117795" y="3429000"/>
            <a:ext cx="11956410" cy="142880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fr-FR" b="1" i="1" dirty="0">
              <a:solidFill>
                <a:srgbClr val="C00000"/>
              </a:solidFill>
            </a:endParaRP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9EA021-734E-090A-09C6-0E773461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3837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83C114-EC0F-3E7B-237A-16F6CA0EF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7AFFE-4546-7FB4-BD2F-5CD689675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1BBD0F-017D-7C10-DDB2-9138DD065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79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02EA533-21C1-4BA8-ACE8-F2ADC51FA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DA67740-1580-2586-226D-D46BF07E8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4D64C-03AF-9358-4AB2-F73FA7608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514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Bras Beta – Axe de Rotation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5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Détecteur à contact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C7391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8A559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xx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</a:t>
            </a:r>
          </a:p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(Variateur)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741D88A-AC67-EEAF-67D1-02578FD98C8E}"/>
              </a:ext>
            </a:extLst>
          </p:cNvPr>
          <p:cNvSpPr/>
          <p:nvPr/>
        </p:nvSpPr>
        <p:spPr>
          <a:xfrm>
            <a:off x="7542872" y="34406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8A4E40-D360-EF0F-69D4-37438F82647F}"/>
              </a:ext>
            </a:extLst>
          </p:cNvPr>
          <p:cNvSpPr/>
          <p:nvPr/>
        </p:nvSpPr>
        <p:spPr>
          <a:xfrm>
            <a:off x="7549319" y="4097487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04511" y="1903819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4FEA3EBC-91ED-BDE9-6607-868717EB421F}"/>
              </a:ext>
            </a:extLst>
          </p:cNvPr>
          <p:cNvGrpSpPr/>
          <p:nvPr/>
        </p:nvGrpSpPr>
        <p:grpSpPr>
          <a:xfrm>
            <a:off x="8045703" y="3852099"/>
            <a:ext cx="360000" cy="360000"/>
            <a:chOff x="5447928" y="2816932"/>
            <a:chExt cx="1800000" cy="1800000"/>
          </a:xfrm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39C7740-E0F1-0D34-A959-EEBB5084D37B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EC612269-D972-EB21-CF55-B36842D064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83B838B7-398B-2611-4080-AD165E2C8C72}"/>
              </a:ext>
            </a:extLst>
          </p:cNvPr>
          <p:cNvGrpSpPr/>
          <p:nvPr/>
        </p:nvGrpSpPr>
        <p:grpSpPr>
          <a:xfrm>
            <a:off x="6829319" y="3313520"/>
            <a:ext cx="720000" cy="390785"/>
            <a:chOff x="6829319" y="3313520"/>
            <a:chExt cx="720000" cy="390785"/>
          </a:xfrm>
        </p:grpSpPr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D8550244-CF3E-46CD-9FB3-D08544E1F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B3E9E472-684E-6072-F347-B28F08A29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</p:grpSp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stCxn id="11" idx="3"/>
            <a:endCxn id="64" idx="3"/>
          </p:cNvCxnSpPr>
          <p:nvPr/>
        </p:nvCxnSpPr>
        <p:spPr>
          <a:xfrm flipH="1">
            <a:off x="6795600" y="17088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5389319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5" y="30552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108" y="2837764"/>
            <a:ext cx="180000" cy="180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152" y="3113393"/>
            <a:ext cx="180000" cy="180000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1AEE2739-FA72-6125-0769-C608C7018360}"/>
              </a:ext>
            </a:extLst>
          </p:cNvPr>
          <p:cNvGrpSpPr/>
          <p:nvPr/>
        </p:nvGrpSpPr>
        <p:grpSpPr>
          <a:xfrm>
            <a:off x="3770117" y="1925231"/>
            <a:ext cx="360000" cy="360000"/>
            <a:chOff x="6138169" y="4069439"/>
            <a:chExt cx="1800000" cy="180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DAE465F2-29FD-C750-3881-C65C18B6B9B8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685B92F1-168B-E462-1257-69B9BAF77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27BECE89-F3F2-3F30-E571-F3E0848510AD}"/>
              </a:ext>
            </a:extLst>
          </p:cNvPr>
          <p:cNvCxnSpPr/>
          <p:nvPr/>
        </p:nvCxnSpPr>
        <p:spPr>
          <a:xfrm flipV="1">
            <a:off x="6829319" y="16307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8AD0427E-2818-D095-D897-37D9F82A7948}"/>
              </a:ext>
            </a:extLst>
          </p:cNvPr>
          <p:cNvGrpSpPr/>
          <p:nvPr/>
        </p:nvGrpSpPr>
        <p:grpSpPr>
          <a:xfrm>
            <a:off x="7540883" y="1345899"/>
            <a:ext cx="540000" cy="540000"/>
            <a:chOff x="7851244" y="635246"/>
            <a:chExt cx="1800000" cy="1800000"/>
          </a:xfrm>
        </p:grpSpPr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9AC082BF-BAFE-70DB-4372-ED574E1FDAB0}"/>
                </a:ext>
              </a:extLst>
            </p:cNvPr>
            <p:cNvSpPr/>
            <p:nvPr/>
          </p:nvSpPr>
          <p:spPr>
            <a:xfrm>
              <a:off x="7851244" y="635246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8FC6610-C87F-EA08-508F-7863302FF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074192" y="879141"/>
              <a:ext cx="1337198" cy="1264070"/>
            </a:xfrm>
            <a:prstGeom prst="rect">
              <a:avLst/>
            </a:prstGeom>
          </p:spPr>
        </p:pic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3E4B48FD-C1A2-D52B-9C81-395D373CD073}"/>
              </a:ext>
            </a:extLst>
          </p:cNvPr>
          <p:cNvGrpSpPr/>
          <p:nvPr/>
        </p:nvGrpSpPr>
        <p:grpSpPr>
          <a:xfrm>
            <a:off x="10701656" y="2796091"/>
            <a:ext cx="2796955" cy="2473181"/>
            <a:chOff x="8611878" y="2802701"/>
            <a:chExt cx="2796955" cy="2473181"/>
          </a:xfrm>
        </p:grpSpPr>
        <p:sp>
          <p:nvSpPr>
            <p:cNvPr id="73" name="Rectangle : coins arrondis 72">
              <a:extLst>
                <a:ext uri="{FF2B5EF4-FFF2-40B4-BE49-F238E27FC236}">
                  <a16:creationId xmlns:a16="http://schemas.microsoft.com/office/drawing/2014/main" id="{9855835A-A07D-9F88-33DC-F41928D86114}"/>
                </a:ext>
              </a:extLst>
            </p:cNvPr>
            <p:cNvSpPr/>
            <p:nvPr/>
          </p:nvSpPr>
          <p:spPr>
            <a:xfrm>
              <a:off x="963498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Axe de rotation R</a:t>
              </a:r>
            </a:p>
          </p:txBody>
        </p: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68CD29C3-A317-7C58-A7A7-665AAE50E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Image 74">
              <a:extLst>
                <a:ext uri="{FF2B5EF4-FFF2-40B4-BE49-F238E27FC236}">
                  <a16:creationId xmlns:a16="http://schemas.microsoft.com/office/drawing/2014/main" id="{98FCC971-55C0-A51F-BCE7-08096E5E6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75409" y="3313520"/>
              <a:ext cx="360000" cy="360000"/>
            </a:xfrm>
            <a:prstGeom prst="rect">
              <a:avLst/>
            </a:prstGeom>
          </p:spPr>
        </p:pic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8DE34A1-309E-3092-6C78-2EC2C4982571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33" name="Flèche : virage 32">
                <a:extLst>
                  <a:ext uri="{FF2B5EF4-FFF2-40B4-BE49-F238E27FC236}">
                    <a16:creationId xmlns:a16="http://schemas.microsoft.com/office/drawing/2014/main" id="{04988C8D-4296-036F-48CD-BEABA954B0A6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0EAB7195-7F12-55FF-728F-9973D74F9553}"/>
                  </a:ext>
                </a:extLst>
              </p:cNvPr>
              <p:cNvSpPr txBox="1"/>
              <p:nvPr/>
            </p:nvSpPr>
            <p:spPr>
              <a:xfrm rot="16200000">
                <a:off x="8798745" y="3278541"/>
                <a:ext cx="191804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en rotation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E35B4FFB-30FA-9F2D-8AAF-612988931FF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43" name="Flèche : virage 42">
                <a:extLst>
                  <a:ext uri="{FF2B5EF4-FFF2-40B4-BE49-F238E27FC236}">
                    <a16:creationId xmlns:a16="http://schemas.microsoft.com/office/drawing/2014/main" id="{0138F1DD-36B1-33FD-3B41-493A2B0091E5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467AC060-C68E-2A43-8F56-FAB28245CB61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à l’arrêt</a:t>
                </a:r>
              </a:p>
            </p:txBody>
          </p:sp>
        </p:grpSp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4A63B512-500C-D3F9-3D5E-72074BBB7EBC}"/>
              </a:ext>
            </a:extLst>
          </p:cNvPr>
          <p:cNvGrpSpPr/>
          <p:nvPr/>
        </p:nvGrpSpPr>
        <p:grpSpPr>
          <a:xfrm>
            <a:off x="1900107" y="1908524"/>
            <a:ext cx="360000" cy="360000"/>
            <a:chOff x="9715662" y="4629628"/>
            <a:chExt cx="1800000" cy="1800000"/>
          </a:xfrm>
        </p:grpSpPr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910F43DD-E82E-AB07-D0CA-7C80FA80BCDF}"/>
                </a:ext>
              </a:extLst>
            </p:cNvPr>
            <p:cNvSpPr/>
            <p:nvPr/>
          </p:nvSpPr>
          <p:spPr>
            <a:xfrm>
              <a:off x="9715662" y="46296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9E521C9A-A78C-1734-9575-1C6FDF0EFA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67662" y="4881628"/>
              <a:ext cx="1296000" cy="1296000"/>
            </a:xfrm>
            <a:prstGeom prst="rect">
              <a:avLst/>
            </a:prstGeom>
          </p:spPr>
        </p:pic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2C238199-1F4A-5BE7-5261-C1004A830C71}"/>
              </a:ext>
            </a:extLst>
          </p:cNvPr>
          <p:cNvGrpSpPr/>
          <p:nvPr/>
        </p:nvGrpSpPr>
        <p:grpSpPr>
          <a:xfrm>
            <a:off x="6452459" y="1931852"/>
            <a:ext cx="360000" cy="360000"/>
            <a:chOff x="10405167" y="4101988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3CFD45D-1B44-5AAB-5ED4-B2F275782F01}"/>
                </a:ext>
              </a:extLst>
            </p:cNvPr>
            <p:cNvSpPr/>
            <p:nvPr/>
          </p:nvSpPr>
          <p:spPr>
            <a:xfrm>
              <a:off x="10405167" y="4101988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8" name="Image 67">
              <a:extLst>
                <a:ext uri="{FF2B5EF4-FFF2-40B4-BE49-F238E27FC236}">
                  <a16:creationId xmlns:a16="http://schemas.microsoft.com/office/drawing/2014/main" id="{33915D74-87CA-5B76-0A74-83E3DCEE8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56414" y="4137988"/>
              <a:ext cx="1728000" cy="1728000"/>
            </a:xfrm>
            <a:prstGeom prst="rect">
              <a:avLst/>
            </a:prstGeom>
          </p:spPr>
        </p:pic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0F2F4DC1-8EA1-C967-ACDB-8B8835C2A512}"/>
              </a:ext>
            </a:extLst>
          </p:cNvPr>
          <p:cNvGrpSpPr/>
          <p:nvPr/>
        </p:nvGrpSpPr>
        <p:grpSpPr>
          <a:xfrm>
            <a:off x="330445" y="1559561"/>
            <a:ext cx="693018" cy="242466"/>
            <a:chOff x="330445" y="1559561"/>
            <a:chExt cx="693018" cy="242466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DB3286D5-A2B1-83BE-5455-C933528D079C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91" name="Flèche : droite rayée 90">
                <a:extLst>
                  <a:ext uri="{FF2B5EF4-FFF2-40B4-BE49-F238E27FC236}">
                    <a16:creationId xmlns:a16="http://schemas.microsoft.com/office/drawing/2014/main" id="{2486FA3B-8B79-D8EC-A5E3-5E47AEE5472D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2" name="Image 91">
                <a:extLst>
                  <a:ext uri="{FF2B5EF4-FFF2-40B4-BE49-F238E27FC236}">
                    <a16:creationId xmlns:a16="http://schemas.microsoft.com/office/drawing/2014/main" id="{773D5493-FD01-EEBA-AC76-DBB4738A4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A4C883D4-4DD0-AC02-5F88-CBCFC87C9ACA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89" name="Ellipse 88">
                <a:extLst>
                  <a:ext uri="{FF2B5EF4-FFF2-40B4-BE49-F238E27FC236}">
                    <a16:creationId xmlns:a16="http://schemas.microsoft.com/office/drawing/2014/main" id="{14E26ADD-F5E6-F833-D440-F617AD54F8E9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0" name="Image 89">
                <a:extLst>
                  <a:ext uri="{FF2B5EF4-FFF2-40B4-BE49-F238E27FC236}">
                    <a16:creationId xmlns:a16="http://schemas.microsoft.com/office/drawing/2014/main" id="{525AF2E3-A58C-0386-77FC-E50756903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grpSp>
        <p:nvGrpSpPr>
          <p:cNvPr id="93" name="Groupe 92">
            <a:extLst>
              <a:ext uri="{FF2B5EF4-FFF2-40B4-BE49-F238E27FC236}">
                <a16:creationId xmlns:a16="http://schemas.microsoft.com/office/drawing/2014/main" id="{DA8B86FD-19B1-17E6-2D01-09B360CE8A43}"/>
              </a:ext>
            </a:extLst>
          </p:cNvPr>
          <p:cNvGrpSpPr/>
          <p:nvPr/>
        </p:nvGrpSpPr>
        <p:grpSpPr>
          <a:xfrm rot="5400000">
            <a:off x="6672596" y="4288045"/>
            <a:ext cx="693018" cy="242466"/>
            <a:chOff x="330445" y="1559561"/>
            <a:chExt cx="693018" cy="242466"/>
          </a:xfrm>
        </p:grpSpPr>
        <p:grpSp>
          <p:nvGrpSpPr>
            <p:cNvPr id="94" name="Groupe 93">
              <a:extLst>
                <a:ext uri="{FF2B5EF4-FFF2-40B4-BE49-F238E27FC236}">
                  <a16:creationId xmlns:a16="http://schemas.microsoft.com/office/drawing/2014/main" id="{6DB94E70-DEFE-4956-D31B-55A2AAC9AC3E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98" name="Flèche : droite rayée 97">
                <a:extLst>
                  <a:ext uri="{FF2B5EF4-FFF2-40B4-BE49-F238E27FC236}">
                    <a16:creationId xmlns:a16="http://schemas.microsoft.com/office/drawing/2014/main" id="{C054B956-D175-E452-CA57-F76F744B3F09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9" name="Image 98">
                <a:extLst>
                  <a:ext uri="{FF2B5EF4-FFF2-40B4-BE49-F238E27FC236}">
                    <a16:creationId xmlns:a16="http://schemas.microsoft.com/office/drawing/2014/main" id="{1688CE3A-82CA-A850-3799-C5F2E18843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95" name="Groupe 94">
              <a:extLst>
                <a:ext uri="{FF2B5EF4-FFF2-40B4-BE49-F238E27FC236}">
                  <a16:creationId xmlns:a16="http://schemas.microsoft.com/office/drawing/2014/main" id="{3B5F8AF9-D564-6EF3-347C-EE32140B023D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7AE15749-E153-5691-11E2-4ED37C07FE7C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7" name="Image 96">
                <a:extLst>
                  <a:ext uri="{FF2B5EF4-FFF2-40B4-BE49-F238E27FC236}">
                    <a16:creationId xmlns:a16="http://schemas.microsoft.com/office/drawing/2014/main" id="{77F36AA5-6124-5829-9BB2-CEC8C11D53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pic>
        <p:nvPicPr>
          <p:cNvPr id="100" name="Image 99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cxnSp>
        <p:nvCxnSpPr>
          <p:cNvPr id="101" name="Connecteur droit avec flèche 100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ZoneTexte 101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0C65B910-FFC2-D794-C0ED-7D721CD38266}"/>
              </a:ext>
            </a:extLst>
          </p:cNvPr>
          <p:cNvGrpSpPr/>
          <p:nvPr/>
        </p:nvGrpSpPr>
        <p:grpSpPr>
          <a:xfrm>
            <a:off x="8902087" y="3314738"/>
            <a:ext cx="720000" cy="390785"/>
            <a:chOff x="6829319" y="3313520"/>
            <a:chExt cx="720000" cy="390785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F2435DC9-B0B7-5D42-DCE5-71941C55D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2FAD26AF-421B-A596-414B-8A78F9C1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</p:grp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DB6BED63-91F0-94DA-E4D4-6765E3D89153}"/>
              </a:ext>
            </a:extLst>
          </p:cNvPr>
          <p:cNvSpPr/>
          <p:nvPr/>
        </p:nvSpPr>
        <p:spPr>
          <a:xfrm>
            <a:off x="9642632" y="3432462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AECD5BB3-89D7-F595-566D-D008CEEA72B4}"/>
              </a:ext>
            </a:extLst>
          </p:cNvPr>
          <p:cNvSpPr/>
          <p:nvPr/>
        </p:nvSpPr>
        <p:spPr>
          <a:xfrm>
            <a:off x="9649079" y="4089310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Train simple</a:t>
            </a:r>
          </a:p>
        </p:txBody>
      </p: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76AEE563-92CF-15CE-84F3-190AFD876279}"/>
              </a:ext>
            </a:extLst>
          </p:cNvPr>
          <p:cNvGrpSpPr/>
          <p:nvPr/>
        </p:nvGrpSpPr>
        <p:grpSpPr>
          <a:xfrm>
            <a:off x="10145463" y="3843922"/>
            <a:ext cx="360000" cy="360000"/>
            <a:chOff x="5447928" y="2816932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B5FC6D02-9B4B-918A-A30C-71A43688D17D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5AF73DC4-705E-2799-9B24-3B20B4FD34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cxnSp>
        <p:nvCxnSpPr>
          <p:cNvPr id="81" name="Connecteur : en angle 80">
            <a:extLst>
              <a:ext uri="{FF2B5EF4-FFF2-40B4-BE49-F238E27FC236}">
                <a16:creationId xmlns:a16="http://schemas.microsoft.com/office/drawing/2014/main" id="{16494DF2-3AF1-3CC9-E539-2AF9242A44FE}"/>
              </a:ext>
            </a:extLst>
          </p:cNvPr>
          <p:cNvCxnSpPr>
            <a:cxnSpLocks/>
            <a:stCxn id="59" idx="2"/>
          </p:cNvCxnSpPr>
          <p:nvPr/>
        </p:nvCxnSpPr>
        <p:spPr>
          <a:xfrm rot="5400000" flipH="1">
            <a:off x="3224368" y="-275219"/>
            <a:ext cx="1804943" cy="6092537"/>
          </a:xfrm>
          <a:prstGeom prst="bentConnector4">
            <a:avLst>
              <a:gd name="adj1" fmla="val -86757"/>
              <a:gd name="adj2" fmla="val 114325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62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Bras Beta – Axe de translation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6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Détecteur à contact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C7391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8A559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xx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</a:t>
            </a:r>
          </a:p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(Variateur)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44948" y="1209330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D8550244-CF3E-46CD-9FB3-D08544E1F6C9}"/>
              </a:ext>
            </a:extLst>
          </p:cNvPr>
          <p:cNvCxnSpPr>
            <a:cxnSpLocks/>
          </p:cNvCxnSpPr>
          <p:nvPr/>
        </p:nvCxnSpPr>
        <p:spPr>
          <a:xfrm flipV="1">
            <a:off x="6829319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Image 58">
            <a:extLst>
              <a:ext uri="{FF2B5EF4-FFF2-40B4-BE49-F238E27FC236}">
                <a16:creationId xmlns:a16="http://schemas.microsoft.com/office/drawing/2014/main" id="{B3E9E472-684E-6072-F347-B28F08A29E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3108" y="3313520"/>
            <a:ext cx="360000" cy="360000"/>
          </a:xfrm>
          <a:prstGeom prst="rect">
            <a:avLst/>
          </a:prstGeom>
        </p:spPr>
      </p:pic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endCxn id="64" idx="0"/>
          </p:cNvCxnSpPr>
          <p:nvPr/>
        </p:nvCxnSpPr>
        <p:spPr>
          <a:xfrm rot="16200000" flipH="1">
            <a:off x="4346335" y="2144980"/>
            <a:ext cx="1067620" cy="421656"/>
          </a:xfrm>
          <a:prstGeom prst="bentConnector3">
            <a:avLst>
              <a:gd name="adj1" fmla="val 3097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4387832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4" y="3055297"/>
            <a:ext cx="448938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108" y="2837764"/>
            <a:ext cx="180000" cy="180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152" y="3113393"/>
            <a:ext cx="180000" cy="180000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1AEE2739-FA72-6125-0769-C608C7018360}"/>
              </a:ext>
            </a:extLst>
          </p:cNvPr>
          <p:cNvGrpSpPr/>
          <p:nvPr/>
        </p:nvGrpSpPr>
        <p:grpSpPr>
          <a:xfrm>
            <a:off x="3770117" y="1925231"/>
            <a:ext cx="360000" cy="360000"/>
            <a:chOff x="6138169" y="4069439"/>
            <a:chExt cx="1800000" cy="180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DAE465F2-29FD-C750-3881-C65C18B6B9B8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685B92F1-168B-E462-1257-69B9BAF77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27BECE89-F3F2-3F30-E571-F3E0848510AD}"/>
              </a:ext>
            </a:extLst>
          </p:cNvPr>
          <p:cNvCxnSpPr/>
          <p:nvPr/>
        </p:nvCxnSpPr>
        <p:spPr>
          <a:xfrm flipV="1">
            <a:off x="6829319" y="16307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8AD0427E-2818-D095-D897-37D9F82A7948}"/>
              </a:ext>
            </a:extLst>
          </p:cNvPr>
          <p:cNvGrpSpPr/>
          <p:nvPr/>
        </p:nvGrpSpPr>
        <p:grpSpPr>
          <a:xfrm>
            <a:off x="7540883" y="1345899"/>
            <a:ext cx="540000" cy="540000"/>
            <a:chOff x="7851244" y="635246"/>
            <a:chExt cx="1800000" cy="1800000"/>
          </a:xfrm>
        </p:grpSpPr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9AC082BF-BAFE-70DB-4372-ED574E1FDAB0}"/>
                </a:ext>
              </a:extLst>
            </p:cNvPr>
            <p:cNvSpPr/>
            <p:nvPr/>
          </p:nvSpPr>
          <p:spPr>
            <a:xfrm>
              <a:off x="7851244" y="635246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8FC6610-C87F-EA08-508F-7863302FF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74192" y="879141"/>
              <a:ext cx="1337198" cy="1264070"/>
            </a:xfrm>
            <a:prstGeom prst="rect">
              <a:avLst/>
            </a:prstGeom>
          </p:spPr>
        </p:pic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4A63B512-500C-D3F9-3D5E-72074BBB7EBC}"/>
              </a:ext>
            </a:extLst>
          </p:cNvPr>
          <p:cNvGrpSpPr/>
          <p:nvPr/>
        </p:nvGrpSpPr>
        <p:grpSpPr>
          <a:xfrm>
            <a:off x="1900107" y="1908524"/>
            <a:ext cx="360000" cy="360000"/>
            <a:chOff x="9715662" y="4629628"/>
            <a:chExt cx="1800000" cy="1800000"/>
          </a:xfrm>
        </p:grpSpPr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910F43DD-E82E-AB07-D0CA-7C80FA80BCDF}"/>
                </a:ext>
              </a:extLst>
            </p:cNvPr>
            <p:cNvSpPr/>
            <p:nvPr/>
          </p:nvSpPr>
          <p:spPr>
            <a:xfrm>
              <a:off x="9715662" y="46296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9E521C9A-A78C-1734-9575-1C6FDF0EFA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67662" y="4881628"/>
              <a:ext cx="1296000" cy="1296000"/>
            </a:xfrm>
            <a:prstGeom prst="rect">
              <a:avLst/>
            </a:prstGeom>
          </p:spPr>
        </p:pic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2C238199-1F4A-5BE7-5261-C1004A830C71}"/>
              </a:ext>
            </a:extLst>
          </p:cNvPr>
          <p:cNvGrpSpPr/>
          <p:nvPr/>
        </p:nvGrpSpPr>
        <p:grpSpPr>
          <a:xfrm>
            <a:off x="6452459" y="1931852"/>
            <a:ext cx="360000" cy="360000"/>
            <a:chOff x="10405167" y="4101988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3CFD45D-1B44-5AAB-5ED4-B2F275782F01}"/>
                </a:ext>
              </a:extLst>
            </p:cNvPr>
            <p:cNvSpPr/>
            <p:nvPr/>
          </p:nvSpPr>
          <p:spPr>
            <a:xfrm>
              <a:off x="10405167" y="4101988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8" name="Image 67">
              <a:extLst>
                <a:ext uri="{FF2B5EF4-FFF2-40B4-BE49-F238E27FC236}">
                  <a16:creationId xmlns:a16="http://schemas.microsoft.com/office/drawing/2014/main" id="{33915D74-87CA-5B76-0A74-83E3DCEE8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456414" y="4137988"/>
              <a:ext cx="1728000" cy="1728000"/>
            </a:xfrm>
            <a:prstGeom prst="rect">
              <a:avLst/>
            </a:prstGeom>
          </p:spPr>
        </p:pic>
      </p:grp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CE5473F2-3F3E-E17C-5DD8-A441AF00DF3F}"/>
              </a:ext>
            </a:extLst>
          </p:cNvPr>
          <p:cNvGrpSpPr/>
          <p:nvPr/>
        </p:nvGrpSpPr>
        <p:grpSpPr>
          <a:xfrm>
            <a:off x="7542872" y="3440639"/>
            <a:ext cx="1372109" cy="1444838"/>
            <a:chOff x="7542872" y="3440639"/>
            <a:chExt cx="1372109" cy="1444838"/>
          </a:xfrm>
        </p:grpSpPr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3741D88A-AC67-EEAF-67D1-02578FD98C8E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D98A4E40-D360-EF0F-69D4-37438F82647F}"/>
                </a:ext>
              </a:extLst>
            </p:cNvPr>
            <p:cNvSpPr/>
            <p:nvPr/>
          </p:nvSpPr>
          <p:spPr>
            <a:xfrm>
              <a:off x="7549319" y="4097487"/>
              <a:ext cx="1365662" cy="787990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grpSp>
          <p:nvGrpSpPr>
            <p:cNvPr id="55" name="Groupe 54">
              <a:extLst>
                <a:ext uri="{FF2B5EF4-FFF2-40B4-BE49-F238E27FC236}">
                  <a16:creationId xmlns:a16="http://schemas.microsoft.com/office/drawing/2014/main" id="{4FEA3EBC-91ED-BDE9-6607-868717EB421F}"/>
                </a:ext>
              </a:extLst>
            </p:cNvPr>
            <p:cNvGrpSpPr/>
            <p:nvPr/>
          </p:nvGrpSpPr>
          <p:grpSpPr>
            <a:xfrm>
              <a:off x="7739744" y="3855932"/>
              <a:ext cx="360000" cy="360000"/>
              <a:chOff x="5447928" y="2816932"/>
              <a:chExt cx="1800000" cy="1800000"/>
            </a:xfrm>
          </p:grpSpPr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639C7740-E0F1-0D34-A959-EEBB5084D37B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57" name="Image 56">
                <a:extLst>
                  <a:ext uri="{FF2B5EF4-FFF2-40B4-BE49-F238E27FC236}">
                    <a16:creationId xmlns:a16="http://schemas.microsoft.com/office/drawing/2014/main" id="{EC612269-D972-EB21-CF55-B36842D06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7E6D2684-73BC-F719-9B63-F7B11E9D64A8}"/>
                </a:ext>
              </a:extLst>
            </p:cNvPr>
            <p:cNvGrpSpPr/>
            <p:nvPr/>
          </p:nvGrpSpPr>
          <p:grpSpPr>
            <a:xfrm>
              <a:off x="8413836" y="3839803"/>
              <a:ext cx="360000" cy="360000"/>
              <a:chOff x="10405167" y="2322166"/>
              <a:chExt cx="1800000" cy="1800000"/>
            </a:xfrm>
          </p:grpSpPr>
          <p:sp>
            <p:nvSpPr>
              <p:cNvPr id="70" name="Ellipse 69">
                <a:extLst>
                  <a:ext uri="{FF2B5EF4-FFF2-40B4-BE49-F238E27FC236}">
                    <a16:creationId xmlns:a16="http://schemas.microsoft.com/office/drawing/2014/main" id="{DFBE4B15-4C79-678B-5131-F4DC40B41F7C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D8A3BDBF-15A3-0E12-6AC5-5B02DEB599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5FDA1885-651A-550C-4730-8CE3523AFE8A}"/>
              </a:ext>
            </a:extLst>
          </p:cNvPr>
          <p:cNvGrpSpPr/>
          <p:nvPr/>
        </p:nvGrpSpPr>
        <p:grpSpPr>
          <a:xfrm>
            <a:off x="10703559" y="2789959"/>
            <a:ext cx="2796955" cy="2473181"/>
            <a:chOff x="8611878" y="2802701"/>
            <a:chExt cx="2796955" cy="2473181"/>
          </a:xfrm>
        </p:grpSpPr>
        <p:sp>
          <p:nvSpPr>
            <p:cNvPr id="73" name="Rectangle : coins arrondis 72">
              <a:extLst>
                <a:ext uri="{FF2B5EF4-FFF2-40B4-BE49-F238E27FC236}">
                  <a16:creationId xmlns:a16="http://schemas.microsoft.com/office/drawing/2014/main" id="{9855835A-A07D-9F88-33DC-F41928D86114}"/>
                </a:ext>
              </a:extLst>
            </p:cNvPr>
            <p:cNvSpPr/>
            <p:nvPr/>
          </p:nvSpPr>
          <p:spPr>
            <a:xfrm>
              <a:off x="962355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Axe de translation T</a:t>
              </a:r>
            </a:p>
          </p:txBody>
        </p: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68CD29C3-A317-7C58-A7A7-665AAE50E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8DE34A1-309E-3092-6C78-2EC2C4982571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33" name="Flèche : virage 32">
                <a:extLst>
                  <a:ext uri="{FF2B5EF4-FFF2-40B4-BE49-F238E27FC236}">
                    <a16:creationId xmlns:a16="http://schemas.microsoft.com/office/drawing/2014/main" id="{04988C8D-4296-036F-48CD-BEABA954B0A6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0EAB7195-7F12-55FF-728F-9973D74F9553}"/>
                  </a:ext>
                </a:extLst>
              </p:cNvPr>
              <p:cNvSpPr txBox="1"/>
              <p:nvPr/>
            </p:nvSpPr>
            <p:spPr>
              <a:xfrm rot="16200000">
                <a:off x="8798745" y="3293930"/>
                <a:ext cx="191804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en translation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E35B4FFB-30FA-9F2D-8AAF-612988931FF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43" name="Flèche : virage 42">
                <a:extLst>
                  <a:ext uri="{FF2B5EF4-FFF2-40B4-BE49-F238E27FC236}">
                    <a16:creationId xmlns:a16="http://schemas.microsoft.com/office/drawing/2014/main" id="{0138F1DD-36B1-33FD-3B41-493A2B0091E5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467AC060-C68E-2A43-8F56-FAB28245CB61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à l’arrêt</a:t>
                </a:r>
              </a:p>
            </p:txBody>
          </p:sp>
        </p:grp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AEBD323C-739C-7027-924D-6BDCF996C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050612" y="3520045"/>
              <a:ext cx="432000" cy="158275"/>
            </a:xfrm>
            <a:prstGeom prst="rect">
              <a:avLst/>
            </a:prstGeom>
          </p:spPr>
        </p:pic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4B5C8834-D3CD-FB41-DCB5-98A6CC7743D4}"/>
                </a:ext>
              </a:extLst>
            </p:cNvPr>
            <p:cNvGrpSpPr/>
            <p:nvPr/>
          </p:nvGrpSpPr>
          <p:grpSpPr>
            <a:xfrm>
              <a:off x="10556738" y="3449889"/>
              <a:ext cx="432000" cy="432000"/>
              <a:chOff x="10216711" y="4835236"/>
              <a:chExt cx="1800000" cy="1800000"/>
            </a:xfrm>
          </p:grpSpPr>
          <p:sp>
            <p:nvSpPr>
              <p:cNvPr id="79" name="Ellipse 78">
                <a:extLst>
                  <a:ext uri="{FF2B5EF4-FFF2-40B4-BE49-F238E27FC236}">
                    <a16:creationId xmlns:a16="http://schemas.microsoft.com/office/drawing/2014/main" id="{6284F23C-9DD2-AA12-7103-19072B69001F}"/>
                  </a:ext>
                </a:extLst>
              </p:cNvPr>
              <p:cNvSpPr/>
              <p:nvPr/>
            </p:nvSpPr>
            <p:spPr>
              <a:xfrm>
                <a:off x="10216711" y="4835236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80" name="Image 79">
                <a:extLst>
                  <a:ext uri="{FF2B5EF4-FFF2-40B4-BE49-F238E27FC236}">
                    <a16:creationId xmlns:a16="http://schemas.microsoft.com/office/drawing/2014/main" id="{6185C691-3AB2-F47A-5390-45BEEFD786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flipH="1">
                <a:off x="10382764" y="5000716"/>
                <a:ext cx="1467894" cy="1467894"/>
              </a:xfrm>
              <a:prstGeom prst="rect">
                <a:avLst/>
              </a:prstGeom>
            </p:spPr>
          </p:pic>
        </p:grp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C1F2661A-A324-C133-43F2-983432960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10388238" y="3082911"/>
              <a:ext cx="434918" cy="15201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E09B4C78-C5D9-375C-2FBD-1B85A2F880F1}"/>
              </a:ext>
            </a:extLst>
          </p:cNvPr>
          <p:cNvGrpSpPr/>
          <p:nvPr/>
        </p:nvGrpSpPr>
        <p:grpSpPr>
          <a:xfrm>
            <a:off x="6620033" y="4152769"/>
            <a:ext cx="180000" cy="180000"/>
            <a:chOff x="5404964" y="4396133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E57EB28A-E7AF-5021-27EA-0AFDC06CE8ED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90892E55-8237-FE1C-1588-D2DC585EB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2FA4F41E-9BBF-FBA7-EE3A-5DC3050D7AB3}"/>
              </a:ext>
            </a:extLst>
          </p:cNvPr>
          <p:cNvGrpSpPr/>
          <p:nvPr/>
        </p:nvGrpSpPr>
        <p:grpSpPr>
          <a:xfrm>
            <a:off x="6825959" y="4142138"/>
            <a:ext cx="363360" cy="199689"/>
            <a:chOff x="6993109" y="4439920"/>
            <a:chExt cx="363360" cy="199689"/>
          </a:xfrm>
        </p:grpSpPr>
        <p:sp>
          <p:nvSpPr>
            <p:cNvPr id="99" name="Flèche : droite rayée 98">
              <a:extLst>
                <a:ext uri="{FF2B5EF4-FFF2-40B4-BE49-F238E27FC236}">
                  <a16:creationId xmlns:a16="http://schemas.microsoft.com/office/drawing/2014/main" id="{CDB2B408-F306-9241-3E5A-F54126A4450A}"/>
                </a:ext>
              </a:extLst>
            </p:cNvPr>
            <p:cNvSpPr/>
            <p:nvPr/>
          </p:nvSpPr>
          <p:spPr>
            <a:xfrm>
              <a:off x="6993109" y="4439920"/>
              <a:ext cx="363360" cy="199689"/>
            </a:xfrm>
            <a:prstGeom prst="stripedRightArrow">
              <a:avLst>
                <a:gd name="adj1" fmla="val 57350"/>
                <a:gd name="adj2" fmla="val 50000"/>
              </a:avLst>
            </a:prstGeom>
            <a:solidFill>
              <a:srgbClr val="C3AED1"/>
            </a:solidFill>
            <a:ln>
              <a:solidFill>
                <a:srgbClr val="68348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A9EF288-CF35-05B6-F2BB-A72791B48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9789" y="4494852"/>
              <a:ext cx="256994" cy="89823"/>
            </a:xfrm>
            <a:prstGeom prst="rect">
              <a:avLst/>
            </a:prstGeom>
          </p:spPr>
        </p:pic>
      </p:grp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22426873-B368-B17A-A840-25153DEB46D6}"/>
              </a:ext>
            </a:extLst>
          </p:cNvPr>
          <p:cNvGrpSpPr/>
          <p:nvPr/>
        </p:nvGrpSpPr>
        <p:grpSpPr>
          <a:xfrm>
            <a:off x="330445" y="1559561"/>
            <a:ext cx="693018" cy="242466"/>
            <a:chOff x="330445" y="1559561"/>
            <a:chExt cx="693018" cy="242466"/>
          </a:xfrm>
        </p:grpSpPr>
        <p:grpSp>
          <p:nvGrpSpPr>
            <p:cNvPr id="104" name="Groupe 103">
              <a:extLst>
                <a:ext uri="{FF2B5EF4-FFF2-40B4-BE49-F238E27FC236}">
                  <a16:creationId xmlns:a16="http://schemas.microsoft.com/office/drawing/2014/main" id="{F0E185A5-A00D-EE3B-DCAF-ADE290DF3786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105" name="Flèche : droite rayée 104">
                <a:extLst>
                  <a:ext uri="{FF2B5EF4-FFF2-40B4-BE49-F238E27FC236}">
                    <a16:creationId xmlns:a16="http://schemas.microsoft.com/office/drawing/2014/main" id="{3079769B-0373-6C13-9642-9B78707AF05B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6" name="Image 105">
                <a:extLst>
                  <a:ext uri="{FF2B5EF4-FFF2-40B4-BE49-F238E27FC236}">
                    <a16:creationId xmlns:a16="http://schemas.microsoft.com/office/drawing/2014/main" id="{82631C99-976B-6FB2-1772-484919354A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107" name="Groupe 106">
              <a:extLst>
                <a:ext uri="{FF2B5EF4-FFF2-40B4-BE49-F238E27FC236}">
                  <a16:creationId xmlns:a16="http://schemas.microsoft.com/office/drawing/2014/main" id="{830235AD-BE87-4F0F-5BC2-A5E0ECE22C94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BD4A4C32-C6F6-2A4D-FD21-26BBAAF755DD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9" name="Image 108">
                <a:extLst>
                  <a:ext uri="{FF2B5EF4-FFF2-40B4-BE49-F238E27FC236}">
                    <a16:creationId xmlns:a16="http://schemas.microsoft.com/office/drawing/2014/main" id="{80D42552-B18E-0DB6-2EFB-4E50E6AF4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pic>
        <p:nvPicPr>
          <p:cNvPr id="92" name="Image 91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ADC958C-C344-1BF3-25BE-C9B484B0C033}"/>
              </a:ext>
            </a:extLst>
          </p:cNvPr>
          <p:cNvCxnSpPr>
            <a:cxnSpLocks/>
          </p:cNvCxnSpPr>
          <p:nvPr/>
        </p:nvCxnSpPr>
        <p:spPr>
          <a:xfrm flipV="1">
            <a:off x="8901020" y="368184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Image 84">
            <a:extLst>
              <a:ext uri="{FF2B5EF4-FFF2-40B4-BE49-F238E27FC236}">
                <a16:creationId xmlns:a16="http://schemas.microsoft.com/office/drawing/2014/main" id="{F8D8E946-4C49-E88C-3CC0-46CC2B11AC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64809" y="3292600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2B49C0AE-E729-73C7-B04B-F33A36093592}"/>
              </a:ext>
            </a:extLst>
          </p:cNvPr>
          <p:cNvGrpSpPr/>
          <p:nvPr/>
        </p:nvGrpSpPr>
        <p:grpSpPr>
          <a:xfrm>
            <a:off x="9614573" y="3431149"/>
            <a:ext cx="1372109" cy="1444838"/>
            <a:chOff x="7542872" y="3440639"/>
            <a:chExt cx="1372109" cy="1444838"/>
          </a:xfrm>
        </p:grpSpPr>
        <p:sp>
          <p:nvSpPr>
            <p:cNvPr id="87" name="Rectangle : coins arrondis 86">
              <a:extLst>
                <a:ext uri="{FF2B5EF4-FFF2-40B4-BE49-F238E27FC236}">
                  <a16:creationId xmlns:a16="http://schemas.microsoft.com/office/drawing/2014/main" id="{A9C8F3C6-A5A9-AB3D-A671-78122D8AE06C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88" name="Rectangle : coins arrondis 87">
              <a:extLst>
                <a:ext uri="{FF2B5EF4-FFF2-40B4-BE49-F238E27FC236}">
                  <a16:creationId xmlns:a16="http://schemas.microsoft.com/office/drawing/2014/main" id="{C0703F0E-8F69-706F-7260-FAAC55D44D38}"/>
                </a:ext>
              </a:extLst>
            </p:cNvPr>
            <p:cNvSpPr/>
            <p:nvPr/>
          </p:nvSpPr>
          <p:spPr>
            <a:xfrm>
              <a:off x="7549319" y="4097487"/>
              <a:ext cx="1365662" cy="787990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AF40E859-038A-D8D5-FBD0-8EF74E4152B6}"/>
                </a:ext>
              </a:extLst>
            </p:cNvPr>
            <p:cNvGrpSpPr/>
            <p:nvPr/>
          </p:nvGrpSpPr>
          <p:grpSpPr>
            <a:xfrm>
              <a:off x="7739744" y="3855932"/>
              <a:ext cx="360000" cy="360000"/>
              <a:chOff x="5447928" y="2816932"/>
              <a:chExt cx="1800000" cy="1800000"/>
            </a:xfrm>
          </p:grpSpPr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615A05EB-52FA-E2C4-E395-BF170129043A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7" name="Image 96">
                <a:extLst>
                  <a:ext uri="{FF2B5EF4-FFF2-40B4-BE49-F238E27FC236}">
                    <a16:creationId xmlns:a16="http://schemas.microsoft.com/office/drawing/2014/main" id="{2B4F765F-2DF3-3CAA-1991-06D5ED3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38484FE-8A69-C2ED-D268-5D95A304FDD0}"/>
                </a:ext>
              </a:extLst>
            </p:cNvPr>
            <p:cNvGrpSpPr/>
            <p:nvPr/>
          </p:nvGrpSpPr>
          <p:grpSpPr>
            <a:xfrm>
              <a:off x="8413836" y="3839803"/>
              <a:ext cx="360000" cy="360000"/>
              <a:chOff x="10405167" y="2322166"/>
              <a:chExt cx="1800000" cy="1800000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F5070CB8-BBE5-2711-86AC-5C9EC7D9D927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5" name="Image 94">
                <a:extLst>
                  <a:ext uri="{FF2B5EF4-FFF2-40B4-BE49-F238E27FC236}">
                    <a16:creationId xmlns:a16="http://schemas.microsoft.com/office/drawing/2014/main" id="{94433AFA-2226-B1A9-2ABA-10B9428DDE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</p:grpSp>
      <p:cxnSp>
        <p:nvCxnSpPr>
          <p:cNvPr id="98" name="Connecteur : en angle 97">
            <a:extLst>
              <a:ext uri="{FF2B5EF4-FFF2-40B4-BE49-F238E27FC236}">
                <a16:creationId xmlns:a16="http://schemas.microsoft.com/office/drawing/2014/main" id="{8975449A-F79B-0DBE-1E46-DFEB05293E7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24368" y="-275219"/>
            <a:ext cx="1804943" cy="6092537"/>
          </a:xfrm>
          <a:prstGeom prst="bentConnector4">
            <a:avLst>
              <a:gd name="adj1" fmla="val -86757"/>
              <a:gd name="adj2" fmla="val 114325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 : en angle 100">
            <a:extLst>
              <a:ext uri="{FF2B5EF4-FFF2-40B4-BE49-F238E27FC236}">
                <a16:creationId xmlns:a16="http://schemas.microsoft.com/office/drawing/2014/main" id="{8445F8BF-F502-2832-9F9B-ED0B66436EDE}"/>
              </a:ext>
            </a:extLst>
          </p:cNvPr>
          <p:cNvCxnSpPr>
            <a:cxnSpLocks/>
            <a:stCxn id="80" idx="0"/>
            <a:endCxn id="7" idx="0"/>
          </p:cNvCxnSpPr>
          <p:nvPr/>
        </p:nvCxnSpPr>
        <p:spPr>
          <a:xfrm rot="16200000" flipV="1">
            <a:off x="6304570" y="-3082987"/>
            <a:ext cx="2032184" cy="11087514"/>
          </a:xfrm>
          <a:prstGeom prst="bentConnector3">
            <a:avLst>
              <a:gd name="adj1" fmla="val 111249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ZoneTexte 112">
                <a:extLst>
                  <a:ext uri="{FF2B5EF4-FFF2-40B4-BE49-F238E27FC236}">
                    <a16:creationId xmlns:a16="http://schemas.microsoft.com/office/drawing/2014/main" id="{0FE25146-0624-52C4-AB98-9E530C206DCF}"/>
                  </a:ext>
                </a:extLst>
              </p:cNvPr>
              <p:cNvSpPr txBox="1"/>
              <p:nvPr/>
            </p:nvSpPr>
            <p:spPr>
              <a:xfrm>
                <a:off x="4445413" y="3863404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𝒆𝒍𝒆𝒄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3" name="ZoneTexte 112">
                <a:extLst>
                  <a:ext uri="{FF2B5EF4-FFF2-40B4-BE49-F238E27FC236}">
                    <a16:creationId xmlns:a16="http://schemas.microsoft.com/office/drawing/2014/main" id="{0FE25146-0624-52C4-AB98-9E530C206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413" y="3863404"/>
                <a:ext cx="1161960" cy="27699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>
                <a:extLst>
                  <a:ext uri="{FF2B5EF4-FFF2-40B4-BE49-F238E27FC236}">
                    <a16:creationId xmlns:a16="http://schemas.microsoft.com/office/drawing/2014/main" id="{152E0D22-5BC2-2AFD-C31A-92A4E95E03CD}"/>
                  </a:ext>
                </a:extLst>
              </p:cNvPr>
              <p:cNvSpPr txBox="1"/>
              <p:nvPr/>
            </p:nvSpPr>
            <p:spPr>
              <a:xfrm rot="5400000">
                <a:off x="6789972" y="417228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4" name="ZoneTexte 113">
                <a:extLst>
                  <a:ext uri="{FF2B5EF4-FFF2-40B4-BE49-F238E27FC236}">
                    <a16:creationId xmlns:a16="http://schemas.microsoft.com/office/drawing/2014/main" id="{152E0D22-5BC2-2AFD-C31A-92A4E95E0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789972" y="4172286"/>
                <a:ext cx="1161960" cy="27699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5EBABF3A-092B-08C4-FC0E-317695421FA0}"/>
                  </a:ext>
                </a:extLst>
              </p:cNvPr>
              <p:cNvSpPr txBox="1"/>
              <p:nvPr/>
            </p:nvSpPr>
            <p:spPr>
              <a:xfrm>
                <a:off x="8735173" y="3840991"/>
                <a:ext cx="116196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𝒌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5EBABF3A-092B-08C4-FC0E-317695421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173" y="3840991"/>
                <a:ext cx="1161960" cy="4154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74C28D7-83D2-EBC8-C821-786FE069C7F1}"/>
                  </a:ext>
                </a:extLst>
              </p:cNvPr>
              <p:cNvSpPr txBox="1"/>
              <p:nvPr/>
            </p:nvSpPr>
            <p:spPr>
              <a:xfrm>
                <a:off x="10806874" y="3751427"/>
                <a:ext cx="116196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𝑹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74C28D7-83D2-EBC8-C821-786FE069C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6874" y="3751427"/>
                <a:ext cx="1161960" cy="4154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882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123CCA7-F57D-5B18-C158-AE7A7EE5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 – Chaînes de solides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9F9BD3F-5D94-9F31-0D95-372A6A245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C13AE2-CD88-947B-7A81-C200CFEA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06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E8A66116-0BCA-F0BA-8B7C-35F8CB1ECB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/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Représenter l’architecture des liaisons du système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Concevoir les liaisons d’un système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CE0E2C-D0A9-D6BC-E70F-8E292A828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8</a:t>
            </a:fld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69049" y="1073050"/>
                <a:ext cx="5786253" cy="4984850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r>
                  <a:rPr lang="fr-FR" sz="1400" b="1" dirty="0"/>
                  <a:t>Méthode statique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latin typeface="Cambria Math" panose="02040503050406030204" pitchFamily="18" charset="0"/>
                      </a:rPr>
                      <m:t>2−12+13=3</m:t>
                    </m:r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fr-FR" sz="14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Rotation de l’ensemble 1+2 autour de l’axe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Translation de 2 par rapport à 1 suivant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×6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On peut isoler les pièces 1 et2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2+5×1=13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2 liaisons pivot glissant (4), 1 liaison pivot (5)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L’hyperstatisme permet de garantir une plus grande rigidité du système de translation.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Pour assurer la mobilité il faut garantir 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b="1" dirty="0"/>
                  <a:t>l’entraxe entre les axes de liaisons pivot glissant suivant la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b="1" dirty="0"/>
                  <a:t>le parallélisme des axes des liaisons pivot glissant autour des directions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b="1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Pour rendre le modèle isostatique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On peut remplacer une liaison pivot glissant par une ponctuelle de normale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fr-FR" sz="1200" b="1" dirty="0"/>
              </a:p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endParaRPr lang="fr-FR" sz="1400" b="1" dirty="0"/>
              </a:p>
            </p:txBody>
          </p:sp>
        </mc:Choice>
        <mc:Fallback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049" y="1073050"/>
                <a:ext cx="5786253" cy="4984850"/>
              </a:xfrm>
              <a:prstGeom prst="rect">
                <a:avLst/>
              </a:prstGeom>
              <a:blipFill>
                <a:blip r:embed="rId2"/>
                <a:stretch>
                  <a:fillRect l="-1791" t="-1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re 1">
            <a:extLst>
              <a:ext uri="{FF2B5EF4-FFF2-40B4-BE49-F238E27FC236}">
                <a16:creationId xmlns:a16="http://schemas.microsoft.com/office/drawing/2014/main" id="{54FCF82F-BA25-7C39-DC19-F9A93AA8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</p:spPr>
        <p:txBody>
          <a:bodyPr>
            <a:noAutofit/>
          </a:bodyPr>
          <a:lstStyle/>
          <a:p>
            <a:r>
              <a:rPr lang="fr-FR" sz="3200" dirty="0"/>
              <a:t>Modélisation cinématique</a:t>
            </a:r>
            <a:br>
              <a:rPr lang="fr-FR" sz="3200" dirty="0"/>
            </a:br>
            <a:r>
              <a:rPr lang="fr-FR" sz="3200" dirty="0"/>
              <a:t>Schéma d’architecture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45492D19-2A4B-FEC1-8231-D0F617529871}"/>
              </a:ext>
            </a:extLst>
          </p:cNvPr>
          <p:cNvGrpSpPr/>
          <p:nvPr/>
        </p:nvGrpSpPr>
        <p:grpSpPr>
          <a:xfrm>
            <a:off x="626768" y="2714564"/>
            <a:ext cx="3662132" cy="2304335"/>
            <a:chOff x="3611171" y="1022924"/>
            <a:chExt cx="3662132" cy="2304335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75EE5D1-79B1-6FE3-7BDD-77C6A63B61CB}"/>
                </a:ext>
              </a:extLst>
            </p:cNvPr>
            <p:cNvSpPr/>
            <p:nvPr/>
          </p:nvSpPr>
          <p:spPr>
            <a:xfrm>
              <a:off x="5272762" y="2522214"/>
              <a:ext cx="216000" cy="107664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37D8F61-8543-59D1-A9E1-555BBE83FE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59616" y="1570636"/>
              <a:ext cx="258560" cy="15318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BB753B3-2FE8-530C-761A-118D8748C346}"/>
                </a:ext>
              </a:extLst>
            </p:cNvPr>
            <p:cNvSpPr/>
            <p:nvPr/>
          </p:nvSpPr>
          <p:spPr>
            <a:xfrm>
              <a:off x="6152163" y="2193231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A23A8EE0-BDF7-B83E-722E-3C89B26B5349}"/>
                </a:ext>
              </a:extLst>
            </p:cNvPr>
            <p:cNvSpPr/>
            <p:nvPr/>
          </p:nvSpPr>
          <p:spPr>
            <a:xfrm>
              <a:off x="5576533" y="1463264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4472C4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DEA4FAF8-1F8D-264D-25C4-592C10CEA779}"/>
                </a:ext>
              </a:extLst>
            </p:cNvPr>
            <p:cNvCxnSpPr>
              <a:cxnSpLocks/>
            </p:cNvCxnSpPr>
            <p:nvPr/>
          </p:nvCxnSpPr>
          <p:spPr>
            <a:xfrm>
              <a:off x="5267665" y="3046941"/>
              <a:ext cx="346068" cy="200356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1A6FF5D8-1562-2364-6D0C-3EE1FD646709}"/>
                    </a:ext>
                  </a:extLst>
                </p:cNvPr>
                <p:cNvSpPr txBox="1"/>
                <p:nvPr/>
              </p:nvSpPr>
              <p:spPr>
                <a:xfrm>
                  <a:off x="4134524" y="178344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1A6FF5D8-1562-2364-6D0C-3EE1FD646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4524" y="1783442"/>
                  <a:ext cx="62653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F9277C6-D1A4-0AC6-9632-94FF7B28EF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57679" y="2664368"/>
              <a:ext cx="462621" cy="302849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2D8F2436-F41E-3CB8-71C7-12E18E728E13}"/>
                    </a:ext>
                  </a:extLst>
                </p:cNvPr>
                <p:cNvSpPr txBox="1"/>
                <p:nvPr/>
              </p:nvSpPr>
              <p:spPr>
                <a:xfrm>
                  <a:off x="5453107" y="301948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2D8F2436-F41E-3CB8-71C7-12E18E728E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3107" y="3019482"/>
                  <a:ext cx="62653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ylindre 17">
              <a:extLst>
                <a:ext uri="{FF2B5EF4-FFF2-40B4-BE49-F238E27FC236}">
                  <a16:creationId xmlns:a16="http://schemas.microsoft.com/office/drawing/2014/main" id="{82A76B59-318D-3041-88A4-19A7DE6830D1}"/>
                </a:ext>
              </a:extLst>
            </p:cNvPr>
            <p:cNvSpPr/>
            <p:nvPr/>
          </p:nvSpPr>
          <p:spPr>
            <a:xfrm rot="7309303">
              <a:off x="5843600" y="1056805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BE7B7C9-0EDF-71E3-435E-31CA4C881D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98802" y="1022924"/>
              <a:ext cx="266757" cy="158471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D38CDC85-CB2C-FF10-E11C-1EC84B5502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266" y="1026093"/>
              <a:ext cx="945536" cy="551420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B6E93BF-D05B-ED40-421B-52561A1153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70716" y="1348253"/>
              <a:ext cx="1202587" cy="71247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32C5B076-77C2-2EFE-F1C7-D5E19D412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26641" y="2065640"/>
              <a:ext cx="946662" cy="54274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3DEB448-4491-FA5B-0030-DCDE65C8ED9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H="1">
              <a:off x="5051350" y="1240527"/>
              <a:ext cx="829338" cy="48767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sp>
          <p:nvSpPr>
            <p:cNvPr id="24" name="Cylindre 23">
              <a:extLst>
                <a:ext uri="{FF2B5EF4-FFF2-40B4-BE49-F238E27FC236}">
                  <a16:creationId xmlns:a16="http://schemas.microsoft.com/office/drawing/2014/main" id="{2B3A60C1-17B4-4EF0-901C-6EE9B90FF9EB}"/>
                </a:ext>
              </a:extLst>
            </p:cNvPr>
            <p:cNvSpPr/>
            <p:nvPr/>
          </p:nvSpPr>
          <p:spPr>
            <a:xfrm rot="7309303">
              <a:off x="4886404" y="1603969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E8CB6F7C-EC1F-C480-FC91-1942087E73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6598" y="1898864"/>
              <a:ext cx="1202587" cy="71247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sp>
          <p:nvSpPr>
            <p:cNvPr id="26" name="Cylindre 25">
              <a:extLst>
                <a:ext uri="{FF2B5EF4-FFF2-40B4-BE49-F238E27FC236}">
                  <a16:creationId xmlns:a16="http://schemas.microsoft.com/office/drawing/2014/main" id="{CF10D915-3363-EAEC-2973-23CA3CA58F15}"/>
                </a:ext>
              </a:extLst>
            </p:cNvPr>
            <p:cNvSpPr/>
            <p:nvPr/>
          </p:nvSpPr>
          <p:spPr>
            <a:xfrm>
              <a:off x="5272762" y="2171149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EF777B12-A267-C9E4-8918-CE33153224BB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5380762" y="2603149"/>
              <a:ext cx="0" cy="177389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FCC9771E-2C8E-8B93-D871-9A8ADBE613C6}"/>
                </a:ext>
              </a:extLst>
            </p:cNvPr>
            <p:cNvSpPr/>
            <p:nvPr/>
          </p:nvSpPr>
          <p:spPr>
            <a:xfrm>
              <a:off x="5272762" y="2139399"/>
              <a:ext cx="216000" cy="107664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4884ADF3-CA8F-BEA8-DCCC-1F9F2FAD94E3}"/>
                </a:ext>
              </a:extLst>
            </p:cNvPr>
            <p:cNvCxnSpPr>
              <a:cxnSpLocks/>
            </p:cNvCxnSpPr>
            <p:nvPr/>
          </p:nvCxnSpPr>
          <p:spPr>
            <a:xfrm>
              <a:off x="5380762" y="1530350"/>
              <a:ext cx="0" cy="67572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40B2C8AB-E07C-6CE3-E981-9E9D012306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5173" y="2407471"/>
              <a:ext cx="340884" cy="199774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</p:cxnSp>
        <p:sp>
          <p:nvSpPr>
            <p:cNvPr id="31" name="Parallélogramme 30">
              <a:extLst>
                <a:ext uri="{FF2B5EF4-FFF2-40B4-BE49-F238E27FC236}">
                  <a16:creationId xmlns:a16="http://schemas.microsoft.com/office/drawing/2014/main" id="{C18909F4-F186-7B02-7909-B83C59B85135}"/>
                </a:ext>
              </a:extLst>
            </p:cNvPr>
            <p:cNvSpPr/>
            <p:nvPr/>
          </p:nvSpPr>
          <p:spPr>
            <a:xfrm rot="12600000" flipV="1">
              <a:off x="4459588" y="2470751"/>
              <a:ext cx="965674" cy="364196"/>
            </a:xfrm>
            <a:prstGeom prst="parallelogram">
              <a:avLst>
                <a:gd name="adj" fmla="val 56449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9E8F704F-ED85-1184-0D91-EC373892E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2417" y="1872067"/>
              <a:ext cx="8040" cy="413238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24D36FF-E470-349D-18B7-4C0558A2EA45}"/>
                    </a:ext>
                  </a:extLst>
                </p:cNvPr>
                <p:cNvSpPr txBox="1"/>
                <p:nvPr/>
              </p:nvSpPr>
              <p:spPr>
                <a:xfrm>
                  <a:off x="3611171" y="283934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24D36FF-E470-349D-18B7-4C0558A2E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1171" y="2839342"/>
                  <a:ext cx="62653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BB5D1569-D53F-B73C-C78F-320F3BF70B1D}"/>
                </a:ext>
              </a:extLst>
            </p:cNvPr>
            <p:cNvSpPr/>
            <p:nvPr/>
          </p:nvSpPr>
          <p:spPr>
            <a:xfrm>
              <a:off x="4709510" y="2426030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8375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1A98-554D-C68F-C742-5BE4D497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956A46DC-2387-6017-9501-5FAD40EC1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/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Représenter l’architecture des liaisons du système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Concevoir les liaisons d’un système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026C92-747F-8C32-EA57-9011A37CE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9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C8E82919-9211-9C74-F299-D17DDE22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</p:spPr>
        <p:txBody>
          <a:bodyPr>
            <a:noAutofit/>
          </a:bodyPr>
          <a:lstStyle/>
          <a:p>
            <a:r>
              <a:rPr lang="fr-FR" sz="3200" dirty="0"/>
              <a:t>Modélisation cinématique</a:t>
            </a:r>
            <a:br>
              <a:rPr lang="fr-FR" sz="3200" dirty="0"/>
            </a:br>
            <a:r>
              <a:rPr lang="fr-FR" sz="3200" dirty="0"/>
              <a:t>Schéma d’architecture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E4151E9-A58F-0B7D-FAC0-A1B91BA8B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633" y="2617928"/>
            <a:ext cx="3103133" cy="21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904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243B4-CC39-1301-52A1-2149B4212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ABC0D-BF0D-63ED-CAC2-96EF7E8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444DE2-7991-25FB-2364-CA7C1A2B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1145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F938B-9A48-C326-1519-01D19CCA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A713942-27E7-2EAB-5571-1F58E51F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– Résolution cinématique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9881169-BE8E-9ABF-3B0A-2728402D9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895FA3D-57F6-6B8C-AFB8-5B0D14309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5595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3F401F-21E8-E6CB-146D-ED46B060E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267A91-EA78-02FB-007B-8D639F0B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12</a:t>
            </a:fld>
            <a:endParaRPr lang="fr-FR"/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597E4D1-4894-720A-A722-76E8E450D27C}"/>
              </a:ext>
            </a:extLst>
          </p:cNvPr>
          <p:cNvGrpSpPr/>
          <p:nvPr/>
        </p:nvGrpSpPr>
        <p:grpSpPr>
          <a:xfrm rot="20700000">
            <a:off x="5905252" y="1827442"/>
            <a:ext cx="1440160" cy="1440160"/>
            <a:chOff x="971600" y="548680"/>
            <a:chExt cx="1440160" cy="1440160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6737503E-623E-4C5A-82DC-7BB6C94F60CA}"/>
                </a:ext>
              </a:extLst>
            </p:cNvPr>
            <p:cNvCxnSpPr/>
            <p:nvPr/>
          </p:nvCxnSpPr>
          <p:spPr>
            <a:xfrm flipV="1">
              <a:off x="971600" y="548680"/>
              <a:ext cx="0" cy="1440160"/>
            </a:xfrm>
            <a:prstGeom prst="line">
              <a:avLst/>
            </a:prstGeom>
            <a:ln w="19050">
              <a:solidFill>
                <a:srgbClr val="00547F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8DEA9DFD-4E55-07F3-213F-DC852F42731E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91680" y="1268760"/>
              <a:ext cx="0" cy="1440160"/>
            </a:xfrm>
            <a:prstGeom prst="line">
              <a:avLst/>
            </a:prstGeom>
            <a:ln w="19050">
              <a:solidFill>
                <a:srgbClr val="00547F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2BA31FD6-915B-06A0-EC2D-03CF80280266}"/>
              </a:ext>
            </a:extLst>
          </p:cNvPr>
          <p:cNvGrpSpPr/>
          <p:nvPr/>
        </p:nvGrpSpPr>
        <p:grpSpPr>
          <a:xfrm>
            <a:off x="6096139" y="1989277"/>
            <a:ext cx="1440160" cy="1440160"/>
            <a:chOff x="971600" y="548680"/>
            <a:chExt cx="1440160" cy="1440160"/>
          </a:xfrm>
        </p:grpSpPr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ECAE08FD-B743-2CE8-7224-F281DF1E585C}"/>
                </a:ext>
              </a:extLst>
            </p:cNvPr>
            <p:cNvCxnSpPr/>
            <p:nvPr/>
          </p:nvCxnSpPr>
          <p:spPr>
            <a:xfrm flipV="1">
              <a:off x="971600" y="548680"/>
              <a:ext cx="0" cy="1440160"/>
            </a:xfrm>
            <a:prstGeom prst="line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15C3BB0-B4F4-2200-BACD-F093694D922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91680" y="1268760"/>
              <a:ext cx="0" cy="1440160"/>
            </a:xfrm>
            <a:prstGeom prst="line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3FC6C6D0-141D-B5B0-8297-70DA9EBD6600}"/>
              </a:ext>
            </a:extLst>
          </p:cNvPr>
          <p:cNvSpPr/>
          <p:nvPr/>
        </p:nvSpPr>
        <p:spPr>
          <a:xfrm>
            <a:off x="5998149" y="3310125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1DBD1FC1-CEDB-3BEC-9C13-03D43B79E9C2}"/>
              </a:ext>
            </a:extLst>
          </p:cNvPr>
          <p:cNvSpPr/>
          <p:nvPr/>
        </p:nvSpPr>
        <p:spPr>
          <a:xfrm>
            <a:off x="6070149" y="3382125"/>
            <a:ext cx="72000" cy="72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6E8C445C-9112-F736-6C64-32F0D2A9F74F}"/>
              </a:ext>
            </a:extLst>
          </p:cNvPr>
          <p:cNvSpPr/>
          <p:nvPr/>
        </p:nvSpPr>
        <p:spPr>
          <a:xfrm>
            <a:off x="4944009" y="2277309"/>
            <a:ext cx="2304258" cy="2304258"/>
          </a:xfrm>
          <a:prstGeom prst="arc">
            <a:avLst>
              <a:gd name="adj1" fmla="val 20716967"/>
              <a:gd name="adj2" fmla="val 0"/>
            </a:avLst>
          </a:prstGeom>
          <a:ln>
            <a:solidFill>
              <a:srgbClr val="00547F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142044F6-627E-A588-3BEE-94A05046CD48}"/>
                  </a:ext>
                </a:extLst>
              </p:cNvPr>
              <p:cNvSpPr txBox="1"/>
              <p:nvPr/>
            </p:nvSpPr>
            <p:spPr>
              <a:xfrm>
                <a:off x="7550493" y="3306325"/>
                <a:ext cx="207301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142044F6-627E-A588-3BEE-94A05046C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493" y="3306325"/>
                <a:ext cx="207301" cy="274434"/>
              </a:xfrm>
              <a:prstGeom prst="rect">
                <a:avLst/>
              </a:prstGeom>
              <a:blipFill>
                <a:blip r:embed="rId2"/>
                <a:stretch>
                  <a:fillRect l="-23529" r="-5882"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C50AACF2-1C72-3DEF-1779-3BCD83C445A6}"/>
                  </a:ext>
                </a:extLst>
              </p:cNvPr>
              <p:cNvSpPr txBox="1"/>
              <p:nvPr/>
            </p:nvSpPr>
            <p:spPr>
              <a:xfrm>
                <a:off x="6015077" y="1721608"/>
                <a:ext cx="208327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C50AACF2-1C72-3DEF-1779-3BCD83C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077" y="1721608"/>
                <a:ext cx="208327" cy="274434"/>
              </a:xfrm>
              <a:prstGeom prst="rect">
                <a:avLst/>
              </a:prstGeom>
              <a:blipFill>
                <a:blip r:embed="rId3"/>
                <a:stretch>
                  <a:fillRect l="-32353" r="-8824" b="-2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0FC720A2-9E99-D18B-004F-187199F2FD85}"/>
                  </a:ext>
                </a:extLst>
              </p:cNvPr>
              <p:cNvSpPr txBox="1"/>
              <p:nvPr/>
            </p:nvSpPr>
            <p:spPr>
              <a:xfrm>
                <a:off x="6015077" y="3622813"/>
                <a:ext cx="255391" cy="2826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0FC720A2-9E99-D18B-004F-187199F2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077" y="3622813"/>
                <a:ext cx="255391" cy="282641"/>
              </a:xfrm>
              <a:prstGeom prst="rect">
                <a:avLst/>
              </a:prstGeom>
              <a:blipFill>
                <a:blip r:embed="rId4"/>
                <a:stretch>
                  <a:fillRect l="-19048" r="-4762" b="-106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F573D01C-276A-989C-8961-19F79A2A26C5}"/>
                  </a:ext>
                </a:extLst>
              </p:cNvPr>
              <p:cNvSpPr txBox="1"/>
              <p:nvPr/>
            </p:nvSpPr>
            <p:spPr>
              <a:xfrm>
                <a:off x="7270806" y="3181145"/>
                <a:ext cx="1263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F573D01C-276A-989C-8961-19F79A2A2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806" y="3181145"/>
                <a:ext cx="126317" cy="184666"/>
              </a:xfrm>
              <a:prstGeom prst="rect">
                <a:avLst/>
              </a:prstGeom>
              <a:blipFill>
                <a:blip r:embed="rId5"/>
                <a:stretch>
                  <a:fillRect l="-30000" r="-30000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567151A2-551A-05C5-445D-B544B9165B3B}"/>
                  </a:ext>
                </a:extLst>
              </p:cNvPr>
              <p:cNvSpPr txBox="1"/>
              <p:nvPr/>
            </p:nvSpPr>
            <p:spPr>
              <a:xfrm>
                <a:off x="7541731" y="2898848"/>
                <a:ext cx="202555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567151A2-551A-05C5-445D-B544B916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1731" y="2898848"/>
                <a:ext cx="202555" cy="274434"/>
              </a:xfrm>
              <a:prstGeom prst="rect">
                <a:avLst/>
              </a:prstGeom>
              <a:blipFill>
                <a:blip r:embed="rId6"/>
                <a:stretch>
                  <a:fillRect l="-21212" r="-6061"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3F4D728A-9646-06EE-62A0-58375971ACB1}"/>
                  </a:ext>
                </a:extLst>
              </p:cNvPr>
              <p:cNvSpPr txBox="1"/>
              <p:nvPr/>
            </p:nvSpPr>
            <p:spPr>
              <a:xfrm>
                <a:off x="5661055" y="1721608"/>
                <a:ext cx="203581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fr-F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3F4D728A-9646-06EE-62A0-58375971A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1055" y="1721608"/>
                <a:ext cx="203581" cy="274434"/>
              </a:xfrm>
              <a:prstGeom prst="rect">
                <a:avLst/>
              </a:prstGeom>
              <a:blipFill>
                <a:blip r:embed="rId7"/>
                <a:stretch>
                  <a:fillRect l="-33333" r="-9091" b="-2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DE24122-C031-D031-9189-16826C7198B5}"/>
              </a:ext>
            </a:extLst>
          </p:cNvPr>
          <p:cNvSpPr/>
          <p:nvPr/>
        </p:nvSpPr>
        <p:spPr>
          <a:xfrm>
            <a:off x="2302852" y="3655813"/>
            <a:ext cx="415449" cy="145926"/>
          </a:xfrm>
          <a:custGeom>
            <a:avLst/>
            <a:gdLst>
              <a:gd name="connsiteX0" fmla="*/ 0 w 400050"/>
              <a:gd name="connsiteY0" fmla="*/ 6350 h 134622"/>
              <a:gd name="connsiteX1" fmla="*/ 63500 w 400050"/>
              <a:gd name="connsiteY1" fmla="*/ 114300 h 134622"/>
              <a:gd name="connsiteX2" fmla="*/ 203200 w 400050"/>
              <a:gd name="connsiteY2" fmla="*/ 69850 h 134622"/>
              <a:gd name="connsiteX3" fmla="*/ 304800 w 400050"/>
              <a:gd name="connsiteY3" fmla="*/ 133350 h 134622"/>
              <a:gd name="connsiteX4" fmla="*/ 400050 w 400050"/>
              <a:gd name="connsiteY4" fmla="*/ 0 h 134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0050" h="134622">
                <a:moveTo>
                  <a:pt x="0" y="6350"/>
                </a:moveTo>
                <a:cubicBezTo>
                  <a:pt x="14816" y="55033"/>
                  <a:pt x="29633" y="103717"/>
                  <a:pt x="63500" y="114300"/>
                </a:cubicBezTo>
                <a:cubicBezTo>
                  <a:pt x="97367" y="124883"/>
                  <a:pt x="162983" y="66675"/>
                  <a:pt x="203200" y="69850"/>
                </a:cubicBezTo>
                <a:cubicBezTo>
                  <a:pt x="243417" y="73025"/>
                  <a:pt x="271992" y="144992"/>
                  <a:pt x="304800" y="133350"/>
                </a:cubicBezTo>
                <a:cubicBezTo>
                  <a:pt x="337608" y="121708"/>
                  <a:pt x="368829" y="60854"/>
                  <a:pt x="400050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52321BA6-0CFB-88D1-F3D5-B75DA2B77DFF}"/>
              </a:ext>
            </a:extLst>
          </p:cNvPr>
          <p:cNvCxnSpPr>
            <a:cxnSpLocks/>
            <a:stCxn id="43" idx="4"/>
          </p:cNvCxnSpPr>
          <p:nvPr/>
        </p:nvCxnSpPr>
        <p:spPr>
          <a:xfrm>
            <a:off x="2502283" y="3513708"/>
            <a:ext cx="0" cy="142105"/>
          </a:xfrm>
          <a:prstGeom prst="lin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5B51A1CC-26A4-3BC2-D639-08D9F7860894}"/>
              </a:ext>
            </a:extLst>
          </p:cNvPr>
          <p:cNvCxnSpPr>
            <a:cxnSpLocks/>
          </p:cNvCxnSpPr>
          <p:nvPr/>
        </p:nvCxnSpPr>
        <p:spPr>
          <a:xfrm flipH="1">
            <a:off x="2286259" y="3659633"/>
            <a:ext cx="432048" cy="0"/>
          </a:xfrm>
          <a:prstGeom prst="lin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90B020E-E149-141F-9AE0-50EDBD37F615}"/>
                  </a:ext>
                </a:extLst>
              </p:cNvPr>
              <p:cNvSpPr txBox="1"/>
              <p:nvPr/>
            </p:nvSpPr>
            <p:spPr>
              <a:xfrm>
                <a:off x="2270102" y="3350831"/>
                <a:ext cx="13452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90B020E-E149-141F-9AE0-50EDBD37F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102" y="3350831"/>
                <a:ext cx="134524" cy="184666"/>
              </a:xfrm>
              <a:prstGeom prst="rect">
                <a:avLst/>
              </a:prstGeom>
              <a:blipFill>
                <a:blip r:embed="rId8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699DBA2-D7B6-0D2A-B87E-5F21F259A154}"/>
                  </a:ext>
                </a:extLst>
              </p:cNvPr>
              <p:cNvSpPr txBox="1"/>
              <p:nvPr/>
            </p:nvSpPr>
            <p:spPr>
              <a:xfrm>
                <a:off x="3851106" y="2328505"/>
                <a:ext cx="14035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699DBA2-D7B6-0D2A-B87E-5F21F259A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106" y="2328505"/>
                <a:ext cx="140359" cy="184666"/>
              </a:xfrm>
              <a:prstGeom prst="rect">
                <a:avLst/>
              </a:prstGeom>
              <a:blipFill>
                <a:blip r:embed="rId9"/>
                <a:stretch>
                  <a:fillRect l="-26087" r="-21739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Ellipse 24">
            <a:extLst>
              <a:ext uri="{FF2B5EF4-FFF2-40B4-BE49-F238E27FC236}">
                <a16:creationId xmlns:a16="http://schemas.microsoft.com/office/drawing/2014/main" id="{08870124-3D5A-C994-1EA3-6A9D28C3E5C9}"/>
              </a:ext>
            </a:extLst>
          </p:cNvPr>
          <p:cNvSpPr/>
          <p:nvPr/>
        </p:nvSpPr>
        <p:spPr>
          <a:xfrm>
            <a:off x="2405660" y="3805559"/>
            <a:ext cx="180000" cy="1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solidFill>
                  <a:schemeClr val="tx1"/>
                </a:solidFill>
              </a:rPr>
              <a:t>0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402B02A3-DEF2-8480-9824-258B9D626BCC}"/>
              </a:ext>
            </a:extLst>
          </p:cNvPr>
          <p:cNvSpPr/>
          <p:nvPr/>
        </p:nvSpPr>
        <p:spPr>
          <a:xfrm>
            <a:off x="2661653" y="2786044"/>
            <a:ext cx="180000" cy="180000"/>
          </a:xfrm>
          <a:prstGeom prst="ellipse">
            <a:avLst/>
          </a:prstGeom>
          <a:noFill/>
          <a:ln w="19050">
            <a:solidFill>
              <a:srgbClr val="0054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solidFill>
                  <a:srgbClr val="00547F"/>
                </a:solidFill>
              </a:rPr>
              <a:t>1</a:t>
            </a:r>
            <a:endParaRPr lang="fr-FR" sz="1400" b="1" dirty="0">
              <a:solidFill>
                <a:srgbClr val="00547F"/>
              </a:solidFill>
            </a:endParaRP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CE4B36B6-12AA-1046-F2F5-4EF660C54FA0}"/>
              </a:ext>
            </a:extLst>
          </p:cNvPr>
          <p:cNvGrpSpPr/>
          <p:nvPr/>
        </p:nvGrpSpPr>
        <p:grpSpPr>
          <a:xfrm>
            <a:off x="2498607" y="1989277"/>
            <a:ext cx="1440160" cy="1440160"/>
            <a:chOff x="971600" y="548680"/>
            <a:chExt cx="1440160" cy="1440160"/>
          </a:xfrm>
        </p:grpSpPr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82137E07-72D4-253A-D9E2-2A5DC2D63911}"/>
                </a:ext>
              </a:extLst>
            </p:cNvPr>
            <p:cNvCxnSpPr/>
            <p:nvPr/>
          </p:nvCxnSpPr>
          <p:spPr>
            <a:xfrm flipV="1">
              <a:off x="971600" y="548680"/>
              <a:ext cx="0" cy="1440160"/>
            </a:xfrm>
            <a:prstGeom prst="line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199CD405-302B-7F44-773D-D4F4F581C5B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91680" y="1268760"/>
              <a:ext cx="0" cy="1440160"/>
            </a:xfrm>
            <a:prstGeom prst="line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619686FF-0D75-9987-E453-F6776263C614}"/>
                  </a:ext>
                </a:extLst>
              </p:cNvPr>
              <p:cNvSpPr txBox="1"/>
              <p:nvPr/>
            </p:nvSpPr>
            <p:spPr>
              <a:xfrm>
                <a:off x="3952961" y="3306325"/>
                <a:ext cx="207301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619686FF-0D75-9987-E453-F6776263C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2961" y="3306325"/>
                <a:ext cx="207301" cy="274434"/>
              </a:xfrm>
              <a:prstGeom prst="rect">
                <a:avLst/>
              </a:prstGeom>
              <a:blipFill>
                <a:blip r:embed="rId10"/>
                <a:stretch>
                  <a:fillRect l="-20588" r="-5882"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6C141949-B89C-FC56-B0ED-79CDD66888E5}"/>
                  </a:ext>
                </a:extLst>
              </p:cNvPr>
              <p:cNvSpPr txBox="1"/>
              <p:nvPr/>
            </p:nvSpPr>
            <p:spPr>
              <a:xfrm>
                <a:off x="2417545" y="1721608"/>
                <a:ext cx="208327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6C141949-B89C-FC56-B0ED-79CDD6688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545" y="1721608"/>
                <a:ext cx="208327" cy="274434"/>
              </a:xfrm>
              <a:prstGeom prst="rect">
                <a:avLst/>
              </a:prstGeom>
              <a:blipFill>
                <a:blip r:embed="rId11"/>
                <a:stretch>
                  <a:fillRect l="-32353" r="-8824" b="-2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020CFC53-95D7-D937-C9D5-038C1C1E6D5B}"/>
                  </a:ext>
                </a:extLst>
              </p:cNvPr>
              <p:cNvSpPr txBox="1"/>
              <p:nvPr/>
            </p:nvSpPr>
            <p:spPr>
              <a:xfrm>
                <a:off x="4293216" y="1990328"/>
                <a:ext cx="202555" cy="274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020CFC53-95D7-D937-C9D5-038C1C1E6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216" y="1990328"/>
                <a:ext cx="202555" cy="274434"/>
              </a:xfrm>
              <a:prstGeom prst="rect">
                <a:avLst/>
              </a:prstGeom>
              <a:blipFill>
                <a:blip r:embed="rId12"/>
                <a:stretch>
                  <a:fillRect l="-21212" r="-6061" b="-1087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Ellipse 32">
            <a:extLst>
              <a:ext uri="{FF2B5EF4-FFF2-40B4-BE49-F238E27FC236}">
                <a16:creationId xmlns:a16="http://schemas.microsoft.com/office/drawing/2014/main" id="{7692D48F-3EBF-AE16-D396-5D54F6F09FCC}"/>
              </a:ext>
            </a:extLst>
          </p:cNvPr>
          <p:cNvSpPr/>
          <p:nvPr/>
        </p:nvSpPr>
        <p:spPr>
          <a:xfrm>
            <a:off x="3481457" y="2475864"/>
            <a:ext cx="180000" cy="180000"/>
          </a:xfrm>
          <a:prstGeom prst="ellipse">
            <a:avLst/>
          </a:prstGeom>
          <a:noFill/>
          <a:ln w="19050">
            <a:solidFill>
              <a:srgbClr val="EF72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solidFill>
                  <a:srgbClr val="EF7268"/>
                </a:solidFill>
              </a:rPr>
              <a:t>2</a:t>
            </a:r>
            <a:endParaRPr lang="fr-FR" sz="1400" b="1" dirty="0">
              <a:solidFill>
                <a:srgbClr val="EF7268"/>
              </a:solidFill>
            </a:endParaRP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1AC0486C-4A61-6335-67B5-3071D0E4F27E}"/>
              </a:ext>
            </a:extLst>
          </p:cNvPr>
          <p:cNvCxnSpPr>
            <a:cxnSpLocks/>
          </p:cNvCxnSpPr>
          <p:nvPr/>
        </p:nvCxnSpPr>
        <p:spPr>
          <a:xfrm rot="19800000">
            <a:off x="3606293" y="2522298"/>
            <a:ext cx="943354" cy="9480"/>
          </a:xfrm>
          <a:prstGeom prst="line">
            <a:avLst/>
          </a:prstGeom>
          <a:ln w="12700">
            <a:solidFill>
              <a:srgbClr val="00547F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B325EEAE-BF6E-2784-9DDC-EDF2C6E47879}"/>
              </a:ext>
            </a:extLst>
          </p:cNvPr>
          <p:cNvGrpSpPr/>
          <p:nvPr/>
        </p:nvGrpSpPr>
        <p:grpSpPr>
          <a:xfrm rot="19800000">
            <a:off x="2402519" y="3065982"/>
            <a:ext cx="847937" cy="162000"/>
            <a:chOff x="2402883" y="1240730"/>
            <a:chExt cx="847937" cy="162000"/>
          </a:xfrm>
        </p:grpSpPr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C2A70529-A1C8-E159-DCFA-141F37C52789}"/>
                </a:ext>
              </a:extLst>
            </p:cNvPr>
            <p:cNvCxnSpPr>
              <a:cxnSpLocks/>
              <a:endCxn id="39" idx="0"/>
            </p:cNvCxnSpPr>
            <p:nvPr/>
          </p:nvCxnSpPr>
          <p:spPr>
            <a:xfrm>
              <a:off x="3240700" y="1240732"/>
              <a:ext cx="0" cy="72000"/>
            </a:xfrm>
            <a:prstGeom prst="line">
              <a:avLst/>
            </a:prstGeom>
            <a:solidFill>
              <a:srgbClr val="00B050"/>
            </a:solidFill>
            <a:ln w="28575">
              <a:solidFill>
                <a:srgbClr val="0054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C837939C-BD88-EB09-BBFB-47958AB62358}"/>
                </a:ext>
              </a:extLst>
            </p:cNvPr>
            <p:cNvCxnSpPr>
              <a:cxnSpLocks/>
            </p:cNvCxnSpPr>
            <p:nvPr/>
          </p:nvCxnSpPr>
          <p:spPr>
            <a:xfrm>
              <a:off x="2402883" y="1243214"/>
              <a:ext cx="847937" cy="0"/>
            </a:xfrm>
            <a:prstGeom prst="line">
              <a:avLst/>
            </a:prstGeom>
            <a:solidFill>
              <a:srgbClr val="00B050"/>
            </a:solidFill>
            <a:ln w="28575">
              <a:solidFill>
                <a:srgbClr val="0054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AB14990D-45E4-E739-336D-E3B0BF6F6F3B}"/>
                </a:ext>
              </a:extLst>
            </p:cNvPr>
            <p:cNvCxnSpPr>
              <a:cxnSpLocks/>
            </p:cNvCxnSpPr>
            <p:nvPr/>
          </p:nvCxnSpPr>
          <p:spPr>
            <a:xfrm>
              <a:off x="2402883" y="1240730"/>
              <a:ext cx="0" cy="162000"/>
            </a:xfrm>
            <a:prstGeom prst="line">
              <a:avLst/>
            </a:prstGeom>
            <a:solidFill>
              <a:srgbClr val="00B050"/>
            </a:solidFill>
            <a:ln w="28575">
              <a:solidFill>
                <a:srgbClr val="0054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71836D76-A16C-3A91-699F-29042E105D93}"/>
              </a:ext>
            </a:extLst>
          </p:cNvPr>
          <p:cNvCxnSpPr>
            <a:cxnSpLocks/>
          </p:cNvCxnSpPr>
          <p:nvPr/>
        </p:nvCxnSpPr>
        <p:spPr>
          <a:xfrm rot="19800000" flipH="1">
            <a:off x="2666156" y="2973417"/>
            <a:ext cx="1258992" cy="0"/>
          </a:xfrm>
          <a:prstGeom prst="line">
            <a:avLst/>
          </a:prstGeom>
          <a:solidFill>
            <a:srgbClr val="00B050"/>
          </a:solidFill>
          <a:ln w="28575">
            <a:solidFill>
              <a:srgbClr val="EF72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0EDC5B11-36C9-F539-224E-E2B7CE4A9D15}"/>
              </a:ext>
            </a:extLst>
          </p:cNvPr>
          <p:cNvSpPr/>
          <p:nvPr/>
        </p:nvSpPr>
        <p:spPr>
          <a:xfrm rot="65633">
            <a:off x="3815825" y="2530953"/>
            <a:ext cx="180000" cy="180000"/>
          </a:xfrm>
          <a:prstGeom prst="ellipse">
            <a:avLst/>
          </a:prstGeom>
          <a:solidFill>
            <a:srgbClr val="EF7268"/>
          </a:solidFill>
          <a:ln w="28575">
            <a:solidFill>
              <a:srgbClr val="EF72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8E3BE3-EAB3-1B0F-D716-15E52217957D}"/>
              </a:ext>
            </a:extLst>
          </p:cNvPr>
          <p:cNvSpPr/>
          <p:nvPr/>
        </p:nvSpPr>
        <p:spPr>
          <a:xfrm rot="19800000">
            <a:off x="3056268" y="2917702"/>
            <a:ext cx="360000" cy="180000"/>
          </a:xfrm>
          <a:prstGeom prst="rect">
            <a:avLst/>
          </a:prstGeom>
          <a:solidFill>
            <a:schemeClr val="bg1"/>
          </a:solidFill>
          <a:ln w="28575">
            <a:solidFill>
              <a:srgbClr val="0054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2D792590-3E77-2B67-87C2-3DD1A4ED380E}"/>
              </a:ext>
            </a:extLst>
          </p:cNvPr>
          <p:cNvSpPr/>
          <p:nvPr/>
        </p:nvSpPr>
        <p:spPr>
          <a:xfrm>
            <a:off x="2412283" y="3333708"/>
            <a:ext cx="180000" cy="1800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41B21A59-5771-7532-7B88-0A1DCBA15383}"/>
                  </a:ext>
                </a:extLst>
              </p:cNvPr>
              <p:cNvSpPr txBox="1"/>
              <p:nvPr/>
            </p:nvSpPr>
            <p:spPr>
              <a:xfrm>
                <a:off x="3245004" y="3171773"/>
                <a:ext cx="1333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41B21A59-5771-7532-7B88-0A1DCBA15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004" y="3171773"/>
                <a:ext cx="133370" cy="184666"/>
              </a:xfrm>
              <a:prstGeom prst="rect">
                <a:avLst/>
              </a:prstGeom>
              <a:blipFill>
                <a:blip r:embed="rId13"/>
                <a:stretch>
                  <a:fillRect l="-27273" r="-22727" b="-3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0819924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344</Words>
  <Application>Microsoft Office PowerPoint</Application>
  <PresentationFormat>Grand écran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8" baseType="lpstr">
      <vt:lpstr>Arial Nova</vt:lpstr>
      <vt:lpstr>Calibri</vt:lpstr>
      <vt:lpstr>Calibri Light</vt:lpstr>
      <vt:lpstr>Cambria Math</vt:lpstr>
      <vt:lpstr>Wingdings</vt:lpstr>
      <vt:lpstr>Rétrospective</vt:lpstr>
      <vt:lpstr>Présentation PowerPoint</vt:lpstr>
      <vt:lpstr>Mise en service du Bras Beta</vt:lpstr>
      <vt:lpstr>Présentation PowerPoint</vt:lpstr>
      <vt:lpstr>Chaine Fonctionnelle</vt:lpstr>
      <vt:lpstr>Bras Beta – Axe de Rotation</vt:lpstr>
      <vt:lpstr>Bras Beta – Axe de translation</vt:lpstr>
      <vt:lpstr>3 – Chaînes de solides</vt:lpstr>
      <vt:lpstr>Modélisation cinématique Schéma d’architecture</vt:lpstr>
      <vt:lpstr>Modélisation cinématique Schéma d’architecture</vt:lpstr>
      <vt:lpstr>Présentation PowerPoint</vt:lpstr>
      <vt:lpstr>4 – Résolution cinématique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38</cp:revision>
  <cp:lastPrinted>2024-06-03T12:45:18Z</cp:lastPrinted>
  <dcterms:created xsi:type="dcterms:W3CDTF">2023-03-22T10:05:05Z</dcterms:created>
  <dcterms:modified xsi:type="dcterms:W3CDTF">2025-09-28T15:20:59Z</dcterms:modified>
</cp:coreProperties>
</file>