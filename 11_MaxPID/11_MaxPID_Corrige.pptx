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6" r:id="rId8"/>
    <p:sldId id="287" r:id="rId9"/>
    <p:sldId id="284" r:id="rId10"/>
    <p:sldId id="272" r:id="rId11"/>
    <p:sldId id="271" r:id="rId12"/>
    <p:sldId id="280" r:id="rId13"/>
    <p:sldId id="274" r:id="rId14"/>
    <p:sldId id="275" r:id="rId15"/>
    <p:sldId id="281" r:id="rId16"/>
    <p:sldId id="278" r:id="rId17"/>
    <p:sldId id="276" r:id="rId18"/>
    <p:sldId id="277" r:id="rId19"/>
    <p:sldId id="282" r:id="rId20"/>
    <p:sldId id="28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576" y="-4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18/02/2026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18/02/2026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9.png"/><Relationship Id="rId5" Type="http://schemas.openxmlformats.org/officeDocument/2006/relationships/image" Target="../media/image261.png"/></Relationships>
</file>

<file path=ppt/slides/_rels/slide1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tif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51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86" y="1564459"/>
            <a:ext cx="11455228" cy="375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géométrique et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indirecte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9197655" cy="5253339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p>
                                      <m:sSup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</m:e>
                    </m:rad>
                  </m:oMath>
                </a14:m>
                <a:endParaRPr lang="fr-FR" dirty="0"/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fr-FR" dirty="0"/>
                  <a:t> soit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9197655" cy="5253339"/>
              </a:xfrm>
              <a:blipFill>
                <a:blip r:embed="rId3"/>
                <a:stretch>
                  <a:fillRect l="-125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2B62984-BF0B-DC5D-4B57-636165C7B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8CD2CCE-C3EE-5884-E969-932D3CD95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67" y="10944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60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160A-07F8-3F5D-903C-0AC2D4ED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</p:spPr>
            <p:txBody>
              <a:bodyPr>
                <a:normAutofit fontScale="92500"/>
              </a:bodyPr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  <a:blipFill>
                <a:blip r:embed="rId3"/>
                <a:stretch>
                  <a:fillRect l="-12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C91B98E8-3718-E1A0-1ED8-86D061B0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41CC39-6838-5C96-8901-625B066FD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67" y="10944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17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90C1-FE7C-69F3-01BD-1A405BB5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F0FB32-B016-FED2-32DB-B91BA7A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C8992F-8C34-F226-1E01-2A59D755E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58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stator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 r="-6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635360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57C7BD-D03F-35FF-CA8A-060B4E802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1087</Words>
  <Application>Microsoft Office PowerPoint</Application>
  <PresentationFormat>Grand écran</PresentationFormat>
  <Paragraphs>271</Paragraphs>
  <Slides>20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7" baseType="lpstr">
      <vt:lpstr>Arial Nova</vt:lpstr>
      <vt:lpstr>Calibri</vt:lpstr>
      <vt:lpstr>Calibri Light</vt:lpstr>
      <vt:lpstr>Cambria Math</vt:lpstr>
      <vt:lpstr>Wingdings</vt:lpstr>
      <vt:lpstr>Rétrospective</vt:lpstr>
      <vt:lpstr>Worksheet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04 Résolution géométrique et cinématique</vt:lpstr>
      <vt:lpstr>Loi indirecte – γ=f(θ)</vt:lpstr>
      <vt:lpstr>Loi directe – θ=f(γ)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Stratégie TEC Puissances</vt:lpstr>
      <vt:lpstr>Stratégie TEC Evaluation de la puissance dissipée par frottement</vt:lpstr>
      <vt:lpstr>Puissance de la pesanteur</vt:lpstr>
      <vt:lpstr>MaxPID horizontal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82</cp:revision>
  <dcterms:created xsi:type="dcterms:W3CDTF">2023-03-22T10:05:05Z</dcterms:created>
  <dcterms:modified xsi:type="dcterms:W3CDTF">2026-02-19T17:58:28Z</dcterms:modified>
</cp:coreProperties>
</file>