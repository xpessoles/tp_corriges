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8" r:id="rId10"/>
    <p:sldId id="284" r:id="rId11"/>
    <p:sldId id="272" r:id="rId12"/>
    <p:sldId id="271" r:id="rId13"/>
    <p:sldId id="280" r:id="rId14"/>
    <p:sldId id="274" r:id="rId15"/>
    <p:sldId id="275" r:id="rId16"/>
    <p:sldId id="281" r:id="rId17"/>
    <p:sldId id="278" r:id="rId18"/>
    <p:sldId id="276" r:id="rId19"/>
    <p:sldId id="277" r:id="rId20"/>
    <p:sldId id="282" r:id="rId21"/>
    <p:sldId id="28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8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06/03/2026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tif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28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68" y="3835914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D32D995-368F-910A-03A5-33A843A7C607}"/>
              </a:ext>
            </a:extLst>
          </p:cNvPr>
          <p:cNvCxnSpPr>
            <a:cxnSpLocks/>
          </p:cNvCxnSpPr>
          <p:nvPr/>
        </p:nvCxnSpPr>
        <p:spPr>
          <a:xfrm flipV="1">
            <a:off x="330698" y="3825761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Au final,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sSup>
                                                  <m:sSup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fr-FR">
                                                        <a:latin typeface="Cambria Math" panose="02040503050406030204" pitchFamily="18" charset="0"/>
                                                      </a:rPr>
                                                      <m:t>tan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−1</m:t>
                                                    </m:r>
                                                  </m:sup>
                                                </m:sSup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f>
                                                      <m:fPr>
                                                        <m:ctrlP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fPr>
                                                      <m:num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</m:num>
                                                      <m:den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𝑐</m:t>
                                                        </m:r>
                                                      </m:den>
                                                    </m:f>
                                                  </m:e>
                                                </m:d>
                                              </m:e>
                                            </m:func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>
                                                <a:latin typeface="Cambria Math" panose="02040503050406030204" pitchFamily="18" charset="0"/>
                                              </a:rPr>
                                              <m:t>tan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>
                                              <m:f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𝑑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den>
                                            </m:f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  <a:blipFill>
                <a:blip r:embed="rId3"/>
                <a:stretch>
                  <a:fillRect l="-41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546" y="0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m:rPr>
                                        <m:nor/>
                                      </m:rPr>
                                      <a:rPr lang="fr-FR" i="1" dirty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×</m:t>
                                    </m:r>
                                    <m:f>
                                      <m:f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num>
                                      <m:den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  <a:blipFill>
                <a:blip r:embed="rId3"/>
                <a:stretch>
                  <a:fillRect l="-9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744" y="-491192"/>
            <a:ext cx="4803486" cy="37601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67" y="8658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AD561-E397-48A3-8A25-608BAFD5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Tracer les courbes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D81803-23F0-4705-3E30-BE38DBBA8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Voir </a:t>
            </a:r>
            <a:r>
              <a:rPr lang="fr-FR" dirty="0" err="1"/>
              <a:t>capytale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0605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635360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57C7BD-D03F-35FF-CA8A-060B4E802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1121</Words>
  <Application>Microsoft Office PowerPoint</Application>
  <PresentationFormat>Grand écran</PresentationFormat>
  <Paragraphs>280</Paragraphs>
  <Slides>21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8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Tracer les courbes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87</cp:revision>
  <dcterms:created xsi:type="dcterms:W3CDTF">2023-03-22T10:05:05Z</dcterms:created>
  <dcterms:modified xsi:type="dcterms:W3CDTF">2026-03-06T20:53:11Z</dcterms:modified>
</cp:coreProperties>
</file>