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6" r:id="rId4"/>
    <p:sldId id="267" r:id="rId5"/>
    <p:sldId id="279" r:id="rId6"/>
    <p:sldId id="269" r:id="rId7"/>
    <p:sldId id="286" r:id="rId8"/>
    <p:sldId id="287" r:id="rId9"/>
    <p:sldId id="288" r:id="rId10"/>
    <p:sldId id="284" r:id="rId11"/>
    <p:sldId id="272" r:id="rId12"/>
    <p:sldId id="271" r:id="rId13"/>
    <p:sldId id="280" r:id="rId14"/>
    <p:sldId id="274" r:id="rId15"/>
    <p:sldId id="275" r:id="rId16"/>
    <p:sldId id="281" r:id="rId17"/>
    <p:sldId id="278" r:id="rId18"/>
    <p:sldId id="276" r:id="rId19"/>
    <p:sldId id="277" r:id="rId20"/>
    <p:sldId id="282" r:id="rId21"/>
    <p:sldId id="28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7F"/>
    <a:srgbClr val="DFE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576" y="18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41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1463" indent="-269875">
              <a:defRPr/>
            </a:lvl1pPr>
            <a:lvl2pPr marL="449263" indent="-249238">
              <a:buClr>
                <a:schemeClr val="accent1"/>
              </a:buClr>
              <a:buSzPct val="80000"/>
              <a:defRPr/>
            </a:lvl2pPr>
            <a:lvl3pPr>
              <a:buClr>
                <a:schemeClr val="accent2"/>
              </a:buClr>
              <a:buSzPct val="80000"/>
              <a:defRPr/>
            </a:lvl3pPr>
            <a:lvl4pPr>
              <a:buClr>
                <a:schemeClr val="accent3"/>
              </a:buClr>
              <a:buSzPct val="80000"/>
              <a:defRPr/>
            </a:lvl4pPr>
            <a:lvl5pPr>
              <a:buClr>
                <a:schemeClr val="accent4"/>
              </a:buClr>
              <a:buSzPct val="80000"/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38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23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28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238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261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7F135F6-2A09-4FDD-9ECA-096E230CA0FA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94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53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01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12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8827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795" y="981887"/>
            <a:ext cx="11956410" cy="52533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45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7F135F6-2A09-4FDD-9ECA-096E230CA0FA}" type="datetimeFigureOut">
              <a:rPr lang="fr-FR" smtClean="0"/>
              <a:t>09/03/2026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4474" y="6459785"/>
            <a:ext cx="66262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0429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117795" y="891152"/>
            <a:ext cx="1195641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19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71463" indent="-2714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2"/>
        </a:buClr>
        <a:buSzPct val="80000"/>
        <a:buFont typeface="Wingdings" panose="05000000000000000000" pitchFamily="2" charset="2"/>
        <a:buChar char="q"/>
        <a:defRPr lang="fr-FR" sz="2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9263" indent="-24923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Wingdings" panose="05000000000000000000" pitchFamily="2" charset="2"/>
        <a:buChar char="q"/>
        <a:defRPr lang="fr-FR" sz="24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7063" indent="-24288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4863" indent="-2381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2663" indent="-23336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4"/>
        </a:buClr>
        <a:buSzPct val="80000"/>
        <a:buFont typeface="Wingdings" panose="05000000000000000000" pitchFamily="2" charset="2"/>
        <a:buChar char="q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17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23" Type="http://schemas.openxmlformats.org/officeDocument/2006/relationships/image" Target="../media/image20.png"/><Relationship Id="rId10" Type="http://schemas.openxmlformats.org/officeDocument/2006/relationships/image" Target="../media/image10.png"/><Relationship Id="rId19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29.png"/><Relationship Id="rId5" Type="http://schemas.openxmlformats.org/officeDocument/2006/relationships/image" Target="../media/image261.png"/></Relationships>
</file>

<file path=ppt/slides/_rels/slide1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70.png"/><Relationship Id="rId26" Type="http://schemas.openxmlformats.org/officeDocument/2006/relationships/image" Target="../media/image251.png"/><Relationship Id="rId39" Type="http://schemas.openxmlformats.org/officeDocument/2006/relationships/image" Target="../media/image250.png"/><Relationship Id="rId21" Type="http://schemas.openxmlformats.org/officeDocument/2006/relationships/image" Target="../media/image200.png"/><Relationship Id="rId34" Type="http://schemas.openxmlformats.org/officeDocument/2006/relationships/image" Target="../media/image36.png"/><Relationship Id="rId42" Type="http://schemas.openxmlformats.org/officeDocument/2006/relationships/image" Target="../media/image41.png"/><Relationship Id="rId47" Type="http://schemas.openxmlformats.org/officeDocument/2006/relationships/image" Target="../media/image330.png"/><Relationship Id="rId50" Type="http://schemas.openxmlformats.org/officeDocument/2006/relationships/image" Target="../media/image360.png"/><Relationship Id="rId55" Type="http://schemas.openxmlformats.org/officeDocument/2006/relationships/image" Target="../media/image48.png"/><Relationship Id="rId16" Type="http://schemas.openxmlformats.org/officeDocument/2006/relationships/image" Target="../media/image150.png"/><Relationship Id="rId20" Type="http://schemas.openxmlformats.org/officeDocument/2006/relationships/image" Target="../media/image190.png"/><Relationship Id="rId29" Type="http://schemas.openxmlformats.org/officeDocument/2006/relationships/image" Target="../media/image31.png"/><Relationship Id="rId41" Type="http://schemas.openxmlformats.org/officeDocument/2006/relationships/image" Target="../media/image270.png"/><Relationship Id="rId54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31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40" Type="http://schemas.openxmlformats.org/officeDocument/2006/relationships/image" Target="../media/image260.png"/><Relationship Id="rId45" Type="http://schemas.openxmlformats.org/officeDocument/2006/relationships/image" Target="../media/image44.png"/><Relationship Id="rId53" Type="http://schemas.openxmlformats.org/officeDocument/2006/relationships/image" Target="../media/image46.png"/><Relationship Id="rId15" Type="http://schemas.openxmlformats.org/officeDocument/2006/relationships/image" Target="../media/image140.png"/><Relationship Id="rId23" Type="http://schemas.openxmlformats.org/officeDocument/2006/relationships/image" Target="../media/image220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49" Type="http://schemas.openxmlformats.org/officeDocument/2006/relationships/image" Target="../media/image350.png"/><Relationship Id="rId19" Type="http://schemas.openxmlformats.org/officeDocument/2006/relationships/image" Target="../media/image180.png"/><Relationship Id="rId31" Type="http://schemas.openxmlformats.org/officeDocument/2006/relationships/image" Target="../media/image33.png"/><Relationship Id="rId44" Type="http://schemas.openxmlformats.org/officeDocument/2006/relationships/image" Target="../media/image43.png"/><Relationship Id="rId52" Type="http://schemas.openxmlformats.org/officeDocument/2006/relationships/image" Target="../media/image45.png"/><Relationship Id="rId14" Type="http://schemas.openxmlformats.org/officeDocument/2006/relationships/image" Target="../media/image130.png"/><Relationship Id="rId22" Type="http://schemas.openxmlformats.org/officeDocument/2006/relationships/image" Target="../media/image210.png"/><Relationship Id="rId27" Type="http://schemas.openxmlformats.org/officeDocument/2006/relationships/image" Target="../media/image280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43" Type="http://schemas.openxmlformats.org/officeDocument/2006/relationships/image" Target="../media/image42.png"/><Relationship Id="rId48" Type="http://schemas.openxmlformats.org/officeDocument/2006/relationships/image" Target="../media/image340.png"/><Relationship Id="rId56" Type="http://schemas.openxmlformats.org/officeDocument/2006/relationships/image" Target="../media/image49.png"/><Relationship Id="rId51" Type="http://schemas.openxmlformats.org/officeDocument/2006/relationships/image" Target="../media/image370.png"/><Relationship Id="rId17" Type="http://schemas.openxmlformats.org/officeDocument/2006/relationships/image" Target="../media/image160.png"/><Relationship Id="rId25" Type="http://schemas.openxmlformats.org/officeDocument/2006/relationships/image" Target="../media/image240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46" Type="http://schemas.openxmlformats.org/officeDocument/2006/relationships/image" Target="../media/image3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tif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70.png"/><Relationship Id="rId26" Type="http://schemas.openxmlformats.org/officeDocument/2006/relationships/image" Target="../media/image251.png"/><Relationship Id="rId39" Type="http://schemas.openxmlformats.org/officeDocument/2006/relationships/image" Target="../media/image250.png"/><Relationship Id="rId21" Type="http://schemas.openxmlformats.org/officeDocument/2006/relationships/image" Target="../media/image200.png"/><Relationship Id="rId34" Type="http://schemas.openxmlformats.org/officeDocument/2006/relationships/image" Target="../media/image36.png"/><Relationship Id="rId42" Type="http://schemas.openxmlformats.org/officeDocument/2006/relationships/image" Target="../media/image41.png"/><Relationship Id="rId47" Type="http://schemas.openxmlformats.org/officeDocument/2006/relationships/image" Target="../media/image330.png"/><Relationship Id="rId50" Type="http://schemas.openxmlformats.org/officeDocument/2006/relationships/image" Target="../media/image360.png"/><Relationship Id="rId16" Type="http://schemas.openxmlformats.org/officeDocument/2006/relationships/image" Target="../media/image150.png"/><Relationship Id="rId20" Type="http://schemas.openxmlformats.org/officeDocument/2006/relationships/image" Target="../media/image190.png"/><Relationship Id="rId29" Type="http://schemas.openxmlformats.org/officeDocument/2006/relationships/image" Target="../media/image31.png"/><Relationship Id="rId41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31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40" Type="http://schemas.openxmlformats.org/officeDocument/2006/relationships/image" Target="../media/image260.png"/><Relationship Id="rId45" Type="http://schemas.openxmlformats.org/officeDocument/2006/relationships/image" Target="../media/image44.png"/><Relationship Id="rId53" Type="http://schemas.openxmlformats.org/officeDocument/2006/relationships/image" Target="../media/image540.png"/><Relationship Id="rId15" Type="http://schemas.openxmlformats.org/officeDocument/2006/relationships/image" Target="../media/image140.png"/><Relationship Id="rId23" Type="http://schemas.openxmlformats.org/officeDocument/2006/relationships/image" Target="../media/image220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49" Type="http://schemas.openxmlformats.org/officeDocument/2006/relationships/image" Target="../media/image350.png"/><Relationship Id="rId19" Type="http://schemas.openxmlformats.org/officeDocument/2006/relationships/image" Target="../media/image180.png"/><Relationship Id="rId31" Type="http://schemas.openxmlformats.org/officeDocument/2006/relationships/image" Target="../media/image33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14" Type="http://schemas.openxmlformats.org/officeDocument/2006/relationships/image" Target="../media/image130.png"/><Relationship Id="rId22" Type="http://schemas.openxmlformats.org/officeDocument/2006/relationships/image" Target="../media/image210.png"/><Relationship Id="rId27" Type="http://schemas.openxmlformats.org/officeDocument/2006/relationships/image" Target="../media/image280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43" Type="http://schemas.openxmlformats.org/officeDocument/2006/relationships/image" Target="../media/image42.png"/><Relationship Id="rId48" Type="http://schemas.openxmlformats.org/officeDocument/2006/relationships/image" Target="../media/image340.png"/><Relationship Id="rId51" Type="http://schemas.openxmlformats.org/officeDocument/2006/relationships/image" Target="../media/image370.png"/><Relationship Id="rId17" Type="http://schemas.openxmlformats.org/officeDocument/2006/relationships/image" Target="../media/image160.png"/><Relationship Id="rId25" Type="http://schemas.openxmlformats.org/officeDocument/2006/relationships/image" Target="../media/image240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46" Type="http://schemas.openxmlformats.org/officeDocument/2006/relationships/image" Target="../media/image3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169B8C-C613-5194-0894-54831B3305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MaxPID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914DB3-05EE-DC10-8133-D85DE6A654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Éléments de corrigés des </a:t>
            </a:r>
            <a:r>
              <a:rPr lang="fr-FR" dirty="0" err="1"/>
              <a:t>tp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984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23CFB6-C96F-2738-656C-799A569A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A0F49C-2000-CFFA-4CC2-9D86BC132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6684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02</a:t>
            </a:r>
            <a:br>
              <a:rPr lang="fr-FR" dirty="0"/>
            </a:br>
            <a:r>
              <a:rPr lang="fr-FR" dirty="0"/>
              <a:t>Chaîne fonctionnelle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94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 : coins arrondis 90">
            <a:extLst>
              <a:ext uri="{FF2B5EF4-FFF2-40B4-BE49-F238E27FC236}">
                <a16:creationId xmlns:a16="http://schemas.microsoft.com/office/drawing/2014/main" id="{6015CC9C-F06A-6145-07AB-90D570197E3C}"/>
              </a:ext>
            </a:extLst>
          </p:cNvPr>
          <p:cNvSpPr/>
          <p:nvPr/>
        </p:nvSpPr>
        <p:spPr>
          <a:xfrm>
            <a:off x="9648386" y="4190096"/>
            <a:ext cx="1365662" cy="652851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Mécanisme </a:t>
            </a:r>
          </a:p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Stator + Rotor – Vis + Ecrou + Bras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E5C1CAA4-BEC8-E034-06F5-82D8ED3B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Chaine fonctionnelle du </a:t>
            </a:r>
            <a:r>
              <a:rPr lang="fr-FR" dirty="0" err="1"/>
              <a:t>MaxPID</a:t>
            </a:r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7822C3A-6752-03D9-8DF8-C9BF49763BD8}"/>
              </a:ext>
            </a:extLst>
          </p:cNvPr>
          <p:cNvSpPr/>
          <p:nvPr/>
        </p:nvSpPr>
        <p:spPr>
          <a:xfrm>
            <a:off x="1056905" y="1549834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EC70D79-FF53-E1E6-8F5D-7DB4552BDEB8}"/>
              </a:ext>
            </a:extLst>
          </p:cNvPr>
          <p:cNvSpPr/>
          <p:nvPr/>
        </p:nvSpPr>
        <p:spPr>
          <a:xfrm>
            <a:off x="1056905" y="2324979"/>
            <a:ext cx="1440000" cy="946211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Capteur de courant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Génératrice tachymétrique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Potentiomètre rotatif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(Codeur sur le </a:t>
            </a:r>
            <a:r>
              <a:rPr lang="fr-FR" sz="800" dirty="0" err="1">
                <a:solidFill>
                  <a:srgbClr val="004F77"/>
                </a:solidFill>
                <a:latin typeface="Arial Nova" panose="020B0504020202020204" pitchFamily="34" charset="0"/>
              </a:rPr>
              <a:t>Maxpid</a:t>
            </a:r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-E)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92C39D7-C7C7-3458-7E55-FC4FCBD955B0}"/>
              </a:ext>
            </a:extLst>
          </p:cNvPr>
          <p:cNvSpPr/>
          <p:nvPr/>
        </p:nvSpPr>
        <p:spPr>
          <a:xfrm>
            <a:off x="3229319" y="154829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Traiter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E73C37F-4A2D-AB41-B3A3-7332F9A357A2}"/>
              </a:ext>
            </a:extLst>
          </p:cNvPr>
          <p:cNvSpPr/>
          <p:nvPr/>
        </p:nvSpPr>
        <p:spPr>
          <a:xfrm>
            <a:off x="3218894" y="2341159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E4EBF0"/>
          </a:solidFill>
          <a:ln w="19050">
            <a:solidFill>
              <a:srgbClr val="E4EB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rgbClr val="0C7391"/>
                </a:solidFill>
                <a:latin typeface="Arial Nova" panose="020B0504020202020204" pitchFamily="34" charset="0"/>
              </a:rPr>
              <a:t>Carte de traitement</a:t>
            </a:r>
          </a:p>
          <a:p>
            <a:pPr algn="ctr"/>
            <a:r>
              <a:rPr lang="fr-FR" sz="1000" dirty="0">
                <a:solidFill>
                  <a:srgbClr val="0C7391"/>
                </a:solidFill>
                <a:latin typeface="Arial Nova" panose="020B0504020202020204" pitchFamily="34" charset="0"/>
              </a:rPr>
              <a:t>Carte EPOS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BE8DB55-CD2C-9609-869B-BFB5FBA5A6D3}"/>
              </a:ext>
            </a:extLst>
          </p:cNvPr>
          <p:cNvSpPr/>
          <p:nvPr/>
        </p:nvSpPr>
        <p:spPr>
          <a:xfrm>
            <a:off x="5389319" y="1525957"/>
            <a:ext cx="1440000" cy="576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8A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8A559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7C50B13-9945-267C-9C0F-3901C1922B55}"/>
              </a:ext>
            </a:extLst>
          </p:cNvPr>
          <p:cNvSpPr/>
          <p:nvPr/>
        </p:nvSpPr>
        <p:spPr>
          <a:xfrm>
            <a:off x="5389319" y="2319926"/>
            <a:ext cx="1406281" cy="534390"/>
          </a:xfrm>
          <a:prstGeom prst="roundRect">
            <a:avLst>
              <a:gd name="adj" fmla="val 11914"/>
            </a:avLst>
          </a:prstGeom>
          <a:solidFill>
            <a:srgbClr val="E8F3E8"/>
          </a:solidFill>
          <a:ln w="19050">
            <a:solidFill>
              <a:srgbClr val="E8F3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08A559"/>
                </a:solidFill>
                <a:latin typeface="Arial Nova" panose="020B0504020202020204" pitchFamily="34" charset="0"/>
              </a:rPr>
              <a:t>Carte de </a:t>
            </a:r>
            <a:r>
              <a:rPr lang="fr-FR" sz="1100" dirty="0" err="1">
                <a:solidFill>
                  <a:srgbClr val="08A559"/>
                </a:solidFill>
                <a:latin typeface="Arial Nova" panose="020B0504020202020204" pitchFamily="34" charset="0"/>
              </a:rPr>
              <a:t>comm</a:t>
            </a:r>
            <a:endParaRPr lang="fr-FR" sz="1100" dirty="0">
              <a:solidFill>
                <a:srgbClr val="08A559"/>
              </a:solidFill>
              <a:latin typeface="Arial Nova" panose="020B0504020202020204" pitchFamily="34" charset="0"/>
            </a:endParaRPr>
          </a:p>
          <a:p>
            <a:pPr algn="ctr"/>
            <a:r>
              <a:rPr lang="fr-FR" sz="1100" dirty="0">
                <a:solidFill>
                  <a:srgbClr val="08A559"/>
                </a:solidFill>
                <a:latin typeface="Arial Nova" panose="020B0504020202020204" pitchFamily="34" charset="0"/>
              </a:rPr>
              <a:t>Carte EPOS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CFBB7BE-C306-859A-CF41-F04DD9BC455C}"/>
              </a:ext>
            </a:extLst>
          </p:cNvPr>
          <p:cNvSpPr/>
          <p:nvPr/>
        </p:nvSpPr>
        <p:spPr>
          <a:xfrm>
            <a:off x="1056905" y="354268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FDA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FDAD57"/>
                </a:solidFill>
                <a:latin typeface="Arial Nova" panose="020B0504020202020204" pitchFamily="34" charset="0"/>
              </a:rPr>
              <a:t>Alimenter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D364B3FD-91A8-1B5F-5FD3-55E164E3B9AE}"/>
              </a:ext>
            </a:extLst>
          </p:cNvPr>
          <p:cNvSpPr/>
          <p:nvPr/>
        </p:nvSpPr>
        <p:spPr>
          <a:xfrm>
            <a:off x="1056905" y="4237443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FEE6CC"/>
          </a:solidFill>
          <a:ln w="19050">
            <a:solidFill>
              <a:srgbClr val="FEE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FDAD57"/>
                </a:solidFill>
                <a:latin typeface="Arial Nova" panose="020B0504020202020204" pitchFamily="34" charset="0"/>
              </a:rPr>
              <a:t>Alimentation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6A2B729-7EE6-8CA6-72B2-5A16AA5A785A}"/>
              </a:ext>
            </a:extLst>
          </p:cNvPr>
          <p:cNvSpPr/>
          <p:nvPr/>
        </p:nvSpPr>
        <p:spPr>
          <a:xfrm>
            <a:off x="3218894" y="3537925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C73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Distribuer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841B1B6-C546-170C-78BF-906D65F5DAA8}"/>
              </a:ext>
            </a:extLst>
          </p:cNvPr>
          <p:cNvSpPr/>
          <p:nvPr/>
        </p:nvSpPr>
        <p:spPr>
          <a:xfrm>
            <a:off x="3199256" y="4222480"/>
            <a:ext cx="1440000" cy="572255"/>
          </a:xfrm>
          <a:prstGeom prst="roundRect">
            <a:avLst>
              <a:gd name="adj" fmla="val 11914"/>
            </a:avLst>
          </a:prstGeom>
          <a:solidFill>
            <a:srgbClr val="9EC7D3"/>
          </a:solidFill>
          <a:ln w="19050">
            <a:solidFill>
              <a:srgbClr val="9EC7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0C7391"/>
                </a:solidFill>
                <a:latin typeface="Arial Nova" panose="020B0504020202020204" pitchFamily="34" charset="0"/>
              </a:rPr>
              <a:t>Hacheur</a:t>
            </a:r>
            <a:endParaRPr lang="fr-FR" dirty="0">
              <a:solidFill>
                <a:srgbClr val="0C7391"/>
              </a:solidFill>
              <a:latin typeface="Arial Nova" panose="020B05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8181AD4-9AB8-CA7B-EFBF-8B9CD4369264}"/>
              </a:ext>
            </a:extLst>
          </p:cNvPr>
          <p:cNvSpPr/>
          <p:nvPr/>
        </p:nvSpPr>
        <p:spPr>
          <a:xfrm>
            <a:off x="5380883" y="354268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683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68348B"/>
                </a:solidFill>
                <a:latin typeface="Arial Nova" panose="020B0504020202020204" pitchFamily="34" charset="0"/>
              </a:rPr>
              <a:t>Convertir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E462E27-42D7-734B-5E6F-B78EF40987B6}"/>
              </a:ext>
            </a:extLst>
          </p:cNvPr>
          <p:cNvSpPr/>
          <p:nvPr/>
        </p:nvSpPr>
        <p:spPr>
          <a:xfrm>
            <a:off x="5389319" y="4223146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C3AED1"/>
          </a:solidFill>
          <a:ln w="19050">
            <a:solidFill>
              <a:srgbClr val="C3AE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68348B"/>
                </a:solidFill>
                <a:latin typeface="Arial Nova" panose="020B0504020202020204" pitchFamily="34" charset="0"/>
              </a:rPr>
              <a:t>Moteur à courant continu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A76E29F-1BCE-DD76-499C-CE8F3E850A8E}"/>
              </a:ext>
            </a:extLst>
          </p:cNvPr>
          <p:cNvSpPr/>
          <p:nvPr/>
        </p:nvSpPr>
        <p:spPr>
          <a:xfrm>
            <a:off x="7542872" y="3545795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A66FC087-C9BC-9FD1-6C13-AD7571852AD4}"/>
              </a:ext>
            </a:extLst>
          </p:cNvPr>
          <p:cNvSpPr/>
          <p:nvPr/>
        </p:nvSpPr>
        <p:spPr>
          <a:xfrm>
            <a:off x="7549319" y="4202642"/>
            <a:ext cx="1365662" cy="652851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Vis – écrou à billes</a:t>
            </a:r>
          </a:p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Pas : 4 mm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7282EFC0-8E54-A4E0-6953-44E98A7B8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826" y="1603805"/>
            <a:ext cx="434918" cy="152010"/>
          </a:xfrm>
          <a:prstGeom prst="rect">
            <a:avLst/>
          </a:prstGeom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BE599621-6A35-D218-9184-0073520A41FC}"/>
              </a:ext>
            </a:extLst>
          </p:cNvPr>
          <p:cNvCxnSpPr>
            <a:cxnSpLocks/>
          </p:cNvCxnSpPr>
          <p:nvPr/>
        </p:nvCxnSpPr>
        <p:spPr>
          <a:xfrm flipV="1">
            <a:off x="2496905" y="1827907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5CB3708-D27C-9C0F-920D-E2174EF1D3C1}"/>
              </a:ext>
            </a:extLst>
          </p:cNvPr>
          <p:cNvCxnSpPr/>
          <p:nvPr/>
        </p:nvCxnSpPr>
        <p:spPr>
          <a:xfrm flipV="1">
            <a:off x="4669319" y="1813957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6B85577F-75F2-AC91-9B29-7674830D4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894" y="1418598"/>
            <a:ext cx="360000" cy="360000"/>
          </a:xfrm>
          <a:prstGeom prst="rect">
            <a:avLst/>
          </a:prstGeom>
        </p:spPr>
      </p:pic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4D3E9C84-1558-D9D2-B9AE-51FFDFD2ACAC}"/>
              </a:ext>
            </a:extLst>
          </p:cNvPr>
          <p:cNvCxnSpPr>
            <a:cxnSpLocks/>
          </p:cNvCxnSpPr>
          <p:nvPr/>
        </p:nvCxnSpPr>
        <p:spPr>
          <a:xfrm flipV="1">
            <a:off x="2509319" y="3811152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F7A18018-C728-6B01-3037-0421AF781FBB}"/>
              </a:ext>
            </a:extLst>
          </p:cNvPr>
          <p:cNvGrpSpPr/>
          <p:nvPr/>
        </p:nvGrpSpPr>
        <p:grpSpPr>
          <a:xfrm>
            <a:off x="1596905" y="3980066"/>
            <a:ext cx="360000" cy="360000"/>
            <a:chOff x="4197400" y="3547713"/>
            <a:chExt cx="1800000" cy="180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AF615AC5-8CF6-FF34-1EF7-5C5D2FE5B9E8}"/>
                </a:ext>
              </a:extLst>
            </p:cNvPr>
            <p:cNvSpPr/>
            <p:nvPr/>
          </p:nvSpPr>
          <p:spPr>
            <a:xfrm>
              <a:off x="4197400" y="3547713"/>
              <a:ext cx="1800000" cy="1800000"/>
            </a:xfrm>
            <a:prstGeom prst="ellipse">
              <a:avLst/>
            </a:prstGeom>
            <a:solidFill>
              <a:srgbClr val="FFB2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D99F6707-A222-D5E1-C4A9-E878E9F04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26157" y="3876470"/>
              <a:ext cx="1142486" cy="1142486"/>
            </a:xfrm>
            <a:prstGeom prst="rect">
              <a:avLst/>
            </a:prstGeom>
          </p:spPr>
        </p:pic>
      </p:grpSp>
      <p:pic>
        <p:nvPicPr>
          <p:cNvPr id="28" name="Image 27">
            <a:extLst>
              <a:ext uri="{FF2B5EF4-FFF2-40B4-BE49-F238E27FC236}">
                <a16:creationId xmlns:a16="http://schemas.microsoft.com/office/drawing/2014/main" id="{35145E60-25D8-7A86-65AE-7F3729EC78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68" y="3835914"/>
            <a:ext cx="360000" cy="360000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3C7DD139-EB5F-1D13-171E-251FB77C6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905" y="3393409"/>
            <a:ext cx="360000" cy="360000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E52C4D0-B55B-30AA-F92B-6E09F0A4D9C9}"/>
              </a:ext>
            </a:extLst>
          </p:cNvPr>
          <p:cNvCxnSpPr>
            <a:cxnSpLocks/>
          </p:cNvCxnSpPr>
          <p:nvPr/>
        </p:nvCxnSpPr>
        <p:spPr>
          <a:xfrm flipV="1">
            <a:off x="4669319" y="3798320"/>
            <a:ext cx="720000" cy="1536"/>
          </a:xfrm>
          <a:prstGeom prst="straightConnector1">
            <a:avLst/>
          </a:prstGeom>
          <a:ln w="25400" cap="rnd">
            <a:solidFill>
              <a:srgbClr val="0C739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 34">
            <a:extLst>
              <a:ext uri="{FF2B5EF4-FFF2-40B4-BE49-F238E27FC236}">
                <a16:creationId xmlns:a16="http://schemas.microsoft.com/office/drawing/2014/main" id="{F31071D2-3D9A-9512-E018-EA9EA1D5A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894" y="3393409"/>
            <a:ext cx="360000" cy="360000"/>
          </a:xfrm>
          <a:prstGeom prst="rect">
            <a:avLst/>
          </a:prstGeom>
        </p:spPr>
      </p:pic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75B4C387-2DFC-8DD6-0817-E4B93F7F3F85}"/>
              </a:ext>
            </a:extLst>
          </p:cNvPr>
          <p:cNvCxnSpPr>
            <a:cxnSpLocks/>
          </p:cNvCxnSpPr>
          <p:nvPr/>
        </p:nvCxnSpPr>
        <p:spPr>
          <a:xfrm flipV="1">
            <a:off x="6829319" y="3807925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Image 42">
            <a:extLst>
              <a:ext uri="{FF2B5EF4-FFF2-40B4-BE49-F238E27FC236}">
                <a16:creationId xmlns:a16="http://schemas.microsoft.com/office/drawing/2014/main" id="{F1B5964F-3473-92A5-6A3A-F03DA766A9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3108" y="3418676"/>
            <a:ext cx="360000" cy="360000"/>
          </a:xfrm>
          <a:prstGeom prst="rect">
            <a:avLst/>
          </a:prstGeom>
        </p:spPr>
      </p:pic>
      <p:cxnSp>
        <p:nvCxnSpPr>
          <p:cNvPr id="44" name="Connecteur : en angle 43">
            <a:extLst>
              <a:ext uri="{FF2B5EF4-FFF2-40B4-BE49-F238E27FC236}">
                <a16:creationId xmlns:a16="http://schemas.microsoft.com/office/drawing/2014/main" id="{2C5943AA-979A-103D-FC4E-264A925A4FF0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669319" y="1818298"/>
            <a:ext cx="169575" cy="1062861"/>
          </a:xfrm>
          <a:prstGeom prst="bentConnector2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4EDA86AC-B60C-0765-FBC6-4E7119B8D620}"/>
              </a:ext>
            </a:extLst>
          </p:cNvPr>
          <p:cNvSpPr/>
          <p:nvPr/>
        </p:nvSpPr>
        <p:spPr>
          <a:xfrm>
            <a:off x="4029149" y="2994774"/>
            <a:ext cx="1406281" cy="331358"/>
          </a:xfrm>
          <a:prstGeom prst="roundRect">
            <a:avLst>
              <a:gd name="adj" fmla="val 11914"/>
            </a:avLst>
          </a:prstGeom>
          <a:solidFill>
            <a:srgbClr val="08A55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  <a:latin typeface="Arial Nova" panose="020B0504020202020204" pitchFamily="34" charset="0"/>
              </a:rPr>
              <a:t>Ordres (PWM)</a:t>
            </a:r>
          </a:p>
        </p:txBody>
      </p: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C9DF5005-6531-4D0B-0B32-A0A73479B4F0}"/>
              </a:ext>
            </a:extLst>
          </p:cNvPr>
          <p:cNvCxnSpPr>
            <a:cxnSpLocks/>
            <a:stCxn id="45" idx="1"/>
            <a:endCxn id="14" idx="0"/>
          </p:cNvCxnSpPr>
          <p:nvPr/>
        </p:nvCxnSpPr>
        <p:spPr>
          <a:xfrm rot="10800000" flipV="1">
            <a:off x="3938895" y="3160453"/>
            <a:ext cx="90255" cy="377472"/>
          </a:xfrm>
          <a:prstGeom prst="bentConnector2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Image 46">
            <a:extLst>
              <a:ext uri="{FF2B5EF4-FFF2-40B4-BE49-F238E27FC236}">
                <a16:creationId xmlns:a16="http://schemas.microsoft.com/office/drawing/2014/main" id="{5684C887-250C-3EE4-51A9-97E49BAEE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108" y="2942920"/>
            <a:ext cx="180000" cy="180000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A2DBB512-E0D6-1DCF-AD42-945E61453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152" y="3218549"/>
            <a:ext cx="180000" cy="180000"/>
          </a:xfrm>
          <a:prstGeom prst="rect">
            <a:avLst/>
          </a:prstGeom>
        </p:spPr>
      </p:pic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41C8C10B-28B1-AAD9-17B3-48F680D32BCC}"/>
              </a:ext>
            </a:extLst>
          </p:cNvPr>
          <p:cNvSpPr/>
          <p:nvPr/>
        </p:nvSpPr>
        <p:spPr>
          <a:xfrm>
            <a:off x="11719813" y="3534156"/>
            <a:ext cx="1365662" cy="1194790"/>
          </a:xfrm>
          <a:prstGeom prst="roundRect">
            <a:avLst>
              <a:gd name="adj" fmla="val 11914"/>
            </a:avLst>
          </a:prstGeom>
          <a:solidFill>
            <a:srgbClr val="B2CAD6"/>
          </a:solidFill>
          <a:ln w="19050">
            <a:solidFill>
              <a:srgbClr val="B2C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D587E"/>
                </a:solidFill>
                <a:latin typeface="Arial Nova" panose="020B0504020202020204" pitchFamily="34" charset="0"/>
              </a:rPr>
              <a:t>Bras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505D6021-1B16-1674-733B-C648AC112904}"/>
              </a:ext>
            </a:extLst>
          </p:cNvPr>
          <p:cNvCxnSpPr>
            <a:cxnSpLocks/>
          </p:cNvCxnSpPr>
          <p:nvPr/>
        </p:nvCxnSpPr>
        <p:spPr>
          <a:xfrm flipV="1">
            <a:off x="10996452" y="3807925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C3681FD9-BFE4-7350-1964-9C093DDF1B5E}"/>
              </a:ext>
            </a:extLst>
          </p:cNvPr>
          <p:cNvGrpSpPr/>
          <p:nvPr/>
        </p:nvGrpSpPr>
        <p:grpSpPr>
          <a:xfrm>
            <a:off x="3770117" y="2030387"/>
            <a:ext cx="360000" cy="360000"/>
            <a:chOff x="6138169" y="4069439"/>
            <a:chExt cx="1800000" cy="180000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599396A5-DEE6-FF8C-4576-A72DC9E6130D}"/>
                </a:ext>
              </a:extLst>
            </p:cNvPr>
            <p:cNvSpPr/>
            <p:nvPr/>
          </p:nvSpPr>
          <p:spPr>
            <a:xfrm>
              <a:off x="6138169" y="406943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F05DEF27-F929-BD20-2E07-1628A11DB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43433" y="4174703"/>
              <a:ext cx="1589472" cy="1589472"/>
            </a:xfrm>
            <a:prstGeom prst="rect">
              <a:avLst/>
            </a:prstGeom>
          </p:spPr>
        </p:pic>
      </p:grp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CEC25A5B-4B64-B67F-296D-04E6B189266D}"/>
              </a:ext>
            </a:extLst>
          </p:cNvPr>
          <p:cNvCxnSpPr/>
          <p:nvPr/>
        </p:nvCxnSpPr>
        <p:spPr>
          <a:xfrm flipV="1">
            <a:off x="6829319" y="1735886"/>
            <a:ext cx="720000" cy="1536"/>
          </a:xfrm>
          <a:prstGeom prst="straightConnector1">
            <a:avLst/>
          </a:prstGeom>
          <a:ln w="25400">
            <a:solidFill>
              <a:srgbClr val="08A559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7F3E2C-9FA7-42D8-DEF0-9439478A5709}"/>
              </a:ext>
            </a:extLst>
          </p:cNvPr>
          <p:cNvGrpSpPr/>
          <p:nvPr/>
        </p:nvGrpSpPr>
        <p:grpSpPr>
          <a:xfrm rot="5400000" flipV="1">
            <a:off x="12248508" y="4154169"/>
            <a:ext cx="835963" cy="1617775"/>
            <a:chOff x="9150640" y="2423323"/>
            <a:chExt cx="835963" cy="2135794"/>
          </a:xfrm>
        </p:grpSpPr>
        <p:sp>
          <p:nvSpPr>
            <p:cNvPr id="58" name="Flèche : virage 57">
              <a:extLst>
                <a:ext uri="{FF2B5EF4-FFF2-40B4-BE49-F238E27FC236}">
                  <a16:creationId xmlns:a16="http://schemas.microsoft.com/office/drawing/2014/main" id="{A404FB7A-E23C-BD6A-6263-4B2DE2013DB7}"/>
                </a:ext>
              </a:extLst>
            </p:cNvPr>
            <p:cNvSpPr/>
            <p:nvPr/>
          </p:nvSpPr>
          <p:spPr>
            <a:xfrm rot="5400000">
              <a:off x="8500725" y="3073238"/>
              <a:ext cx="2135794" cy="835963"/>
            </a:xfrm>
            <a:prstGeom prst="bentArrow">
              <a:avLst>
                <a:gd name="adj1" fmla="val 31434"/>
                <a:gd name="adj2" fmla="val 25000"/>
                <a:gd name="adj3" fmla="val 17852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D9969D2B-BFBA-54A7-C4C5-06DFD5138BC1}"/>
                </a:ext>
              </a:extLst>
            </p:cNvPr>
            <p:cNvSpPr txBox="1"/>
            <p:nvPr/>
          </p:nvSpPr>
          <p:spPr>
            <a:xfrm rot="16200000">
              <a:off x="8815678" y="3317013"/>
              <a:ext cx="191804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Bras en position finale</a:t>
              </a: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32A82909-C4F5-9AA0-D150-C388F421C774}"/>
              </a:ext>
            </a:extLst>
          </p:cNvPr>
          <p:cNvGrpSpPr/>
          <p:nvPr/>
        </p:nvGrpSpPr>
        <p:grpSpPr>
          <a:xfrm>
            <a:off x="10661488" y="2941725"/>
            <a:ext cx="1566153" cy="577809"/>
            <a:chOff x="9058474" y="2836569"/>
            <a:chExt cx="1566153" cy="577809"/>
          </a:xfrm>
        </p:grpSpPr>
        <p:sp>
          <p:nvSpPr>
            <p:cNvPr id="61" name="Flèche : virage 60">
              <a:extLst>
                <a:ext uri="{FF2B5EF4-FFF2-40B4-BE49-F238E27FC236}">
                  <a16:creationId xmlns:a16="http://schemas.microsoft.com/office/drawing/2014/main" id="{FED08932-ADD7-D2A1-8E5A-D62CEEB1B93F}"/>
                </a:ext>
              </a:extLst>
            </p:cNvPr>
            <p:cNvSpPr/>
            <p:nvPr/>
          </p:nvSpPr>
          <p:spPr>
            <a:xfrm rot="5400000">
              <a:off x="9563593" y="2353345"/>
              <a:ext cx="572849" cy="1549218"/>
            </a:xfrm>
            <a:prstGeom prst="bentArrow">
              <a:avLst>
                <a:gd name="adj1" fmla="val 38639"/>
                <a:gd name="adj2" fmla="val 38302"/>
                <a:gd name="adj3" fmla="val 16744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2C25BFE2-5262-D3BC-BDD8-923C0B8002AD}"/>
                </a:ext>
              </a:extLst>
            </p:cNvPr>
            <p:cNvSpPr txBox="1"/>
            <p:nvPr/>
          </p:nvSpPr>
          <p:spPr>
            <a:xfrm>
              <a:off x="9058474" y="2836569"/>
              <a:ext cx="147371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Bras en position initiale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A29D106A-C634-EC49-818B-7FFD6B86043E}"/>
                  </a:ext>
                </a:extLst>
              </p:cNvPr>
              <p:cNvSpPr txBox="1"/>
              <p:nvPr/>
            </p:nvSpPr>
            <p:spPr>
              <a:xfrm>
                <a:off x="194282" y="4173965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230 V </a:t>
                </a:r>
                <a14:m>
                  <m:oMath xmlns:m="http://schemas.openxmlformats.org/officeDocument/2006/math">
                    <m:r>
                      <a:rPr lang="fr-FR" sz="1200" b="1" i="1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~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A29D106A-C634-EC49-818B-7FFD6B860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282" y="4173965"/>
                <a:ext cx="1161960" cy="276999"/>
              </a:xfrm>
              <a:prstGeom prst="rect">
                <a:avLst/>
              </a:prstGeom>
              <a:blipFill>
                <a:blip r:embed="rId8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8529472-463C-B655-7D36-3F43A14EC5EF}"/>
                  </a:ext>
                </a:extLst>
              </p:cNvPr>
              <p:cNvSpPr txBox="1"/>
              <p:nvPr/>
            </p:nvSpPr>
            <p:spPr>
              <a:xfrm>
                <a:off x="2282648" y="3831108"/>
                <a:ext cx="11619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24 V</a:t>
                </a:r>
              </a:p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Continu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𝓟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𝑼𝑰</m:t>
                      </m:r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8529472-463C-B655-7D36-3F43A14EC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648" y="3831108"/>
                <a:ext cx="1161960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 71">
            <a:extLst>
              <a:ext uri="{FF2B5EF4-FFF2-40B4-BE49-F238E27FC236}">
                <a16:creationId xmlns:a16="http://schemas.microsoft.com/office/drawing/2014/main" id="{22DFAA51-C6D3-9FCC-9035-87E9C9207526}"/>
              </a:ext>
            </a:extLst>
          </p:cNvPr>
          <p:cNvSpPr/>
          <p:nvPr/>
        </p:nvSpPr>
        <p:spPr>
          <a:xfrm>
            <a:off x="498044" y="5363610"/>
            <a:ext cx="8528438" cy="652851"/>
          </a:xfrm>
          <a:prstGeom prst="rect">
            <a:avLst/>
          </a:prstGeom>
          <a:solidFill>
            <a:srgbClr val="DFE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9263" algn="just"/>
            <a:r>
              <a:rPr lang="fr-FR" sz="1400" dirty="0">
                <a:solidFill>
                  <a:srgbClr val="00547F"/>
                </a:solidFill>
              </a:rPr>
              <a:t>Tous </a:t>
            </a:r>
            <a:r>
              <a:rPr lang="fr-FR" sz="1400">
                <a:solidFill>
                  <a:srgbClr val="00547F"/>
                </a:solidFill>
              </a:rPr>
              <a:t>les capteurs </a:t>
            </a:r>
            <a:r>
              <a:rPr lang="fr-FR" sz="1400" dirty="0">
                <a:solidFill>
                  <a:srgbClr val="00547F"/>
                </a:solidFill>
              </a:rPr>
              <a:t>sont nécessaires au bon fonctionnement du système.</a:t>
            </a:r>
          </a:p>
        </p:txBody>
      </p:sp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58AD15BE-FF0B-AB8F-1B32-BB8FEEBA2DEA}"/>
              </a:ext>
            </a:extLst>
          </p:cNvPr>
          <p:cNvGrpSpPr/>
          <p:nvPr/>
        </p:nvGrpSpPr>
        <p:grpSpPr>
          <a:xfrm>
            <a:off x="3747478" y="3931144"/>
            <a:ext cx="360000" cy="360000"/>
            <a:chOff x="4235640" y="2696679"/>
            <a:chExt cx="1800000" cy="1800000"/>
          </a:xfrm>
        </p:grpSpPr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617E9B91-42CB-D7A6-CB9D-2F41FFC4BB96}"/>
                </a:ext>
              </a:extLst>
            </p:cNvPr>
            <p:cNvSpPr/>
            <p:nvPr/>
          </p:nvSpPr>
          <p:spPr>
            <a:xfrm>
              <a:off x="4235640" y="2696679"/>
              <a:ext cx="1800000" cy="1800000"/>
            </a:xfrm>
            <a:prstGeom prst="ellipse">
              <a:avLst/>
            </a:prstGeom>
            <a:solidFill>
              <a:srgbClr val="0C7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5" name="Image 104">
              <a:extLst>
                <a:ext uri="{FF2B5EF4-FFF2-40B4-BE49-F238E27FC236}">
                  <a16:creationId xmlns:a16="http://schemas.microsoft.com/office/drawing/2014/main" id="{99E60331-B84D-5566-9183-29714B6CE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51640" y="3100228"/>
              <a:ext cx="1368000" cy="99290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39CA18C-C050-2248-E6F6-D99BB87303C8}"/>
                  </a:ext>
                </a:extLst>
              </p:cNvPr>
              <p:cNvSpPr txBox="1"/>
              <p:nvPr/>
            </p:nvSpPr>
            <p:spPr>
              <a:xfrm>
                <a:off x="4452429" y="3859412"/>
                <a:ext cx="11619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24 V </a:t>
                </a:r>
              </a:p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Modulé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𝓟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𝑼𝑰</m:t>
                      </m:r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39CA18C-C050-2248-E6F6-D99BB8730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429" y="3859412"/>
                <a:ext cx="1161960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225F91-8C4A-4D28-806F-C285AA8AEAEF}"/>
              </a:ext>
            </a:extLst>
          </p:cNvPr>
          <p:cNvGrpSpPr/>
          <p:nvPr/>
        </p:nvGrpSpPr>
        <p:grpSpPr>
          <a:xfrm>
            <a:off x="694382" y="2059338"/>
            <a:ext cx="360000" cy="360000"/>
            <a:chOff x="6054233" y="4960569"/>
            <a:chExt cx="1800000" cy="180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002BBCC8-7149-2E70-FA08-89D364A2E7EE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6C676998-302E-BC6E-6F7D-BB576DC31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19663B7E-D161-9EFA-9C0C-DD72CA7CD5F3}"/>
              </a:ext>
            </a:extLst>
          </p:cNvPr>
          <p:cNvGrpSpPr/>
          <p:nvPr/>
        </p:nvGrpSpPr>
        <p:grpSpPr>
          <a:xfrm>
            <a:off x="3739256" y="4678863"/>
            <a:ext cx="288000" cy="288000"/>
            <a:chOff x="6054233" y="4960569"/>
            <a:chExt cx="1800000" cy="1800000"/>
          </a:xfrm>
        </p:grpSpPr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16D5DB05-5A42-D1F5-377B-CDBD0872CC09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84" name="Image 83">
              <a:extLst>
                <a:ext uri="{FF2B5EF4-FFF2-40B4-BE49-F238E27FC236}">
                  <a16:creationId xmlns:a16="http://schemas.microsoft.com/office/drawing/2014/main" id="{7369074B-A1C6-2F25-51BF-F9B097312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DF68A625-AE5C-1A7C-F5F9-AC430D107D83}"/>
              </a:ext>
            </a:extLst>
          </p:cNvPr>
          <p:cNvGrpSpPr/>
          <p:nvPr/>
        </p:nvGrpSpPr>
        <p:grpSpPr>
          <a:xfrm rot="5400000">
            <a:off x="7583512" y="1418598"/>
            <a:ext cx="720000" cy="720000"/>
            <a:chOff x="8494276" y="748802"/>
            <a:chExt cx="1800000" cy="1800000"/>
          </a:xfrm>
        </p:grpSpPr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9B8556EE-C14C-E3F8-ECFF-C9B72247AFEB}"/>
                </a:ext>
              </a:extLst>
            </p:cNvPr>
            <p:cNvSpPr/>
            <p:nvPr/>
          </p:nvSpPr>
          <p:spPr>
            <a:xfrm>
              <a:off x="8494276" y="748802"/>
              <a:ext cx="1800000" cy="1800000"/>
            </a:xfrm>
            <a:prstGeom prst="ellipse">
              <a:avLst/>
            </a:prstGeom>
            <a:solidFill>
              <a:srgbClr val="08AF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77" name="Image 76">
              <a:extLst>
                <a:ext uri="{FF2B5EF4-FFF2-40B4-BE49-F238E27FC236}">
                  <a16:creationId xmlns:a16="http://schemas.microsoft.com/office/drawing/2014/main" id="{34E96531-7B16-AC52-C1E6-052E6F785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943232" y="938192"/>
              <a:ext cx="902088" cy="1440000"/>
            </a:xfrm>
            <a:prstGeom prst="rect">
              <a:avLst/>
            </a:prstGeom>
          </p:spPr>
        </p:pic>
      </p:grpSp>
      <p:grpSp>
        <p:nvGrpSpPr>
          <p:cNvPr id="78" name="Groupe 77">
            <a:extLst>
              <a:ext uri="{FF2B5EF4-FFF2-40B4-BE49-F238E27FC236}">
                <a16:creationId xmlns:a16="http://schemas.microsoft.com/office/drawing/2014/main" id="{62B9229E-5DD5-9728-B982-E481189F9BEC}"/>
              </a:ext>
            </a:extLst>
          </p:cNvPr>
          <p:cNvGrpSpPr/>
          <p:nvPr/>
        </p:nvGrpSpPr>
        <p:grpSpPr>
          <a:xfrm>
            <a:off x="5929319" y="3962771"/>
            <a:ext cx="360000" cy="360000"/>
            <a:chOff x="5775745" y="3144183"/>
            <a:chExt cx="1800000" cy="1800000"/>
          </a:xfrm>
        </p:grpSpPr>
        <p:sp>
          <p:nvSpPr>
            <p:cNvPr id="79" name="Ellipse 78">
              <a:extLst>
                <a:ext uri="{FF2B5EF4-FFF2-40B4-BE49-F238E27FC236}">
                  <a16:creationId xmlns:a16="http://schemas.microsoft.com/office/drawing/2014/main" id="{45D1B4DF-7033-EB1C-DEC9-639AE2145414}"/>
                </a:ext>
              </a:extLst>
            </p:cNvPr>
            <p:cNvSpPr/>
            <p:nvPr/>
          </p:nvSpPr>
          <p:spPr>
            <a:xfrm>
              <a:off x="5775745" y="3144183"/>
              <a:ext cx="1800000" cy="1800000"/>
            </a:xfrm>
            <a:prstGeom prst="ellipse">
              <a:avLst/>
            </a:prstGeom>
            <a:solidFill>
              <a:srgbClr val="6834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0" name="Image 79">
              <a:extLst>
                <a:ext uri="{FF2B5EF4-FFF2-40B4-BE49-F238E27FC236}">
                  <a16:creationId xmlns:a16="http://schemas.microsoft.com/office/drawing/2014/main" id="{E313AA97-25C8-7CFE-4F0E-0B1EFC00D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903821" y="3513485"/>
              <a:ext cx="1543848" cy="1061396"/>
            </a:xfrm>
            <a:prstGeom prst="rect">
              <a:avLst/>
            </a:prstGeom>
          </p:spPr>
        </p:pic>
      </p:grpSp>
      <p:cxnSp>
        <p:nvCxnSpPr>
          <p:cNvPr id="36" name="Connecteur : en angle 35">
            <a:extLst>
              <a:ext uri="{FF2B5EF4-FFF2-40B4-BE49-F238E27FC236}">
                <a16:creationId xmlns:a16="http://schemas.microsoft.com/office/drawing/2014/main" id="{C2AEE372-FD76-ECD7-B5E0-FBDBBD520A65}"/>
              </a:ext>
            </a:extLst>
          </p:cNvPr>
          <p:cNvCxnSpPr>
            <a:cxnSpLocks/>
          </p:cNvCxnSpPr>
          <p:nvPr/>
        </p:nvCxnSpPr>
        <p:spPr>
          <a:xfrm rot="5400000" flipH="1">
            <a:off x="1854634" y="696188"/>
            <a:ext cx="3107098" cy="5372209"/>
          </a:xfrm>
          <a:prstGeom prst="bentConnector4">
            <a:avLst>
              <a:gd name="adj1" fmla="val -7357"/>
              <a:gd name="adj2" fmla="val 109671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 : en angle 41">
            <a:extLst>
              <a:ext uri="{FF2B5EF4-FFF2-40B4-BE49-F238E27FC236}">
                <a16:creationId xmlns:a16="http://schemas.microsoft.com/office/drawing/2014/main" id="{2AE03594-D3AE-333C-8170-CA27A08C2D8C}"/>
              </a:ext>
            </a:extLst>
          </p:cNvPr>
          <p:cNvCxnSpPr>
            <a:cxnSpLocks/>
            <a:stCxn id="83" idx="4"/>
            <a:endCxn id="33" idx="1"/>
          </p:cNvCxnSpPr>
          <p:nvPr/>
        </p:nvCxnSpPr>
        <p:spPr>
          <a:xfrm rot="5400000" flipH="1">
            <a:off x="949503" y="2033111"/>
            <a:ext cx="2727525" cy="3139981"/>
          </a:xfrm>
          <a:prstGeom prst="bentConnector4">
            <a:avLst>
              <a:gd name="adj1" fmla="val -3414"/>
              <a:gd name="adj2" fmla="val 112813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 : en angle 88">
            <a:extLst>
              <a:ext uri="{FF2B5EF4-FFF2-40B4-BE49-F238E27FC236}">
                <a16:creationId xmlns:a16="http://schemas.microsoft.com/office/drawing/2014/main" id="{B5CD6745-802D-4E58-D331-F439AC7E335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574322" y="-3433195"/>
            <a:ext cx="2286493" cy="11686371"/>
          </a:xfrm>
          <a:prstGeom prst="bentConnector3">
            <a:avLst>
              <a:gd name="adj1" fmla="val 109998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ZoneTexte 110">
                <a:extLst>
                  <a:ext uri="{FF2B5EF4-FFF2-40B4-BE49-F238E27FC236}">
                    <a16:creationId xmlns:a16="http://schemas.microsoft.com/office/drawing/2014/main" id="{4BE6685B-714A-2936-1BA2-2CA1122FD234}"/>
                  </a:ext>
                </a:extLst>
              </p:cNvPr>
              <p:cNvSpPr txBox="1"/>
              <p:nvPr/>
            </p:nvSpPr>
            <p:spPr>
              <a:xfrm>
                <a:off x="6496530" y="3899673"/>
                <a:ext cx="143182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𝓟</m:t>
                      </m:r>
                      <m:r>
                        <a:rPr lang="fr-FR" sz="1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fr-FR" sz="1100" b="1" dirty="0">
                  <a:solidFill>
                    <a:srgbClr val="7030A0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11" name="ZoneTexte 110">
                <a:extLst>
                  <a:ext uri="{FF2B5EF4-FFF2-40B4-BE49-F238E27FC236}">
                    <a16:creationId xmlns:a16="http://schemas.microsoft.com/office/drawing/2014/main" id="{4BE6685B-714A-2936-1BA2-2CA1122FD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530" y="3899673"/>
                <a:ext cx="1431825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DEFEC9DC-D44C-BD4C-C7C7-8E5A976EE82E}"/>
              </a:ext>
            </a:extLst>
          </p:cNvPr>
          <p:cNvSpPr/>
          <p:nvPr/>
        </p:nvSpPr>
        <p:spPr>
          <a:xfrm>
            <a:off x="9625448" y="3534654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FA030DA2-3C3A-C8FA-45E8-D976D05C940D}"/>
              </a:ext>
            </a:extLst>
          </p:cNvPr>
          <p:cNvCxnSpPr>
            <a:cxnSpLocks/>
          </p:cNvCxnSpPr>
          <p:nvPr/>
        </p:nvCxnSpPr>
        <p:spPr>
          <a:xfrm flipV="1">
            <a:off x="8911895" y="3796784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9D7A6D98-7B9F-A9B5-23AC-FDD7BBE7B7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6590" y="3407535"/>
            <a:ext cx="360000" cy="3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A910A58C-1179-CA7F-E823-40BDA4D5C934}"/>
                  </a:ext>
                </a:extLst>
              </p:cNvPr>
              <p:cNvSpPr txBox="1"/>
              <p:nvPr/>
            </p:nvSpPr>
            <p:spPr>
              <a:xfrm>
                <a:off x="10669986" y="3939627"/>
                <a:ext cx="143182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𝓟</m:t>
                      </m:r>
                      <m:r>
                        <a:rPr lang="fr-FR" sz="1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</m:oMath>
                  </m:oMathPara>
                </a14:m>
                <a:endParaRPr lang="fr-FR" sz="1100" b="1" dirty="0">
                  <a:solidFill>
                    <a:srgbClr val="7030A0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A910A58C-1179-CA7F-E823-40BDA4D5C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986" y="3939627"/>
                <a:ext cx="1431825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e 36">
            <a:extLst>
              <a:ext uri="{FF2B5EF4-FFF2-40B4-BE49-F238E27FC236}">
                <a16:creationId xmlns:a16="http://schemas.microsoft.com/office/drawing/2014/main" id="{9BD378B3-7B53-A753-62A4-0FE230E15643}"/>
              </a:ext>
            </a:extLst>
          </p:cNvPr>
          <p:cNvGrpSpPr/>
          <p:nvPr/>
        </p:nvGrpSpPr>
        <p:grpSpPr>
          <a:xfrm>
            <a:off x="12387220" y="3543372"/>
            <a:ext cx="360000" cy="360000"/>
            <a:chOff x="1856523" y="133118"/>
            <a:chExt cx="720000" cy="720000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3BB21AE3-2ACD-729F-E350-AFA1D4B8F162}"/>
                </a:ext>
              </a:extLst>
            </p:cNvPr>
            <p:cNvSpPr/>
            <p:nvPr/>
          </p:nvSpPr>
          <p:spPr>
            <a:xfrm>
              <a:off x="1856523" y="133118"/>
              <a:ext cx="720000" cy="72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40" name="Image 39">
              <a:extLst>
                <a:ext uri="{FF2B5EF4-FFF2-40B4-BE49-F238E27FC236}">
                  <a16:creationId xmlns:a16="http://schemas.microsoft.com/office/drawing/2014/main" id="{560049D0-4921-DFB2-54FC-73843936F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955338" y="231933"/>
              <a:ext cx="522371" cy="522371"/>
            </a:xfrm>
            <a:prstGeom prst="rect">
              <a:avLst/>
            </a:prstGeom>
          </p:spPr>
        </p:pic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B01E63F3-4BF5-704E-6471-BF9A4C55D36A}"/>
              </a:ext>
            </a:extLst>
          </p:cNvPr>
          <p:cNvGrpSpPr/>
          <p:nvPr/>
        </p:nvGrpSpPr>
        <p:grpSpPr>
          <a:xfrm>
            <a:off x="688576" y="1260713"/>
            <a:ext cx="360000" cy="360000"/>
            <a:chOff x="1856523" y="133118"/>
            <a:chExt cx="720000" cy="720000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3BEB3D33-3C61-0F37-D35D-EEEC73101051}"/>
                </a:ext>
              </a:extLst>
            </p:cNvPr>
            <p:cNvSpPr/>
            <p:nvPr/>
          </p:nvSpPr>
          <p:spPr>
            <a:xfrm>
              <a:off x="1856523" y="133118"/>
              <a:ext cx="720000" cy="72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63" name="Image 62">
              <a:extLst>
                <a:ext uri="{FF2B5EF4-FFF2-40B4-BE49-F238E27FC236}">
                  <a16:creationId xmlns:a16="http://schemas.microsoft.com/office/drawing/2014/main" id="{2B956809-6B27-95FF-8FBA-38B4BA637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955338" y="231933"/>
              <a:ext cx="522371" cy="522371"/>
            </a:xfrm>
            <a:prstGeom prst="rect">
              <a:avLst/>
            </a:prstGeom>
          </p:spPr>
        </p:pic>
      </p:grp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E5D4ED94-FD8A-E9D5-5B49-962CE5C6E25B}"/>
              </a:ext>
            </a:extLst>
          </p:cNvPr>
          <p:cNvGrpSpPr/>
          <p:nvPr/>
        </p:nvGrpSpPr>
        <p:grpSpPr>
          <a:xfrm>
            <a:off x="704165" y="1638298"/>
            <a:ext cx="360000" cy="360000"/>
            <a:chOff x="3056845" y="1528414"/>
            <a:chExt cx="3454284" cy="3454284"/>
          </a:xfrm>
        </p:grpSpPr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1A4AFC09-9CB7-634D-3093-CE44DBB23C51}"/>
                </a:ext>
              </a:extLst>
            </p:cNvPr>
            <p:cNvSpPr/>
            <p:nvPr/>
          </p:nvSpPr>
          <p:spPr>
            <a:xfrm>
              <a:off x="3056845" y="1528414"/>
              <a:ext cx="3454284" cy="3454284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1" name="Image 80">
              <a:extLst>
                <a:ext uri="{FF2B5EF4-FFF2-40B4-BE49-F238E27FC236}">
                  <a16:creationId xmlns:a16="http://schemas.microsoft.com/office/drawing/2014/main" id="{E100991F-29E3-91C0-E698-B6F9D6794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327958" y="2056096"/>
              <a:ext cx="2912058" cy="2398920"/>
            </a:xfrm>
            <a:prstGeom prst="rect">
              <a:avLst/>
            </a:prstGeom>
          </p:spPr>
        </p:pic>
      </p:grpSp>
      <p:grpSp>
        <p:nvGrpSpPr>
          <p:cNvPr id="82" name="Groupe 81">
            <a:extLst>
              <a:ext uri="{FF2B5EF4-FFF2-40B4-BE49-F238E27FC236}">
                <a16:creationId xmlns:a16="http://schemas.microsoft.com/office/drawing/2014/main" id="{D490A147-67BA-D5AA-020E-1414E8A0E832}"/>
              </a:ext>
            </a:extLst>
          </p:cNvPr>
          <p:cNvGrpSpPr/>
          <p:nvPr/>
        </p:nvGrpSpPr>
        <p:grpSpPr>
          <a:xfrm>
            <a:off x="5912459" y="4736737"/>
            <a:ext cx="360000" cy="360000"/>
            <a:chOff x="3056845" y="1528414"/>
            <a:chExt cx="3454284" cy="3454284"/>
          </a:xfrm>
        </p:grpSpPr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F455E967-89A5-926B-9569-B0C18BCEFCEB}"/>
                </a:ext>
              </a:extLst>
            </p:cNvPr>
            <p:cNvSpPr/>
            <p:nvPr/>
          </p:nvSpPr>
          <p:spPr>
            <a:xfrm>
              <a:off x="3056845" y="1528414"/>
              <a:ext cx="3454284" cy="3454284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0" name="Image 89">
              <a:extLst>
                <a:ext uri="{FF2B5EF4-FFF2-40B4-BE49-F238E27FC236}">
                  <a16:creationId xmlns:a16="http://schemas.microsoft.com/office/drawing/2014/main" id="{E22E4030-22B7-70AB-F9A2-07A81EEE8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327958" y="2056096"/>
              <a:ext cx="2912058" cy="2398920"/>
            </a:xfrm>
            <a:prstGeom prst="rect">
              <a:avLst/>
            </a:prstGeom>
          </p:spPr>
        </p:pic>
      </p:grpSp>
      <p:grpSp>
        <p:nvGrpSpPr>
          <p:cNvPr id="102" name="Groupe 101">
            <a:extLst>
              <a:ext uri="{FF2B5EF4-FFF2-40B4-BE49-F238E27FC236}">
                <a16:creationId xmlns:a16="http://schemas.microsoft.com/office/drawing/2014/main" id="{52B43403-7B09-8054-59ED-49F7D05C1B54}"/>
              </a:ext>
            </a:extLst>
          </p:cNvPr>
          <p:cNvGrpSpPr/>
          <p:nvPr/>
        </p:nvGrpSpPr>
        <p:grpSpPr>
          <a:xfrm>
            <a:off x="8000684" y="3973702"/>
            <a:ext cx="463240" cy="360000"/>
            <a:chOff x="4476612" y="5880432"/>
            <a:chExt cx="1010860" cy="720000"/>
          </a:xfrm>
        </p:grpSpPr>
        <p:sp>
          <p:nvSpPr>
            <p:cNvPr id="106" name="Ellipse 105">
              <a:extLst>
                <a:ext uri="{FF2B5EF4-FFF2-40B4-BE49-F238E27FC236}">
                  <a16:creationId xmlns:a16="http://schemas.microsoft.com/office/drawing/2014/main" id="{C7749C57-CAA2-3363-F666-0D5749584068}"/>
                </a:ext>
              </a:extLst>
            </p:cNvPr>
            <p:cNvSpPr/>
            <p:nvPr/>
          </p:nvSpPr>
          <p:spPr>
            <a:xfrm>
              <a:off x="4678466" y="5880432"/>
              <a:ext cx="720000" cy="72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13" name="Image 112">
              <a:extLst>
                <a:ext uri="{FF2B5EF4-FFF2-40B4-BE49-F238E27FC236}">
                  <a16:creationId xmlns:a16="http://schemas.microsoft.com/office/drawing/2014/main" id="{FF5703C6-7107-BB41-D6A5-8F693C9E2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476612" y="6060432"/>
              <a:ext cx="1010860" cy="360000"/>
            </a:xfrm>
            <a:prstGeom prst="rect">
              <a:avLst/>
            </a:prstGeom>
          </p:spPr>
        </p:pic>
      </p:grp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DBB3458D-4CEE-E727-4796-FBB9AD6D4CE5}"/>
              </a:ext>
            </a:extLst>
          </p:cNvPr>
          <p:cNvGrpSpPr/>
          <p:nvPr/>
        </p:nvGrpSpPr>
        <p:grpSpPr>
          <a:xfrm>
            <a:off x="10144506" y="3914795"/>
            <a:ext cx="360000" cy="360000"/>
            <a:chOff x="3533664" y="4396133"/>
            <a:chExt cx="1800000" cy="1800000"/>
          </a:xfrm>
        </p:grpSpPr>
        <p:sp>
          <p:nvSpPr>
            <p:cNvPr id="115" name="Ellipse 114">
              <a:extLst>
                <a:ext uri="{FF2B5EF4-FFF2-40B4-BE49-F238E27FC236}">
                  <a16:creationId xmlns:a16="http://schemas.microsoft.com/office/drawing/2014/main" id="{97E301B2-3F02-4877-1A72-C48716EC20AC}"/>
                </a:ext>
              </a:extLst>
            </p:cNvPr>
            <p:cNvSpPr/>
            <p:nvPr/>
          </p:nvSpPr>
          <p:spPr>
            <a:xfrm>
              <a:off x="3533664" y="4396133"/>
              <a:ext cx="1800000" cy="180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16" name="Image 115">
              <a:extLst>
                <a:ext uri="{FF2B5EF4-FFF2-40B4-BE49-F238E27FC236}">
                  <a16:creationId xmlns:a16="http://schemas.microsoft.com/office/drawing/2014/main" id="{DAAD1D66-50CD-ECAA-883C-2A36C76F0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681584" y="4594762"/>
              <a:ext cx="1427962" cy="1471564"/>
            </a:xfrm>
            <a:prstGeom prst="rect">
              <a:avLst/>
            </a:prstGeom>
          </p:spPr>
        </p:pic>
      </p:grp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4D32D995-368F-910A-03A5-33A843A7C607}"/>
              </a:ext>
            </a:extLst>
          </p:cNvPr>
          <p:cNvCxnSpPr>
            <a:cxnSpLocks/>
          </p:cNvCxnSpPr>
          <p:nvPr/>
        </p:nvCxnSpPr>
        <p:spPr>
          <a:xfrm flipV="1">
            <a:off x="330698" y="3825761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60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5C1CAA4-BEC8-E034-06F5-82D8ED3B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Chaine fonctionnelle du </a:t>
            </a:r>
            <a:r>
              <a:rPr lang="fr-FR" dirty="0" err="1"/>
              <a:t>MaxPID</a:t>
            </a:r>
            <a:endParaRPr lang="fr-FR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2DFAA51-C6D3-9FCC-9035-87E9C9207526}"/>
              </a:ext>
            </a:extLst>
          </p:cNvPr>
          <p:cNvSpPr/>
          <p:nvPr/>
        </p:nvSpPr>
        <p:spPr>
          <a:xfrm>
            <a:off x="498044" y="5363610"/>
            <a:ext cx="8528438" cy="652851"/>
          </a:xfrm>
          <a:prstGeom prst="rect">
            <a:avLst/>
          </a:prstGeom>
          <a:solidFill>
            <a:srgbClr val="DFE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9263" algn="just"/>
            <a:r>
              <a:rPr lang="fr-FR" sz="1400" dirty="0">
                <a:solidFill>
                  <a:srgbClr val="00547F"/>
                </a:solidFill>
              </a:rPr>
              <a:t>Tous </a:t>
            </a:r>
            <a:r>
              <a:rPr lang="fr-FR" sz="1400">
                <a:solidFill>
                  <a:srgbClr val="00547F"/>
                </a:solidFill>
              </a:rPr>
              <a:t>les capteurs </a:t>
            </a:r>
            <a:r>
              <a:rPr lang="fr-FR" sz="1400" dirty="0">
                <a:solidFill>
                  <a:srgbClr val="00547F"/>
                </a:solidFill>
              </a:rPr>
              <a:t>sont nécessaires au bon fonctionnement du système.</a:t>
            </a:r>
          </a:p>
        </p:txBody>
      </p:sp>
    </p:spTree>
    <p:extLst>
      <p:ext uri="{BB962C8B-B14F-4D97-AF65-F5344CB8AC3E}">
        <p14:creationId xmlns:p14="http://schemas.microsoft.com/office/powerpoint/2010/main" val="3067843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04</a:t>
            </a:r>
            <a:br>
              <a:rPr lang="fr-FR" dirty="0"/>
            </a:br>
            <a:r>
              <a:rPr lang="fr-FR" dirty="0"/>
              <a:t>Résolution géométrique et cinématique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227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A5FAF0D2-AFBA-D355-8EFE-C4E73F90DFE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fr-FR" dirty="0"/>
                  <a:t>Loi indirecte –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A5FAF0D2-AFBA-D355-8EFE-C4E73F90DF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00" t="-690" b="-331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4301B76-EFF6-8BBA-FF82-9ABC747010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95" y="956486"/>
                <a:ext cx="10809285" cy="5253339"/>
              </a:xfrm>
            </p:spPr>
            <p:txBody>
              <a:bodyPr>
                <a:normAutofit fontScale="550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fr-FR" b="0" dirty="0"/>
              </a:p>
              <a:p>
                <a:r>
                  <a:rPr lang="fr-FR" dirty="0"/>
                  <a:t>Dans le triangle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𝐴𝐷𝐶</m:t>
                    </m:r>
                  </m:oMath>
                </a14:m>
                <a:r>
                  <a:rPr lang="fr-FR" dirty="0"/>
                  <a:t>, on a 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func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func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func>
                          </m: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func>
                          </m:e>
                        </m:eqAr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func>
                          </m: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func>
                          </m:e>
                        </m:eqAr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sSup>
                                  <m:s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func>
                          </m:e>
                        </m:d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func>
                                  <m:func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p>
                                      <m:sSup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func>
                      </m:e>
                    </m:rad>
                  </m:oMath>
                </a14:m>
                <a:endParaRPr lang="fr-FR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fr-FR" b="0" i="1" dirty="0"/>
                  <a:t> varie de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b="0" i="1" dirty="0"/>
                  <a:t> à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fr-FR" b="0" i="1" dirty="0"/>
                  <a:t>.</a:t>
                </a:r>
              </a:p>
              <a:p>
                <a:pPr lvl="1"/>
                <a:endParaRPr lang="fr-FR" b="0" i="1" dirty="0">
                  <a:latin typeface="Cambria Math" panose="02040503050406030204" pitchFamily="18" charset="0"/>
                </a:endParaRPr>
              </a:p>
              <a:p>
                <a:pPr lvl="1"/>
                <a:endParaRPr lang="fr-FR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fr-FR" dirty="0"/>
                  <a:t> soit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𝜆</m:t>
                        </m:r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×2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fr-FR" dirty="0"/>
              </a:p>
              <a:p>
                <a:pPr lvl="1"/>
                <a:endParaRPr lang="fr-FR" dirty="0"/>
              </a:p>
              <a:p>
                <a:pPr lvl="1"/>
                <a:r>
                  <a:rPr lang="fr-FR" dirty="0"/>
                  <a:t>Au final,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func>
                                      <m:func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sSup>
                                          <m:sSup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p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func>
                                  </m:e>
                                </m:d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func>
                          </m:e>
                        </m:rad>
                      </m:e>
                    </m:d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func>
                                      <m:func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fr-FR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unc>
                                              <m:funcPr>
                                                <m:ctrlP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sSup>
                                                  <m:sSupPr>
                                                    <m:ctrlPr>
                                                      <a:rPr lang="fr-FR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fr-FR">
                                                        <a:latin typeface="Cambria Math" panose="02040503050406030204" pitchFamily="18" charset="0"/>
                                                      </a:rPr>
                                                      <m:t>tan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fr-FR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−1</m:t>
                                                    </m:r>
                                                  </m:sup>
                                                </m:sSup>
                                              </m:fNam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fr-FR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f>
                                                      <m:fPr>
                                                        <m:ctrlPr>
                                                          <a:rPr lang="fr-FR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fPr>
                                                      <m:num>
                                                        <m:r>
                                                          <a:rPr lang="fr-FR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𝑑</m:t>
                                                        </m:r>
                                                      </m:num>
                                                      <m:den>
                                                        <m:r>
                                                          <a:rPr lang="fr-FR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𝑐</m:t>
                                                        </m:r>
                                                      </m:den>
                                                    </m:f>
                                                  </m:e>
                                                </m:d>
                                              </m:e>
                                            </m:func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d>
                                  <m:d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fr-FR">
                                                <a:latin typeface="Cambria Math" panose="02040503050406030204" pitchFamily="18" charset="0"/>
                                              </a:rPr>
                                              <m:t>tan</m:t>
                                            </m:r>
                                          </m:e>
                                          <m:sup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d>
                                      <m:d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rad>
                      </m:e>
                    </m:d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fr-FR" dirty="0"/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4301B76-EFF6-8BBA-FF82-9ABC747010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95" y="956486"/>
                <a:ext cx="10809285" cy="5253339"/>
              </a:xfrm>
              <a:blipFill>
                <a:blip r:embed="rId3"/>
                <a:stretch>
                  <a:fillRect l="-34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 3">
            <a:extLst>
              <a:ext uri="{FF2B5EF4-FFF2-40B4-BE49-F238E27FC236}">
                <a16:creationId xmlns:a16="http://schemas.microsoft.com/office/drawing/2014/main" id="{22B62984-BF0B-DC5D-4B57-636165C7B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5976" y="-502621"/>
            <a:ext cx="4336094" cy="339429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8CD2CCE-C3EE-5884-E969-932D3CD957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546" y="0"/>
            <a:ext cx="1245430" cy="301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60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2160A-07F8-3F5D-903C-0AC2D4ED1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B8ABBEEF-EFC2-5EFE-2B65-5DABB5053B6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fr-FR" dirty="0"/>
                  <a:t>Loi directe –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B8ABBEEF-EFC2-5EFE-2B65-5DABB5053B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00" t="-690" b="-331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DF3340F-30C7-B4BD-2F58-A5A9C24622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95" y="981887"/>
                <a:ext cx="11718605" cy="5476063"/>
              </a:xfrm>
            </p:spPr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 marL="1588" indent="0">
                  <a:buNone/>
                </a:pPr>
                <a:endParaRPr lang="fr-F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fr-FR" b="0" dirty="0"/>
              </a:p>
              <a:p>
                <a:r>
                  <a:rPr lang="fr-FR" dirty="0"/>
                  <a:t>Dans le triangle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𝐴𝐷𝐶</m:t>
                    </m:r>
                  </m:oMath>
                </a14:m>
                <a:r>
                  <a:rPr lang="fr-FR" dirty="0"/>
                  <a:t>, on a 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func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func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func>
                          </m: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func>
                          </m:e>
                        </m:eqAr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func>
                          </m: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func>
                          </m:e>
                        </m:eqAr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sSup>
                                  <m:s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func>
                          </m:e>
                        </m:d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fr-FR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𝑎𝑏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𝑎𝑏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⇒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func>
                  </m:oMath>
                </a14:m>
                <a:r>
                  <a:rPr lang="fr-FR" dirty="0"/>
                  <a:t> 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fr-FR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sSup>
                                  <m:s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endParaRPr lang="fr-FR" dirty="0"/>
              </a:p>
              <a:p>
                <a:pPr lvl="1"/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sSup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p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  <m:r>
                                      <m:rPr>
                                        <m:nor/>
                                      </m:rPr>
                                      <a:rPr lang="fr-FR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f>
                                      <m:f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num>
                                      <m:den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fr-FR" dirty="0"/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DF3340F-30C7-B4BD-2F58-A5A9C24622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95" y="981887"/>
                <a:ext cx="11718605" cy="5476063"/>
              </a:xfrm>
              <a:blipFill>
                <a:blip r:embed="rId3"/>
                <a:stretch>
                  <a:fillRect l="-9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 3">
            <a:extLst>
              <a:ext uri="{FF2B5EF4-FFF2-40B4-BE49-F238E27FC236}">
                <a16:creationId xmlns:a16="http://schemas.microsoft.com/office/drawing/2014/main" id="{C91B98E8-3718-E1A0-1ED8-86D061B0F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744" y="-491192"/>
            <a:ext cx="4803486" cy="376017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741CC39-6838-5C96-8901-625B066FDF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9567" y="86581"/>
            <a:ext cx="1245430" cy="301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17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EAD561-E397-48A3-8A25-608BAFD52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Tracer les courbes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D81803-23F0-4705-3E30-BE38DBBA8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Voir </a:t>
            </a:r>
            <a:r>
              <a:rPr lang="fr-FR" dirty="0" err="1"/>
              <a:t>capytale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0605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890C1-FE7C-69F3-01BD-1A405BB5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6F0FB32-B016-FED2-32DB-B91BA7AA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07</a:t>
            </a:r>
            <a:br>
              <a:rPr lang="fr-FR" dirty="0"/>
            </a:br>
            <a:r>
              <a:rPr lang="fr-FR" dirty="0"/>
              <a:t>Modélisation composants ou phénomènes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8C8992F-8C34-F226-1E01-2A59D755E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158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09</a:t>
            </a:r>
            <a:br>
              <a:rPr lang="fr-FR" dirty="0"/>
            </a:br>
            <a:r>
              <a:rPr lang="fr-FR" dirty="0"/>
              <a:t>Dimensionnement d’un actionneur en dynamique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5822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Objectif :</a:t>
            </a:r>
          </a:p>
          <a:p>
            <a:pPr lvl="1"/>
            <a:r>
              <a:rPr lang="fr-FR" dirty="0"/>
              <a:t> On souhaite déterminer le couple maximal et la vitesse maximale d’un moteur pour pouvoir déplacer une charge de XXX kg en moins de XXXX s. </a:t>
            </a:r>
          </a:p>
          <a:p>
            <a:pPr lvl="1"/>
            <a:endParaRPr lang="fr-FR" dirty="0"/>
          </a:p>
          <a:p>
            <a:r>
              <a:rPr lang="fr-FR" dirty="0"/>
              <a:t>Modèle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Expérimentation : première approche pour avoir une estimation de la puissance</a:t>
            </a:r>
          </a:p>
          <a:p>
            <a:pPr lvl="1"/>
            <a:r>
              <a:rPr lang="fr-FR" dirty="0"/>
              <a:t>Protocole Expérimental</a:t>
            </a:r>
          </a:p>
          <a:p>
            <a:pPr lvl="2"/>
            <a:r>
              <a:rPr lang="fr-FR" dirty="0"/>
              <a:t>Montée, avec un chargement maximal, et un échelon de position</a:t>
            </a:r>
          </a:p>
          <a:p>
            <a:pPr lvl="2"/>
            <a:r>
              <a:rPr lang="fr-FR" dirty="0"/>
              <a:t>Mesure de la vitesse grâce à la génératrice tachymétrique ou au codeur/potentiomètre</a:t>
            </a:r>
          </a:p>
          <a:p>
            <a:pPr lvl="2"/>
            <a:r>
              <a:rPr lang="fr-FR" dirty="0"/>
              <a:t>Meure du couple moteur grâce au courant…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pSp>
        <p:nvGrpSpPr>
          <p:cNvPr id="86" name="Groupe 85"/>
          <p:cNvGrpSpPr/>
          <p:nvPr/>
        </p:nvGrpSpPr>
        <p:grpSpPr>
          <a:xfrm>
            <a:off x="3241822" y="2261019"/>
            <a:ext cx="5568476" cy="1462084"/>
            <a:chOff x="4452429" y="3393409"/>
            <a:chExt cx="5568476" cy="1462084"/>
          </a:xfrm>
        </p:grpSpPr>
        <p:sp>
          <p:nvSpPr>
            <p:cNvPr id="48" name="Rectangle : coins arrondis 15">
              <a:extLst>
                <a:ext uri="{FF2B5EF4-FFF2-40B4-BE49-F238E27FC236}">
                  <a16:creationId xmlns:a16="http://schemas.microsoft.com/office/drawing/2014/main" id="{B8181AD4-9AB8-CA7B-EFBF-8B9CD4369264}"/>
                </a:ext>
              </a:extLst>
            </p:cNvPr>
            <p:cNvSpPr/>
            <p:nvPr/>
          </p:nvSpPr>
          <p:spPr>
            <a:xfrm>
              <a:off x="5380883" y="3542688"/>
              <a:ext cx="1440000" cy="54000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6834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68348B"/>
                  </a:solidFill>
                  <a:latin typeface="Arial Nova" panose="020B0504020202020204" pitchFamily="34" charset="0"/>
                </a:rPr>
                <a:t>Convertir</a:t>
              </a:r>
            </a:p>
          </p:txBody>
        </p:sp>
        <p:sp>
          <p:nvSpPr>
            <p:cNvPr id="49" name="Rectangle : coins arrondis 16">
              <a:extLst>
                <a:ext uri="{FF2B5EF4-FFF2-40B4-BE49-F238E27FC236}">
                  <a16:creationId xmlns:a16="http://schemas.microsoft.com/office/drawing/2014/main" id="{7E462E27-42D7-734B-5E6F-B78EF40987B6}"/>
                </a:ext>
              </a:extLst>
            </p:cNvPr>
            <p:cNvSpPr/>
            <p:nvPr/>
          </p:nvSpPr>
          <p:spPr>
            <a:xfrm>
              <a:off x="5389319" y="4223146"/>
              <a:ext cx="1440000" cy="540000"/>
            </a:xfrm>
            <a:prstGeom prst="roundRect">
              <a:avLst>
                <a:gd name="adj" fmla="val 11914"/>
              </a:avLst>
            </a:prstGeom>
            <a:solidFill>
              <a:srgbClr val="C3AED1"/>
            </a:solidFill>
            <a:ln w="19050">
              <a:solidFill>
                <a:srgbClr val="C3AE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rgbClr val="68348B"/>
                  </a:solidFill>
                  <a:latin typeface="Arial Nova" panose="020B0504020202020204" pitchFamily="34" charset="0"/>
                </a:rPr>
                <a:t>Moteur à courant continu</a:t>
              </a:r>
            </a:p>
          </p:txBody>
        </p:sp>
        <p:sp>
          <p:nvSpPr>
            <p:cNvPr id="50" name="Rectangle : coins arrondis 17">
              <a:extLst>
                <a:ext uri="{FF2B5EF4-FFF2-40B4-BE49-F238E27FC236}">
                  <a16:creationId xmlns:a16="http://schemas.microsoft.com/office/drawing/2014/main" id="{AA76E29F-1BCE-DD76-499C-CE8F3E850A8E}"/>
                </a:ext>
              </a:extLst>
            </p:cNvPr>
            <p:cNvSpPr/>
            <p:nvPr/>
          </p:nvSpPr>
          <p:spPr>
            <a:xfrm>
              <a:off x="7542872" y="3545795"/>
              <a:ext cx="1365662" cy="53439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EE68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Transmettre</a:t>
              </a:r>
            </a:p>
          </p:txBody>
        </p:sp>
        <p:sp>
          <p:nvSpPr>
            <p:cNvPr id="51" name="Rectangle : coins arrondis 18">
              <a:extLst>
                <a:ext uri="{FF2B5EF4-FFF2-40B4-BE49-F238E27FC236}">
                  <a16:creationId xmlns:a16="http://schemas.microsoft.com/office/drawing/2014/main" id="{A66FC087-C9BC-9FD1-6C13-AD7571852AD4}"/>
                </a:ext>
              </a:extLst>
            </p:cNvPr>
            <p:cNvSpPr/>
            <p:nvPr/>
          </p:nvSpPr>
          <p:spPr>
            <a:xfrm>
              <a:off x="7549319" y="4202642"/>
              <a:ext cx="1365662" cy="652851"/>
            </a:xfrm>
            <a:prstGeom prst="roundRect">
              <a:avLst>
                <a:gd name="adj" fmla="val 11914"/>
              </a:avLst>
            </a:prstGeom>
            <a:solidFill>
              <a:srgbClr val="F7B8B3"/>
            </a:solidFill>
            <a:ln w="19050">
              <a:solidFill>
                <a:srgbClr val="F7B8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Mécanisme</a:t>
              </a:r>
            </a:p>
          </p:txBody>
        </p:sp>
        <p:cxnSp>
          <p:nvCxnSpPr>
            <p:cNvPr id="54" name="Connecteur droit avec flèche 53">
              <a:extLst>
                <a:ext uri="{FF2B5EF4-FFF2-40B4-BE49-F238E27FC236}">
                  <a16:creationId xmlns:a16="http://schemas.microsoft.com/office/drawing/2014/main" id="{6E52C4D0-B55B-30AA-F92B-6E09F0A4D9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9319" y="3798320"/>
              <a:ext cx="720000" cy="1536"/>
            </a:xfrm>
            <a:prstGeom prst="straightConnector1">
              <a:avLst/>
            </a:prstGeom>
            <a:ln w="25400" cap="rnd">
              <a:solidFill>
                <a:srgbClr val="0C739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Image 54">
              <a:extLst>
                <a:ext uri="{FF2B5EF4-FFF2-40B4-BE49-F238E27FC236}">
                  <a16:creationId xmlns:a16="http://schemas.microsoft.com/office/drawing/2014/main" id="{F31071D2-3D9A-9512-E018-EA9EA1D5A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38894" y="3393409"/>
              <a:ext cx="360000" cy="360000"/>
            </a:xfrm>
            <a:prstGeom prst="rect">
              <a:avLst/>
            </a:prstGeom>
          </p:spPr>
        </p:pic>
        <p:cxnSp>
          <p:nvCxnSpPr>
            <p:cNvPr id="56" name="Connecteur droit avec flèche 55">
              <a:extLst>
                <a:ext uri="{FF2B5EF4-FFF2-40B4-BE49-F238E27FC236}">
                  <a16:creationId xmlns:a16="http://schemas.microsoft.com/office/drawing/2014/main" id="{75B4C387-2DFC-8DD6-0817-E4B93F7F3F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9319" y="3807925"/>
              <a:ext cx="720000" cy="1536"/>
            </a:xfrm>
            <a:prstGeom prst="straightConnector1">
              <a:avLst/>
            </a:prstGeom>
            <a:ln w="25400" cap="rnd">
              <a:solidFill>
                <a:srgbClr val="68348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Image 56">
              <a:extLst>
                <a:ext uri="{FF2B5EF4-FFF2-40B4-BE49-F238E27FC236}">
                  <a16:creationId xmlns:a16="http://schemas.microsoft.com/office/drawing/2014/main" id="{F1B5964F-3473-92A5-6A3A-F03DA766A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93108" y="3418676"/>
              <a:ext cx="360000" cy="36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ZoneTexte 63">
                  <a:extLst>
                    <a:ext uri="{FF2B5EF4-FFF2-40B4-BE49-F238E27FC236}">
                      <a16:creationId xmlns:a16="http://schemas.microsoft.com/office/drawing/2014/main" id="{B39CA18C-C050-2248-E6F6-D99BB87303C8}"/>
                    </a:ext>
                  </a:extLst>
                </p:cNvPr>
                <p:cNvSpPr txBox="1"/>
                <p:nvPr/>
              </p:nvSpPr>
              <p:spPr>
                <a:xfrm>
                  <a:off x="4452429" y="3859412"/>
                  <a:ext cx="116196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200" b="1" dirty="0">
                      <a:solidFill>
                        <a:srgbClr val="FFB25A"/>
                      </a:solidFill>
                      <a:latin typeface="Arial Nova" panose="020B0504020202020204" pitchFamily="34" charset="0"/>
                    </a:rPr>
                    <a:t> xx V </a:t>
                  </a:r>
                  <a14:m>
                    <m:oMath xmlns:m="http://schemas.openxmlformats.org/officeDocument/2006/math">
                      <m:r>
                        <a:rPr lang="fr-FR" sz="1200" b="1" i="0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</m:oMath>
                  </a14:m>
                  <a:endPara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1" i="1" smtClean="0">
                            <a:solidFill>
                              <a:srgbClr val="FFB2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𝓟</m:t>
                        </m:r>
                        <m:r>
                          <a:rPr lang="fr-FR" sz="1200" b="1" i="1" smtClean="0">
                            <a:solidFill>
                              <a:srgbClr val="FFB2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fr-FR" sz="1200" b="1" i="1" smtClean="0">
                            <a:solidFill>
                              <a:srgbClr val="FFB2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𝑼𝑰</m:t>
                        </m:r>
                      </m:oMath>
                    </m:oMathPara>
                  </a14:m>
                  <a:endPara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4" name="ZoneTexte 63">
                  <a:extLst>
                    <a:ext uri="{FF2B5EF4-FFF2-40B4-BE49-F238E27FC236}">
                      <a16:creationId xmlns:a16="http://schemas.microsoft.com/office/drawing/2014/main" id="{B39CA18C-C050-2248-E6F6-D99BB87303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2429" y="3859412"/>
                  <a:ext cx="1161960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1" name="Groupe 70">
              <a:extLst>
                <a:ext uri="{FF2B5EF4-FFF2-40B4-BE49-F238E27FC236}">
                  <a16:creationId xmlns:a16="http://schemas.microsoft.com/office/drawing/2014/main" id="{3A416195-885D-B412-950E-1F349C5CC6AB}"/>
                </a:ext>
              </a:extLst>
            </p:cNvPr>
            <p:cNvGrpSpPr/>
            <p:nvPr/>
          </p:nvGrpSpPr>
          <p:grpSpPr>
            <a:xfrm>
              <a:off x="8079091" y="3940734"/>
              <a:ext cx="360000" cy="360000"/>
              <a:chOff x="5447928" y="2816932"/>
              <a:chExt cx="1800000" cy="1800000"/>
            </a:xfrm>
          </p:grpSpPr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689719FF-319E-F4C6-E150-B6C708728D00}"/>
                  </a:ext>
                </a:extLst>
              </p:cNvPr>
              <p:cNvSpPr/>
              <p:nvPr/>
            </p:nvSpPr>
            <p:spPr>
              <a:xfrm>
                <a:off x="5447928" y="2816932"/>
                <a:ext cx="1800000" cy="1800000"/>
              </a:xfrm>
              <a:prstGeom prst="ellipse">
                <a:avLst/>
              </a:prstGeom>
              <a:solidFill>
                <a:srgbClr val="EF72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73" name="Image 72">
                <a:extLst>
                  <a:ext uri="{FF2B5EF4-FFF2-40B4-BE49-F238E27FC236}">
                    <a16:creationId xmlns:a16="http://schemas.microsoft.com/office/drawing/2014/main" id="{1AC2262C-D76B-934A-5E65-99DB0E926C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flipH="1">
                <a:off x="5627848" y="2996852"/>
                <a:ext cx="1440160" cy="1440160"/>
              </a:xfrm>
              <a:prstGeom prst="rect">
                <a:avLst/>
              </a:prstGeom>
            </p:spPr>
          </p:pic>
        </p:grpSp>
        <p:grpSp>
          <p:nvGrpSpPr>
            <p:cNvPr id="74" name="Groupe 73">
              <a:extLst>
                <a:ext uri="{FF2B5EF4-FFF2-40B4-BE49-F238E27FC236}">
                  <a16:creationId xmlns:a16="http://schemas.microsoft.com/office/drawing/2014/main" id="{62B9229E-5DD5-9728-B982-E481189F9BEC}"/>
                </a:ext>
              </a:extLst>
            </p:cNvPr>
            <p:cNvGrpSpPr/>
            <p:nvPr/>
          </p:nvGrpSpPr>
          <p:grpSpPr>
            <a:xfrm>
              <a:off x="5929319" y="3962771"/>
              <a:ext cx="360000" cy="360000"/>
              <a:chOff x="5775745" y="3144183"/>
              <a:chExt cx="1800000" cy="1800000"/>
            </a:xfrm>
          </p:grpSpPr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45D1B4DF-7033-EB1C-DEC9-639AE2145414}"/>
                  </a:ext>
                </a:extLst>
              </p:cNvPr>
              <p:cNvSpPr/>
              <p:nvPr/>
            </p:nvSpPr>
            <p:spPr>
              <a:xfrm>
                <a:off x="5775745" y="3144183"/>
                <a:ext cx="1800000" cy="1800000"/>
              </a:xfrm>
              <a:prstGeom prst="ellipse">
                <a:avLst/>
              </a:prstGeom>
              <a:solidFill>
                <a:srgbClr val="6834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76" name="Image 75">
                <a:extLst>
                  <a:ext uri="{FF2B5EF4-FFF2-40B4-BE49-F238E27FC236}">
                    <a16:creationId xmlns:a16="http://schemas.microsoft.com/office/drawing/2014/main" id="{E313AA97-25C8-7CFE-4F0E-0B1EFC00D5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03821" y="3513485"/>
                <a:ext cx="1543848" cy="1061396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ZoneTexte 76">
                  <a:extLst>
                    <a:ext uri="{FF2B5EF4-FFF2-40B4-BE49-F238E27FC236}">
                      <a16:creationId xmlns:a16="http://schemas.microsoft.com/office/drawing/2014/main" id="{4BE6685B-714A-2936-1BA2-2CA1122FD234}"/>
                    </a:ext>
                  </a:extLst>
                </p:cNvPr>
                <p:cNvSpPr txBox="1"/>
                <p:nvPr/>
              </p:nvSpPr>
              <p:spPr>
                <a:xfrm>
                  <a:off x="6496530" y="3899673"/>
                  <a:ext cx="1431825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1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𝓟</m:t>
                        </m:r>
                        <m:r>
                          <a:rPr lang="fr-FR" sz="11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oMath>
                    </m:oMathPara>
                  </a14:m>
                  <a:endParaRPr lang="fr-FR" sz="1100" b="1" dirty="0">
                    <a:solidFill>
                      <a:srgbClr val="7030A0"/>
                    </a:solidFill>
                    <a:latin typeface="Arial Nova" panose="020B05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7" name="ZoneTexte 76">
                  <a:extLst>
                    <a:ext uri="{FF2B5EF4-FFF2-40B4-BE49-F238E27FC236}">
                      <a16:creationId xmlns:a16="http://schemas.microsoft.com/office/drawing/2014/main" id="{4BE6685B-714A-2936-1BA2-2CA1122FD2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6530" y="3899673"/>
                  <a:ext cx="1431825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Connecteur droit avec flèche 79">
              <a:extLst>
                <a:ext uri="{FF2B5EF4-FFF2-40B4-BE49-F238E27FC236}">
                  <a16:creationId xmlns:a16="http://schemas.microsoft.com/office/drawing/2014/main" id="{FA030DA2-3C3A-C8FA-45E8-D976D05C94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1895" y="3796784"/>
              <a:ext cx="720000" cy="1536"/>
            </a:xfrm>
            <a:prstGeom prst="straightConnector1">
              <a:avLst/>
            </a:prstGeom>
            <a:ln w="25400" cap="rnd">
              <a:solidFill>
                <a:srgbClr val="68348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1" name="Image 80">
              <a:extLst>
                <a:ext uri="{FF2B5EF4-FFF2-40B4-BE49-F238E27FC236}">
                  <a16:creationId xmlns:a16="http://schemas.microsoft.com/office/drawing/2014/main" id="{7CFF18D7-B440-5F98-0242-64155E193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75684" y="3407535"/>
              <a:ext cx="360000" cy="36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ZoneTexte 84">
                  <a:extLst>
                    <a:ext uri="{FF2B5EF4-FFF2-40B4-BE49-F238E27FC236}">
                      <a16:creationId xmlns:a16="http://schemas.microsoft.com/office/drawing/2014/main" id="{D4448485-1542-9D3B-17C1-604149E67AE1}"/>
                    </a:ext>
                  </a:extLst>
                </p:cNvPr>
                <p:cNvSpPr txBox="1"/>
                <p:nvPr/>
              </p:nvSpPr>
              <p:spPr>
                <a:xfrm>
                  <a:off x="8589080" y="3939627"/>
                  <a:ext cx="1431825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1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𝓟</m:t>
                        </m:r>
                        <m:r>
                          <a:rPr lang="fr-FR" sz="11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oMath>
                    </m:oMathPara>
                  </a14:m>
                  <a:endParaRPr lang="fr-FR" sz="1100" b="1" dirty="0">
                    <a:solidFill>
                      <a:srgbClr val="7030A0"/>
                    </a:solidFill>
                    <a:latin typeface="Arial Nova" panose="020B05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5" name="ZoneTexte 84">
                  <a:extLst>
                    <a:ext uri="{FF2B5EF4-FFF2-40B4-BE49-F238E27FC236}">
                      <a16:creationId xmlns:a16="http://schemas.microsoft.com/office/drawing/2014/main" id="{D4448485-1542-9D3B-17C1-604149E67A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9080" y="3939627"/>
                  <a:ext cx="1431825" cy="2616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23115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75FEE8-5C6C-2C21-A4AF-999762DAE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B4AC50B9-08F3-4A73-CFB6-ED0F0C24550E}"/>
              </a:ext>
            </a:extLst>
          </p:cNvPr>
          <p:cNvSpPr/>
          <p:nvPr/>
        </p:nvSpPr>
        <p:spPr>
          <a:xfrm>
            <a:off x="-926947" y="2166427"/>
            <a:ext cx="2498058" cy="2498058"/>
          </a:xfrm>
          <a:prstGeom prst="arc">
            <a:avLst>
              <a:gd name="adj1" fmla="val 987784"/>
              <a:gd name="adj2" fmla="val 2517803"/>
            </a:avLst>
          </a:prstGeom>
          <a:ln w="19050">
            <a:headEnd type="stealth" w="med" len="lg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A7D91E2F-4FDF-D5B5-C6B1-38E915377D4B}"/>
              </a:ext>
            </a:extLst>
          </p:cNvPr>
          <p:cNvGrpSpPr/>
          <p:nvPr/>
        </p:nvGrpSpPr>
        <p:grpSpPr>
          <a:xfrm>
            <a:off x="6171260" y="1724511"/>
            <a:ext cx="1745369" cy="1666470"/>
            <a:chOff x="5262233" y="3152282"/>
            <a:chExt cx="1745369" cy="1666470"/>
          </a:xfrm>
        </p:grpSpPr>
        <p:grpSp>
          <p:nvGrpSpPr>
            <p:cNvPr id="59" name="Groupe 58">
              <a:extLst>
                <a:ext uri="{FF2B5EF4-FFF2-40B4-BE49-F238E27FC236}">
                  <a16:creationId xmlns:a16="http://schemas.microsoft.com/office/drawing/2014/main" id="{54D97C53-FF44-9771-576F-9A8A92C8D0AB}"/>
                </a:ext>
              </a:extLst>
            </p:cNvPr>
            <p:cNvGrpSpPr/>
            <p:nvPr/>
          </p:nvGrpSpPr>
          <p:grpSpPr>
            <a:xfrm>
              <a:off x="5940152" y="3401722"/>
              <a:ext cx="749927" cy="749927"/>
              <a:chOff x="5294563" y="3372196"/>
              <a:chExt cx="749927" cy="749927"/>
            </a:xfrm>
          </p:grpSpPr>
          <p:cxnSp>
            <p:nvCxnSpPr>
              <p:cNvPr id="72" name="Connecteur droit avec flèche 71">
                <a:extLst>
                  <a:ext uri="{FF2B5EF4-FFF2-40B4-BE49-F238E27FC236}">
                    <a16:creationId xmlns:a16="http://schemas.microsoft.com/office/drawing/2014/main" id="{0320D4EE-A922-CB37-5EA3-E5E586F36B34}"/>
                  </a:ext>
                </a:extLst>
              </p:cNvPr>
              <p:cNvCxnSpPr/>
              <p:nvPr/>
            </p:nvCxnSpPr>
            <p:spPr>
              <a:xfrm>
                <a:off x="5294563" y="4119730"/>
                <a:ext cx="74992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Connecteur droit avec flèche 72">
                <a:extLst>
                  <a:ext uri="{FF2B5EF4-FFF2-40B4-BE49-F238E27FC236}">
                    <a16:creationId xmlns:a16="http://schemas.microsoft.com/office/drawing/2014/main" id="{DB310BBF-9F31-00DC-9698-D79FA32471F3}"/>
                  </a:ext>
                </a:extLst>
              </p:cNvPr>
              <p:cNvCxnSpPr/>
              <p:nvPr/>
            </p:nvCxnSpPr>
            <p:spPr>
              <a:xfrm rot="16200000">
                <a:off x="4919600" y="3747160"/>
                <a:ext cx="74992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AEBC270C-2419-8AA5-276B-ED9A042D4FAE}"/>
                </a:ext>
              </a:extLst>
            </p:cNvPr>
            <p:cNvGrpSpPr/>
            <p:nvPr/>
          </p:nvGrpSpPr>
          <p:grpSpPr>
            <a:xfrm rot="19800000">
              <a:off x="5709204" y="3270482"/>
              <a:ext cx="749927" cy="749927"/>
              <a:chOff x="5294563" y="3372196"/>
              <a:chExt cx="749927" cy="749927"/>
            </a:xfrm>
          </p:grpSpPr>
          <p:cxnSp>
            <p:nvCxnSpPr>
              <p:cNvPr id="70" name="Connecteur droit avec flèche 69">
                <a:extLst>
                  <a:ext uri="{FF2B5EF4-FFF2-40B4-BE49-F238E27FC236}">
                    <a16:creationId xmlns:a16="http://schemas.microsoft.com/office/drawing/2014/main" id="{B4EBD561-4D96-E242-04F7-C8A0FFF7618C}"/>
                  </a:ext>
                </a:extLst>
              </p:cNvPr>
              <p:cNvCxnSpPr/>
              <p:nvPr/>
            </p:nvCxnSpPr>
            <p:spPr>
              <a:xfrm>
                <a:off x="5294563" y="4119730"/>
                <a:ext cx="749927" cy="0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Connecteur droit avec flèche 70">
                <a:extLst>
                  <a:ext uri="{FF2B5EF4-FFF2-40B4-BE49-F238E27FC236}">
                    <a16:creationId xmlns:a16="http://schemas.microsoft.com/office/drawing/2014/main" id="{251D449D-478E-A80A-5B15-D80CD2B5A24A}"/>
                  </a:ext>
                </a:extLst>
              </p:cNvPr>
              <p:cNvCxnSpPr/>
              <p:nvPr/>
            </p:nvCxnSpPr>
            <p:spPr>
              <a:xfrm rot="16200000">
                <a:off x="4919600" y="3747160"/>
                <a:ext cx="749927" cy="0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F3FB8FF8-FE9D-5112-A055-1B4982177882}"/>
                </a:ext>
              </a:extLst>
            </p:cNvPr>
            <p:cNvSpPr/>
            <p:nvPr/>
          </p:nvSpPr>
          <p:spPr>
            <a:xfrm>
              <a:off x="5292080" y="3522608"/>
              <a:ext cx="1296144" cy="1296144"/>
            </a:xfrm>
            <a:prstGeom prst="arc">
              <a:avLst>
                <a:gd name="adj1" fmla="val 20018351"/>
                <a:gd name="adj2" fmla="val 21169866"/>
              </a:avLst>
            </a:prstGeom>
            <a:ln w="19050">
              <a:headEnd type="stealth" w="med" len="lg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ZoneTexte 61">
                  <a:extLst>
                    <a:ext uri="{FF2B5EF4-FFF2-40B4-BE49-F238E27FC236}">
                      <a16:creationId xmlns:a16="http://schemas.microsoft.com/office/drawing/2014/main" id="{4F8053E8-8B57-B3D1-7A97-2A5B72C2404C}"/>
                    </a:ext>
                  </a:extLst>
                </p:cNvPr>
                <p:cNvSpPr txBox="1"/>
                <p:nvPr/>
              </p:nvSpPr>
              <p:spPr>
                <a:xfrm>
                  <a:off x="6595181" y="4010755"/>
                  <a:ext cx="41242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28" name="ZoneTexte 1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5181" y="4010755"/>
                  <a:ext cx="412421" cy="276999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6C71C0DD-0021-7D7F-B5F1-A607D111AA64}"/>
                    </a:ext>
                  </a:extLst>
                </p:cNvPr>
                <p:cNvSpPr txBox="1"/>
                <p:nvPr/>
              </p:nvSpPr>
              <p:spPr>
                <a:xfrm>
                  <a:off x="5733941" y="3152282"/>
                  <a:ext cx="41402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29" name="ZoneTexte 1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3941" y="3152282"/>
                  <a:ext cx="414023" cy="276999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ZoneTexte 63">
                  <a:extLst>
                    <a:ext uri="{FF2B5EF4-FFF2-40B4-BE49-F238E27FC236}">
                      <a16:creationId xmlns:a16="http://schemas.microsoft.com/office/drawing/2014/main" id="{A8ADA475-0C3A-45CC-9B75-7DCF67610335}"/>
                    </a:ext>
                  </a:extLst>
                </p:cNvPr>
                <p:cNvSpPr txBox="1"/>
                <p:nvPr/>
              </p:nvSpPr>
              <p:spPr>
                <a:xfrm>
                  <a:off x="6435685" y="3548045"/>
                  <a:ext cx="36875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30" name="ZoneTexte 1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5685" y="3548045"/>
                  <a:ext cx="368754" cy="276999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ZoneTexte 64">
                  <a:extLst>
                    <a:ext uri="{FF2B5EF4-FFF2-40B4-BE49-F238E27FC236}">
                      <a16:creationId xmlns:a16="http://schemas.microsoft.com/office/drawing/2014/main" id="{188BF97F-A207-142A-1AC4-0383E306DE40}"/>
                    </a:ext>
                  </a:extLst>
                </p:cNvPr>
                <p:cNvSpPr txBox="1"/>
                <p:nvPr/>
              </p:nvSpPr>
              <p:spPr>
                <a:xfrm>
                  <a:off x="5262233" y="3356339"/>
                  <a:ext cx="3703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31" name="ZoneTexte 1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2233" y="3356339"/>
                  <a:ext cx="370358" cy="276999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ZoneTexte 65">
                  <a:extLst>
                    <a:ext uri="{FF2B5EF4-FFF2-40B4-BE49-F238E27FC236}">
                      <a16:creationId xmlns:a16="http://schemas.microsoft.com/office/drawing/2014/main" id="{E3AF8B67-016F-E790-F1F7-53E61E575CAB}"/>
                    </a:ext>
                  </a:extLst>
                </p:cNvPr>
                <p:cNvSpPr txBox="1"/>
                <p:nvPr/>
              </p:nvSpPr>
              <p:spPr>
                <a:xfrm>
                  <a:off x="6531285" y="3829601"/>
                  <a:ext cx="31758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𝛽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32" name="ZoneTexte 1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1285" y="3829601"/>
                  <a:ext cx="317587" cy="276999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E673A9CF-F67C-AF13-C4CF-68AA808FFF97}"/>
                    </a:ext>
                  </a:extLst>
                </p:cNvPr>
                <p:cNvSpPr txBox="1"/>
                <p:nvPr/>
              </p:nvSpPr>
              <p:spPr>
                <a:xfrm>
                  <a:off x="5759440" y="4256870"/>
                  <a:ext cx="40209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33" name="ZoneTexte 1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9440" y="4256870"/>
                  <a:ext cx="402098" cy="276999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01B086A6-A41D-BDB8-EF88-AB3DCC7B59EF}"/>
                </a:ext>
              </a:extLst>
            </p:cNvPr>
            <p:cNvSpPr/>
            <p:nvPr/>
          </p:nvSpPr>
          <p:spPr>
            <a:xfrm>
              <a:off x="5853398" y="4069873"/>
              <a:ext cx="158762" cy="15876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EE25BE62-B6D9-04FD-DAE1-0E2892C9F9CD}"/>
                </a:ext>
              </a:extLst>
            </p:cNvPr>
            <p:cNvSpPr/>
            <p:nvPr/>
          </p:nvSpPr>
          <p:spPr>
            <a:xfrm flipV="1">
              <a:off x="5905779" y="4122254"/>
              <a:ext cx="54000" cy="540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9E54CB3A-7049-6A65-FB45-CC501EB3B1FE}"/>
              </a:ext>
            </a:extLst>
          </p:cNvPr>
          <p:cNvGrpSpPr/>
          <p:nvPr/>
        </p:nvGrpSpPr>
        <p:grpSpPr>
          <a:xfrm>
            <a:off x="6184306" y="3276070"/>
            <a:ext cx="1745369" cy="1666470"/>
            <a:chOff x="5262233" y="3152282"/>
            <a:chExt cx="1745369" cy="1666470"/>
          </a:xfrm>
        </p:grpSpPr>
        <p:grpSp>
          <p:nvGrpSpPr>
            <p:cNvPr id="75" name="Groupe 74">
              <a:extLst>
                <a:ext uri="{FF2B5EF4-FFF2-40B4-BE49-F238E27FC236}">
                  <a16:creationId xmlns:a16="http://schemas.microsoft.com/office/drawing/2014/main" id="{B59C1FC6-ACAE-E06F-CDF8-7FE9A5FA0C33}"/>
                </a:ext>
              </a:extLst>
            </p:cNvPr>
            <p:cNvGrpSpPr/>
            <p:nvPr/>
          </p:nvGrpSpPr>
          <p:grpSpPr>
            <a:xfrm>
              <a:off x="5940152" y="3401722"/>
              <a:ext cx="749927" cy="749927"/>
              <a:chOff x="5294563" y="3372196"/>
              <a:chExt cx="749927" cy="749927"/>
            </a:xfrm>
          </p:grpSpPr>
          <p:cxnSp>
            <p:nvCxnSpPr>
              <p:cNvPr id="88" name="Connecteur droit avec flèche 87">
                <a:extLst>
                  <a:ext uri="{FF2B5EF4-FFF2-40B4-BE49-F238E27FC236}">
                    <a16:creationId xmlns:a16="http://schemas.microsoft.com/office/drawing/2014/main" id="{9D344FC2-5413-9C4A-094F-7B76D34A4394}"/>
                  </a:ext>
                </a:extLst>
              </p:cNvPr>
              <p:cNvCxnSpPr/>
              <p:nvPr/>
            </p:nvCxnSpPr>
            <p:spPr>
              <a:xfrm>
                <a:off x="5294563" y="4119730"/>
                <a:ext cx="74992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Connecteur droit avec flèche 88">
                <a:extLst>
                  <a:ext uri="{FF2B5EF4-FFF2-40B4-BE49-F238E27FC236}">
                    <a16:creationId xmlns:a16="http://schemas.microsoft.com/office/drawing/2014/main" id="{30818A1D-D7F8-D3DC-E4F3-DB61ECC59F22}"/>
                  </a:ext>
                </a:extLst>
              </p:cNvPr>
              <p:cNvCxnSpPr/>
              <p:nvPr/>
            </p:nvCxnSpPr>
            <p:spPr>
              <a:xfrm rot="16200000">
                <a:off x="4919600" y="3747160"/>
                <a:ext cx="74992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Groupe 75">
              <a:extLst>
                <a:ext uri="{FF2B5EF4-FFF2-40B4-BE49-F238E27FC236}">
                  <a16:creationId xmlns:a16="http://schemas.microsoft.com/office/drawing/2014/main" id="{F6752312-381E-1265-927F-B9C8645153E6}"/>
                </a:ext>
              </a:extLst>
            </p:cNvPr>
            <p:cNvGrpSpPr/>
            <p:nvPr/>
          </p:nvGrpSpPr>
          <p:grpSpPr>
            <a:xfrm rot="19800000">
              <a:off x="5709204" y="3270482"/>
              <a:ext cx="749927" cy="749927"/>
              <a:chOff x="5294563" y="3372196"/>
              <a:chExt cx="749927" cy="749927"/>
            </a:xfrm>
          </p:grpSpPr>
          <p:cxnSp>
            <p:nvCxnSpPr>
              <p:cNvPr id="86" name="Connecteur droit avec flèche 85">
                <a:extLst>
                  <a:ext uri="{FF2B5EF4-FFF2-40B4-BE49-F238E27FC236}">
                    <a16:creationId xmlns:a16="http://schemas.microsoft.com/office/drawing/2014/main" id="{16892681-3E83-5BC2-A7D2-70B8744E0E23}"/>
                  </a:ext>
                </a:extLst>
              </p:cNvPr>
              <p:cNvCxnSpPr/>
              <p:nvPr/>
            </p:nvCxnSpPr>
            <p:spPr>
              <a:xfrm>
                <a:off x="5294563" y="4119730"/>
                <a:ext cx="749927" cy="0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Connecteur droit avec flèche 86">
                <a:extLst>
                  <a:ext uri="{FF2B5EF4-FFF2-40B4-BE49-F238E27FC236}">
                    <a16:creationId xmlns:a16="http://schemas.microsoft.com/office/drawing/2014/main" id="{DF247A63-C7A2-EA49-DF23-8F20E70B8F27}"/>
                  </a:ext>
                </a:extLst>
              </p:cNvPr>
              <p:cNvCxnSpPr/>
              <p:nvPr/>
            </p:nvCxnSpPr>
            <p:spPr>
              <a:xfrm rot="16200000">
                <a:off x="4919600" y="3747160"/>
                <a:ext cx="749927" cy="0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63F2FFD1-BDD1-1CC4-2BA0-4E0D1E13710F}"/>
                </a:ext>
              </a:extLst>
            </p:cNvPr>
            <p:cNvSpPr/>
            <p:nvPr/>
          </p:nvSpPr>
          <p:spPr>
            <a:xfrm>
              <a:off x="5292080" y="3522608"/>
              <a:ext cx="1296144" cy="1296144"/>
            </a:xfrm>
            <a:prstGeom prst="arc">
              <a:avLst>
                <a:gd name="adj1" fmla="val 20018351"/>
                <a:gd name="adj2" fmla="val 21169866"/>
              </a:avLst>
            </a:prstGeom>
            <a:ln w="19050">
              <a:headEnd type="stealth" w="med" len="lg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ZoneTexte 77">
                  <a:extLst>
                    <a:ext uri="{FF2B5EF4-FFF2-40B4-BE49-F238E27FC236}">
                      <a16:creationId xmlns:a16="http://schemas.microsoft.com/office/drawing/2014/main" id="{74461E32-D07E-D8CB-8572-F28BC5CE35E4}"/>
                    </a:ext>
                  </a:extLst>
                </p:cNvPr>
                <p:cNvSpPr txBox="1"/>
                <p:nvPr/>
              </p:nvSpPr>
              <p:spPr>
                <a:xfrm>
                  <a:off x="6595181" y="4010755"/>
                  <a:ext cx="41242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41" name="ZoneTexte 1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5181" y="4010755"/>
                  <a:ext cx="412421" cy="276999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ZoneTexte 78">
                  <a:extLst>
                    <a:ext uri="{FF2B5EF4-FFF2-40B4-BE49-F238E27FC236}">
                      <a16:creationId xmlns:a16="http://schemas.microsoft.com/office/drawing/2014/main" id="{38B6B8FA-AD3E-36D4-665F-804F3106D264}"/>
                    </a:ext>
                  </a:extLst>
                </p:cNvPr>
                <p:cNvSpPr txBox="1"/>
                <p:nvPr/>
              </p:nvSpPr>
              <p:spPr>
                <a:xfrm>
                  <a:off x="5733941" y="3152282"/>
                  <a:ext cx="41402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42" name="ZoneTexte 1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3941" y="3152282"/>
                  <a:ext cx="414023" cy="276999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ZoneTexte 79">
                  <a:extLst>
                    <a:ext uri="{FF2B5EF4-FFF2-40B4-BE49-F238E27FC236}">
                      <a16:creationId xmlns:a16="http://schemas.microsoft.com/office/drawing/2014/main" id="{13D01B7F-B745-A8E2-6256-44FDF05A4516}"/>
                    </a:ext>
                  </a:extLst>
                </p:cNvPr>
                <p:cNvSpPr txBox="1"/>
                <p:nvPr/>
              </p:nvSpPr>
              <p:spPr>
                <a:xfrm>
                  <a:off x="6435685" y="3548045"/>
                  <a:ext cx="3723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43" name="ZoneTexte 1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5685" y="3548045"/>
                  <a:ext cx="372345" cy="276999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ZoneTexte 80">
                  <a:extLst>
                    <a:ext uri="{FF2B5EF4-FFF2-40B4-BE49-F238E27FC236}">
                      <a16:creationId xmlns:a16="http://schemas.microsoft.com/office/drawing/2014/main" id="{41362344-CBB4-6608-1458-C2076362C3B0}"/>
                    </a:ext>
                  </a:extLst>
                </p:cNvPr>
                <p:cNvSpPr txBox="1"/>
                <p:nvPr/>
              </p:nvSpPr>
              <p:spPr>
                <a:xfrm>
                  <a:off x="5262233" y="3356339"/>
                  <a:ext cx="36734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44" name="ZoneTexte 1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2233" y="3356339"/>
                  <a:ext cx="367344" cy="276999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ZoneTexte 81">
                  <a:extLst>
                    <a:ext uri="{FF2B5EF4-FFF2-40B4-BE49-F238E27FC236}">
                      <a16:creationId xmlns:a16="http://schemas.microsoft.com/office/drawing/2014/main" id="{CF1F85F9-1F46-9DFB-9F49-7E552C595936}"/>
                    </a:ext>
                  </a:extLst>
                </p:cNvPr>
                <p:cNvSpPr txBox="1"/>
                <p:nvPr/>
              </p:nvSpPr>
              <p:spPr>
                <a:xfrm>
                  <a:off x="6531285" y="3829601"/>
                  <a:ext cx="34657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𝜃</m:t>
                        </m:r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45" name="ZoneTexte 1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1285" y="3829601"/>
                  <a:ext cx="346570" cy="276999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ZoneTexte 82">
                  <a:extLst>
                    <a:ext uri="{FF2B5EF4-FFF2-40B4-BE49-F238E27FC236}">
                      <a16:creationId xmlns:a16="http://schemas.microsoft.com/office/drawing/2014/main" id="{CAE94D89-85A5-5795-746F-A03E73FD7CDF}"/>
                    </a:ext>
                  </a:extLst>
                </p:cNvPr>
                <p:cNvSpPr txBox="1"/>
                <p:nvPr/>
              </p:nvSpPr>
              <p:spPr>
                <a:xfrm>
                  <a:off x="5759440" y="4256870"/>
                  <a:ext cx="40209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46" name="ZoneTexte 1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9440" y="4256870"/>
                  <a:ext cx="402098" cy="276999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E619B2F7-C5AF-96C2-A6F5-99C182D26FF2}"/>
                </a:ext>
              </a:extLst>
            </p:cNvPr>
            <p:cNvSpPr/>
            <p:nvPr/>
          </p:nvSpPr>
          <p:spPr>
            <a:xfrm>
              <a:off x="5853398" y="4069873"/>
              <a:ext cx="158762" cy="15876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8B0ED3BE-D3A2-8D4B-8C6F-1D252FBB9E32}"/>
                </a:ext>
              </a:extLst>
            </p:cNvPr>
            <p:cNvSpPr/>
            <p:nvPr/>
          </p:nvSpPr>
          <p:spPr>
            <a:xfrm flipV="1">
              <a:off x="5905779" y="4122254"/>
              <a:ext cx="54000" cy="540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38" name="Groupe 137">
            <a:extLst>
              <a:ext uri="{FF2B5EF4-FFF2-40B4-BE49-F238E27FC236}">
                <a16:creationId xmlns:a16="http://schemas.microsoft.com/office/drawing/2014/main" id="{36EEDDD4-2DD2-B9F2-E5B9-44CC129CFF9B}"/>
              </a:ext>
            </a:extLst>
          </p:cNvPr>
          <p:cNvGrpSpPr/>
          <p:nvPr/>
        </p:nvGrpSpPr>
        <p:grpSpPr>
          <a:xfrm>
            <a:off x="-165908" y="1447512"/>
            <a:ext cx="5527681" cy="5122785"/>
            <a:chOff x="-165908" y="1447512"/>
            <a:chExt cx="5527681" cy="5122785"/>
          </a:xfrm>
        </p:grpSpPr>
        <p:sp>
          <p:nvSpPr>
            <p:cNvPr id="4" name="Forme libre 17">
              <a:extLst>
                <a:ext uri="{FF2B5EF4-FFF2-40B4-BE49-F238E27FC236}">
                  <a16:creationId xmlns:a16="http://schemas.microsoft.com/office/drawing/2014/main" id="{697E442E-9650-E826-1EAF-0AEC602FD0C9}"/>
                </a:ext>
              </a:extLst>
            </p:cNvPr>
            <p:cNvSpPr/>
            <p:nvPr/>
          </p:nvSpPr>
          <p:spPr>
            <a:xfrm>
              <a:off x="558800" y="5618480"/>
              <a:ext cx="998220" cy="147567"/>
            </a:xfrm>
            <a:custGeom>
              <a:avLst/>
              <a:gdLst>
                <a:gd name="connsiteX0" fmla="*/ 0 w 998220"/>
                <a:gd name="connsiteY0" fmla="*/ 7620 h 147567"/>
                <a:gd name="connsiteX1" fmla="*/ 220980 w 998220"/>
                <a:gd name="connsiteY1" fmla="*/ 144780 h 147567"/>
                <a:gd name="connsiteX2" fmla="*/ 457200 w 998220"/>
                <a:gd name="connsiteY2" fmla="*/ 99060 h 147567"/>
                <a:gd name="connsiteX3" fmla="*/ 807720 w 998220"/>
                <a:gd name="connsiteY3" fmla="*/ 144780 h 147567"/>
                <a:gd name="connsiteX4" fmla="*/ 998220 w 998220"/>
                <a:gd name="connsiteY4" fmla="*/ 0 h 147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20" h="147567">
                  <a:moveTo>
                    <a:pt x="0" y="7620"/>
                  </a:moveTo>
                  <a:cubicBezTo>
                    <a:pt x="72390" y="68580"/>
                    <a:pt x="144780" y="129540"/>
                    <a:pt x="220980" y="144780"/>
                  </a:cubicBezTo>
                  <a:cubicBezTo>
                    <a:pt x="297180" y="160020"/>
                    <a:pt x="359410" y="99060"/>
                    <a:pt x="457200" y="99060"/>
                  </a:cubicBezTo>
                  <a:cubicBezTo>
                    <a:pt x="554990" y="99060"/>
                    <a:pt x="717550" y="161290"/>
                    <a:pt x="807720" y="144780"/>
                  </a:cubicBezTo>
                  <a:cubicBezTo>
                    <a:pt x="897890" y="128270"/>
                    <a:pt x="948055" y="64135"/>
                    <a:pt x="998220" y="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Arc 4">
              <a:extLst>
                <a:ext uri="{FF2B5EF4-FFF2-40B4-BE49-F238E27FC236}">
                  <a16:creationId xmlns:a16="http://schemas.microsoft.com/office/drawing/2014/main" id="{CD891EBD-6F18-DDA2-0677-548D2612FE7E}"/>
                </a:ext>
              </a:extLst>
            </p:cNvPr>
            <p:cNvSpPr/>
            <p:nvPr/>
          </p:nvSpPr>
          <p:spPr>
            <a:xfrm>
              <a:off x="75980" y="3370477"/>
              <a:ext cx="3199820" cy="3199820"/>
            </a:xfrm>
            <a:prstGeom prst="arc">
              <a:avLst>
                <a:gd name="adj1" fmla="val 15985282"/>
                <a:gd name="adj2" fmla="val 20640091"/>
              </a:avLst>
            </a:prstGeom>
            <a:ln w="9525">
              <a:solidFill>
                <a:srgbClr val="7030A0"/>
              </a:solidFill>
              <a:prstDash val="lgDashDot"/>
              <a:headEnd type="none" w="med" len="lg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BBF9ABCB-FB39-7582-628F-FF2675545471}"/>
                </a:ext>
              </a:extLst>
            </p:cNvPr>
            <p:cNvCxnSpPr/>
            <p:nvPr/>
          </p:nvCxnSpPr>
          <p:spPr>
            <a:xfrm flipV="1">
              <a:off x="340956" y="2649220"/>
              <a:ext cx="872735" cy="7293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avec flèche 6">
              <a:extLst>
                <a:ext uri="{FF2B5EF4-FFF2-40B4-BE49-F238E27FC236}">
                  <a16:creationId xmlns:a16="http://schemas.microsoft.com/office/drawing/2014/main" id="{087BC8B3-45FC-E5C3-F542-749A390C0C2F}"/>
                </a:ext>
              </a:extLst>
            </p:cNvPr>
            <p:cNvCxnSpPr/>
            <p:nvPr/>
          </p:nvCxnSpPr>
          <p:spPr>
            <a:xfrm>
              <a:off x="340956" y="3369331"/>
              <a:ext cx="1759207" cy="21051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id="{1C3DF8A5-C6D6-CB5C-4202-5BDE080027E3}"/>
                </a:ext>
              </a:extLst>
            </p:cNvPr>
            <p:cNvCxnSpPr>
              <a:stCxn id="12" idx="7"/>
            </p:cNvCxnSpPr>
            <p:nvPr/>
          </p:nvCxnSpPr>
          <p:spPr>
            <a:xfrm flipV="1">
              <a:off x="1778895" y="1586012"/>
              <a:ext cx="3210533" cy="3282541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avec flèche 8">
              <a:extLst>
                <a:ext uri="{FF2B5EF4-FFF2-40B4-BE49-F238E27FC236}">
                  <a16:creationId xmlns:a16="http://schemas.microsoft.com/office/drawing/2014/main" id="{01383E87-550B-E1A4-0C76-38F0A77CA100}"/>
                </a:ext>
              </a:extLst>
            </p:cNvPr>
            <p:cNvCxnSpPr/>
            <p:nvPr/>
          </p:nvCxnSpPr>
          <p:spPr>
            <a:xfrm>
              <a:off x="340956" y="3386216"/>
              <a:ext cx="3208312" cy="60795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A1A12714-EEF6-A821-22A4-9C81DC4A5EE9}"/>
                </a:ext>
              </a:extLst>
            </p:cNvPr>
            <p:cNvCxnSpPr/>
            <p:nvPr/>
          </p:nvCxnSpPr>
          <p:spPr>
            <a:xfrm flipH="1">
              <a:off x="2820033" y="3538616"/>
              <a:ext cx="32219" cy="171575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6BF7D29A-3339-BCC2-5610-61A53C8EB4B5}"/>
                </a:ext>
              </a:extLst>
            </p:cNvPr>
            <p:cNvCxnSpPr/>
            <p:nvPr/>
          </p:nvCxnSpPr>
          <p:spPr>
            <a:xfrm flipH="1">
              <a:off x="1994989" y="3386216"/>
              <a:ext cx="32219" cy="171575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F70A3F61-F343-6220-B930-0DB0532781E0}"/>
                </a:ext>
              </a:extLst>
            </p:cNvPr>
            <p:cNvSpPr/>
            <p:nvPr/>
          </p:nvSpPr>
          <p:spPr>
            <a:xfrm>
              <a:off x="1533044" y="4826372"/>
              <a:ext cx="288032" cy="2880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C84BFF19-F50A-79B4-A353-22B03D0FD807}"/>
                </a:ext>
              </a:extLst>
            </p:cNvPr>
            <p:cNvCxnSpPr>
              <a:stCxn id="25" idx="4"/>
            </p:cNvCxnSpPr>
            <p:nvPr/>
          </p:nvCxnSpPr>
          <p:spPr>
            <a:xfrm>
              <a:off x="340956" y="3530228"/>
              <a:ext cx="0" cy="20882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3BE766AF-84E7-E75C-6493-D5AB18DD6C38}"/>
                </a:ext>
              </a:extLst>
            </p:cNvPr>
            <p:cNvCxnSpPr>
              <a:endCxn id="12" idx="4"/>
            </p:cNvCxnSpPr>
            <p:nvPr/>
          </p:nvCxnSpPr>
          <p:spPr>
            <a:xfrm flipV="1">
              <a:off x="1677060" y="5114404"/>
              <a:ext cx="0" cy="5040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BFC676BC-A2F8-C3B2-9880-DC27E966CCD9}"/>
                </a:ext>
              </a:extLst>
            </p:cNvPr>
            <p:cNvCxnSpPr/>
            <p:nvPr/>
          </p:nvCxnSpPr>
          <p:spPr>
            <a:xfrm flipH="1">
              <a:off x="340956" y="5618460"/>
              <a:ext cx="133610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E72E79E7-85DA-5C72-1DC3-855635F9B398}"/>
                </a:ext>
              </a:extLst>
            </p:cNvPr>
            <p:cNvCxnSpPr/>
            <p:nvPr/>
          </p:nvCxnSpPr>
          <p:spPr>
            <a:xfrm>
              <a:off x="537671" y="3422098"/>
              <a:ext cx="1152128" cy="216435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D57D40DB-D77D-66B4-8A03-989009CFCFD8}"/>
                </a:ext>
              </a:extLst>
            </p:cNvPr>
            <p:cNvCxnSpPr>
              <a:stCxn id="34" idx="2"/>
              <a:endCxn id="12" idx="7"/>
            </p:cNvCxnSpPr>
            <p:nvPr/>
          </p:nvCxnSpPr>
          <p:spPr>
            <a:xfrm flipH="1">
              <a:off x="1778895" y="2445572"/>
              <a:ext cx="2388598" cy="2422981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2C8E0B08-BA30-55D2-0E77-8D7DE0BB6BEC}"/>
                </a:ext>
              </a:extLst>
            </p:cNvPr>
            <p:cNvSpPr/>
            <p:nvPr/>
          </p:nvSpPr>
          <p:spPr>
            <a:xfrm>
              <a:off x="2641942" y="3706143"/>
              <a:ext cx="288032" cy="2880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4B0321C-CAF7-2712-901D-82CEB73345DE}"/>
                </a:ext>
              </a:extLst>
            </p:cNvPr>
            <p:cNvSpPr/>
            <p:nvPr/>
          </p:nvSpPr>
          <p:spPr>
            <a:xfrm rot="647236">
              <a:off x="719766" y="3366786"/>
              <a:ext cx="576000" cy="28800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5DF080D9-DF3B-BCB8-C9A3-761BC9EDF36F}"/>
                </a:ext>
              </a:extLst>
            </p:cNvPr>
            <p:cNvCxnSpPr/>
            <p:nvPr/>
          </p:nvCxnSpPr>
          <p:spPr>
            <a:xfrm>
              <a:off x="409264" y="3088948"/>
              <a:ext cx="669043" cy="125684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286FA765-BA90-292E-E2C2-4F869B786EBF}"/>
                </a:ext>
              </a:extLst>
            </p:cNvPr>
            <p:cNvCxnSpPr>
              <a:endCxn id="19" idx="0"/>
            </p:cNvCxnSpPr>
            <p:nvPr/>
          </p:nvCxnSpPr>
          <p:spPr>
            <a:xfrm flipH="1">
              <a:off x="1034717" y="3197756"/>
              <a:ext cx="32219" cy="171575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8427820B-A798-8588-01D3-06078CC73881}"/>
                </a:ext>
              </a:extLst>
            </p:cNvPr>
            <p:cNvCxnSpPr/>
            <p:nvPr/>
          </p:nvCxnSpPr>
          <p:spPr>
            <a:xfrm flipH="1">
              <a:off x="650091" y="3315427"/>
              <a:ext cx="50687" cy="269928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52FD3197-E6FA-D904-1D20-35C4E770AC7E}"/>
                </a:ext>
              </a:extLst>
            </p:cNvPr>
            <p:cNvCxnSpPr/>
            <p:nvPr/>
          </p:nvCxnSpPr>
          <p:spPr>
            <a:xfrm flipH="1">
              <a:off x="1311649" y="3447103"/>
              <a:ext cx="50687" cy="269928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28EAAA1C-4EF5-7128-18E4-E51619DC6C56}"/>
                </a:ext>
              </a:extLst>
            </p:cNvPr>
            <p:cNvCxnSpPr/>
            <p:nvPr/>
          </p:nvCxnSpPr>
          <p:spPr>
            <a:xfrm flipH="1">
              <a:off x="378032" y="3075872"/>
              <a:ext cx="31232" cy="166324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23B2D2C8-DF53-1B9A-572D-E403F841C2B7}"/>
                </a:ext>
              </a:extLst>
            </p:cNvPr>
            <p:cNvSpPr/>
            <p:nvPr/>
          </p:nvSpPr>
          <p:spPr>
            <a:xfrm>
              <a:off x="196940" y="3242196"/>
              <a:ext cx="288032" cy="2880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333F867B-6109-243C-790A-3659DB07B02A}"/>
                </a:ext>
              </a:extLst>
            </p:cNvPr>
            <p:cNvCxnSpPr/>
            <p:nvPr/>
          </p:nvCxnSpPr>
          <p:spPr>
            <a:xfrm>
              <a:off x="2027208" y="3383990"/>
              <a:ext cx="825044" cy="15499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BF26DE70-C43E-4936-5646-D0A58CAB000A}"/>
                </a:ext>
              </a:extLst>
            </p:cNvPr>
            <p:cNvGrpSpPr/>
            <p:nvPr/>
          </p:nvGrpSpPr>
          <p:grpSpPr>
            <a:xfrm rot="604479">
              <a:off x="1682979" y="3565422"/>
              <a:ext cx="576000" cy="288000"/>
              <a:chOff x="2811353" y="2007187"/>
              <a:chExt cx="576000" cy="288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175AA89-C894-CC3A-0B49-577E1023CAE9}"/>
                  </a:ext>
                </a:extLst>
              </p:cNvPr>
              <p:cNvSpPr/>
              <p:nvPr/>
            </p:nvSpPr>
            <p:spPr>
              <a:xfrm>
                <a:off x="2811353" y="2007187"/>
                <a:ext cx="576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ED259E14-E12D-1250-278E-A91FD2C25CB9}"/>
                  </a:ext>
                </a:extLst>
              </p:cNvPr>
              <p:cNvSpPr/>
              <p:nvPr/>
            </p:nvSpPr>
            <p:spPr>
              <a:xfrm>
                <a:off x="2811353" y="2079187"/>
                <a:ext cx="144000" cy="144000"/>
              </a:xfrm>
              <a:prstGeom prst="arc">
                <a:avLst>
                  <a:gd name="adj1" fmla="val 10925641"/>
                  <a:gd name="adj2" fmla="val 0"/>
                </a:avLst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>
                  <a:ln w="285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43F875C3-A704-3FF7-E213-681D301A0CB9}"/>
                  </a:ext>
                </a:extLst>
              </p:cNvPr>
              <p:cNvSpPr/>
              <p:nvPr/>
            </p:nvSpPr>
            <p:spPr>
              <a:xfrm rot="10800000">
                <a:off x="2955353" y="2079187"/>
                <a:ext cx="144000" cy="144000"/>
              </a:xfrm>
              <a:prstGeom prst="arc">
                <a:avLst>
                  <a:gd name="adj1" fmla="val 10925641"/>
                  <a:gd name="adj2" fmla="val 0"/>
                </a:avLst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>
                  <a:ln w="285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1" name="Arc 30">
                <a:extLst>
                  <a:ext uri="{FF2B5EF4-FFF2-40B4-BE49-F238E27FC236}">
                    <a16:creationId xmlns:a16="http://schemas.microsoft.com/office/drawing/2014/main" id="{078DAC7B-60BD-0EFE-C670-D45E4FA5E5D9}"/>
                  </a:ext>
                </a:extLst>
              </p:cNvPr>
              <p:cNvSpPr/>
              <p:nvPr/>
            </p:nvSpPr>
            <p:spPr>
              <a:xfrm>
                <a:off x="3099353" y="2079188"/>
                <a:ext cx="144000" cy="144000"/>
              </a:xfrm>
              <a:prstGeom prst="arc">
                <a:avLst>
                  <a:gd name="adj1" fmla="val 10087325"/>
                  <a:gd name="adj2" fmla="val 0"/>
                </a:avLst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>
                  <a:ln w="285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2" name="Arc 31">
                <a:extLst>
                  <a:ext uri="{FF2B5EF4-FFF2-40B4-BE49-F238E27FC236}">
                    <a16:creationId xmlns:a16="http://schemas.microsoft.com/office/drawing/2014/main" id="{2398C4E5-D80A-9D6F-B0CC-2581D8B1EFE9}"/>
                  </a:ext>
                </a:extLst>
              </p:cNvPr>
              <p:cNvSpPr/>
              <p:nvPr/>
            </p:nvSpPr>
            <p:spPr>
              <a:xfrm rot="10800000">
                <a:off x="3243353" y="2079188"/>
                <a:ext cx="144000" cy="144000"/>
              </a:xfrm>
              <a:prstGeom prst="arc">
                <a:avLst>
                  <a:gd name="adj1" fmla="val 10925641"/>
                  <a:gd name="adj2" fmla="val 0"/>
                </a:avLst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>
                  <a:ln w="28575">
                    <a:solidFill>
                      <a:schemeClr val="tx1"/>
                    </a:solidFill>
                  </a:ln>
                </a:endParaRPr>
              </a:p>
            </p:txBody>
          </p:sp>
        </p:grpSp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685E5AF4-CB59-EF32-E912-C4C7B8FA0A41}"/>
                </a:ext>
              </a:extLst>
            </p:cNvPr>
            <p:cNvCxnSpPr/>
            <p:nvPr/>
          </p:nvCxnSpPr>
          <p:spPr>
            <a:xfrm>
              <a:off x="2267133" y="3754969"/>
              <a:ext cx="134963" cy="25343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3361B41-7F4B-8E3C-9F54-CFECF376E99C}"/>
                </a:ext>
              </a:extLst>
            </p:cNvPr>
            <p:cNvSpPr/>
            <p:nvPr/>
          </p:nvSpPr>
          <p:spPr>
            <a:xfrm rot="2700000">
              <a:off x="3981316" y="2199749"/>
              <a:ext cx="576000" cy="288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36E2DB71-7CBB-1AE9-4304-487192E10922}"/>
                    </a:ext>
                  </a:extLst>
                </p:cNvPr>
                <p:cNvSpPr txBox="1"/>
                <p:nvPr/>
              </p:nvSpPr>
              <p:spPr>
                <a:xfrm>
                  <a:off x="-156619" y="3247716"/>
                  <a:ext cx="31919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𝐴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36E2DB71-7CBB-1AE9-4304-487192E109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56619" y="3247716"/>
                  <a:ext cx="319190" cy="276999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ZoneTexte 35">
                  <a:extLst>
                    <a:ext uri="{FF2B5EF4-FFF2-40B4-BE49-F238E27FC236}">
                      <a16:creationId xmlns:a16="http://schemas.microsoft.com/office/drawing/2014/main" id="{A5324070-F84C-FB18-8508-E19B88D3BF73}"/>
                    </a:ext>
                  </a:extLst>
                </p:cNvPr>
                <p:cNvSpPr txBox="1"/>
                <p:nvPr/>
              </p:nvSpPr>
              <p:spPr>
                <a:xfrm>
                  <a:off x="794545" y="3663723"/>
                  <a:ext cx="32502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𝐵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36" name="ZoneTexte 35">
                  <a:extLst>
                    <a:ext uri="{FF2B5EF4-FFF2-40B4-BE49-F238E27FC236}">
                      <a16:creationId xmlns:a16="http://schemas.microsoft.com/office/drawing/2014/main" id="{A5324070-F84C-FB18-8508-E19B88D3BF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545" y="3663723"/>
                  <a:ext cx="325024" cy="27699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ZoneTexte 36">
                  <a:extLst>
                    <a:ext uri="{FF2B5EF4-FFF2-40B4-BE49-F238E27FC236}">
                      <a16:creationId xmlns:a16="http://schemas.microsoft.com/office/drawing/2014/main" id="{37734F40-727D-70E0-3BB4-73A5F8056239}"/>
                    </a:ext>
                  </a:extLst>
                </p:cNvPr>
                <p:cNvSpPr txBox="1"/>
                <p:nvPr/>
              </p:nvSpPr>
              <p:spPr>
                <a:xfrm>
                  <a:off x="2957764" y="3685146"/>
                  <a:ext cx="3180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𝐶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37" name="ZoneTexte 36">
                  <a:extLst>
                    <a:ext uri="{FF2B5EF4-FFF2-40B4-BE49-F238E27FC236}">
                      <a16:creationId xmlns:a16="http://schemas.microsoft.com/office/drawing/2014/main" id="{37734F40-727D-70E0-3BB4-73A5F80562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7764" y="3685146"/>
                  <a:ext cx="318036" cy="276999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ZoneTexte 37">
                  <a:extLst>
                    <a:ext uri="{FF2B5EF4-FFF2-40B4-BE49-F238E27FC236}">
                      <a16:creationId xmlns:a16="http://schemas.microsoft.com/office/drawing/2014/main" id="{D7F4F202-82F0-1120-329F-68E1DFFC3287}"/>
                    </a:ext>
                  </a:extLst>
                </p:cNvPr>
                <p:cNvSpPr txBox="1"/>
                <p:nvPr/>
              </p:nvSpPr>
              <p:spPr>
                <a:xfrm>
                  <a:off x="1497119" y="4548217"/>
                  <a:ext cx="33021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𝐷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38" name="ZoneTexte 37">
                  <a:extLst>
                    <a:ext uri="{FF2B5EF4-FFF2-40B4-BE49-F238E27FC236}">
                      <a16:creationId xmlns:a16="http://schemas.microsoft.com/office/drawing/2014/main" id="{D7F4F202-82F0-1120-329F-68E1DFFC32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7119" y="4548217"/>
                  <a:ext cx="330219" cy="276999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92B2E61C-0A4F-8BB3-01A7-4335E6F3C574}"/>
                </a:ext>
              </a:extLst>
            </p:cNvPr>
            <p:cNvSpPr/>
            <p:nvPr/>
          </p:nvSpPr>
          <p:spPr>
            <a:xfrm>
              <a:off x="-833" y="5330428"/>
              <a:ext cx="288032" cy="2880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A7AC95E5-04B0-0CAF-5FF2-9F21D67DF6D2}"/>
                </a:ext>
              </a:extLst>
            </p:cNvPr>
            <p:cNvSpPr/>
            <p:nvPr/>
          </p:nvSpPr>
          <p:spPr>
            <a:xfrm>
              <a:off x="234016" y="2747659"/>
              <a:ext cx="288032" cy="2880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ED84DDD3-AFF2-1EA4-AFAE-A3C7F5E8F4B7}"/>
                </a:ext>
              </a:extLst>
            </p:cNvPr>
            <p:cNvSpPr/>
            <p:nvPr/>
          </p:nvSpPr>
          <p:spPr>
            <a:xfrm>
              <a:off x="1379341" y="3212000"/>
              <a:ext cx="288032" cy="2880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dirty="0">
                  <a:solidFill>
                    <a:srgbClr val="0070C0"/>
                  </a:solidFill>
                </a:rPr>
                <a:t>2</a:t>
              </a:r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39E06F63-2CE7-73F4-663D-3B82CEF88CEA}"/>
                </a:ext>
              </a:extLst>
            </p:cNvPr>
            <p:cNvSpPr/>
            <p:nvPr/>
          </p:nvSpPr>
          <p:spPr>
            <a:xfrm>
              <a:off x="2333628" y="3127424"/>
              <a:ext cx="288032" cy="2880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dirty="0">
                  <a:solidFill>
                    <a:srgbClr val="FFC000"/>
                  </a:solidFill>
                </a:rPr>
                <a:t>3</a:t>
              </a:r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0830CA70-004E-830A-CF51-4A80BF53949A}"/>
                </a:ext>
              </a:extLst>
            </p:cNvPr>
            <p:cNvSpPr/>
            <p:nvPr/>
          </p:nvSpPr>
          <p:spPr>
            <a:xfrm>
              <a:off x="3629990" y="3007774"/>
              <a:ext cx="288032" cy="2880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dirty="0">
                  <a:solidFill>
                    <a:srgbClr val="7030A0"/>
                  </a:solidFill>
                </a:rPr>
                <a:t>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ZoneTexte 43">
                  <a:extLst>
                    <a:ext uri="{FF2B5EF4-FFF2-40B4-BE49-F238E27FC236}">
                      <a16:creationId xmlns:a16="http://schemas.microsoft.com/office/drawing/2014/main" id="{627C1760-300F-5770-36F0-093D6E9CAC55}"/>
                    </a:ext>
                  </a:extLst>
                </p:cNvPr>
                <p:cNvSpPr txBox="1"/>
                <p:nvPr/>
              </p:nvSpPr>
              <p:spPr>
                <a:xfrm>
                  <a:off x="3549268" y="3832306"/>
                  <a:ext cx="36875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44" name="ZoneTexte 43">
                  <a:extLst>
                    <a:ext uri="{FF2B5EF4-FFF2-40B4-BE49-F238E27FC236}">
                      <a16:creationId xmlns:a16="http://schemas.microsoft.com/office/drawing/2014/main" id="{627C1760-300F-5770-36F0-093D6E9CAC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9268" y="3832306"/>
                  <a:ext cx="368754" cy="276999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ZoneTexte 44">
                  <a:extLst>
                    <a:ext uri="{FF2B5EF4-FFF2-40B4-BE49-F238E27FC236}">
                      <a16:creationId xmlns:a16="http://schemas.microsoft.com/office/drawing/2014/main" id="{EBAEE511-7DCF-A511-3FB0-7DCC502B5A55}"/>
                    </a:ext>
                  </a:extLst>
                </p:cNvPr>
                <p:cNvSpPr txBox="1"/>
                <p:nvPr/>
              </p:nvSpPr>
              <p:spPr>
                <a:xfrm>
                  <a:off x="4989428" y="1447512"/>
                  <a:ext cx="3723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45" name="ZoneTexte 44">
                  <a:extLst>
                    <a:ext uri="{FF2B5EF4-FFF2-40B4-BE49-F238E27FC236}">
                      <a16:creationId xmlns:a16="http://schemas.microsoft.com/office/drawing/2014/main" id="{EBAEE511-7DCF-A511-3FB0-7DCC502B5A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9428" y="1447512"/>
                  <a:ext cx="372345" cy="276999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B2B15586-CFC4-BB40-49BD-D27FAF6CD071}"/>
                    </a:ext>
                  </a:extLst>
                </p:cNvPr>
                <p:cNvSpPr txBox="1"/>
                <p:nvPr/>
              </p:nvSpPr>
              <p:spPr>
                <a:xfrm>
                  <a:off x="1998311" y="5479960"/>
                  <a:ext cx="41242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B2B15586-CFC4-BB40-49BD-D27FAF6CD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8311" y="5479960"/>
                  <a:ext cx="412421" cy="276999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ZoneTexte 46">
                  <a:extLst>
                    <a:ext uri="{FF2B5EF4-FFF2-40B4-BE49-F238E27FC236}">
                      <a16:creationId xmlns:a16="http://schemas.microsoft.com/office/drawing/2014/main" id="{DF7BB805-7D74-8B34-8ED0-BF314625F911}"/>
                    </a:ext>
                  </a:extLst>
                </p:cNvPr>
                <p:cNvSpPr txBox="1"/>
                <p:nvPr/>
              </p:nvSpPr>
              <p:spPr>
                <a:xfrm>
                  <a:off x="1229170" y="2510720"/>
                  <a:ext cx="41402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47" name="ZoneTexte 46">
                  <a:extLst>
                    <a:ext uri="{FF2B5EF4-FFF2-40B4-BE49-F238E27FC236}">
                      <a16:creationId xmlns:a16="http://schemas.microsoft.com/office/drawing/2014/main" id="{DF7BB805-7D74-8B34-8ED0-BF314625F9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9170" y="2510720"/>
                  <a:ext cx="414023" cy="276999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Connecteur droit avec flèche 47">
              <a:extLst>
                <a:ext uri="{FF2B5EF4-FFF2-40B4-BE49-F238E27FC236}">
                  <a16:creationId xmlns:a16="http://schemas.microsoft.com/office/drawing/2014/main" id="{60FC7889-A51C-0B19-B67D-46531BD6623B}"/>
                </a:ext>
              </a:extLst>
            </p:cNvPr>
            <p:cNvCxnSpPr>
              <a:stCxn id="12" idx="6"/>
            </p:cNvCxnSpPr>
            <p:nvPr/>
          </p:nvCxnSpPr>
          <p:spPr>
            <a:xfrm>
              <a:off x="1821076" y="4970388"/>
              <a:ext cx="63321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AE41D50F-D79B-2669-6910-27FC2B505F82}"/>
                    </a:ext>
                  </a:extLst>
                </p:cNvPr>
                <p:cNvSpPr txBox="1"/>
                <p:nvPr/>
              </p:nvSpPr>
              <p:spPr>
                <a:xfrm>
                  <a:off x="2477644" y="4826372"/>
                  <a:ext cx="3723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AE41D50F-D79B-2669-6910-27FC2B505F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7644" y="4826372"/>
                  <a:ext cx="372345" cy="276999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5D7B64AC-1E74-F111-9000-26604A2B1719}"/>
                </a:ext>
              </a:extLst>
            </p:cNvPr>
            <p:cNvSpPr/>
            <p:nvPr/>
          </p:nvSpPr>
          <p:spPr>
            <a:xfrm>
              <a:off x="899830" y="4187641"/>
              <a:ext cx="1742112" cy="1742112"/>
            </a:xfrm>
            <a:prstGeom prst="arc">
              <a:avLst>
                <a:gd name="adj1" fmla="val 390941"/>
                <a:gd name="adj2" fmla="val 2517803"/>
              </a:avLst>
            </a:prstGeom>
            <a:ln w="19050">
              <a:headEnd type="stealth" w="med" len="lg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553FC627-DACE-0FF9-4FB1-3DD0F3956C81}"/>
                </a:ext>
              </a:extLst>
            </p:cNvPr>
            <p:cNvSpPr/>
            <p:nvPr/>
          </p:nvSpPr>
          <p:spPr>
            <a:xfrm>
              <a:off x="1118872" y="4421887"/>
              <a:ext cx="1097002" cy="1097002"/>
            </a:xfrm>
            <a:prstGeom prst="arc">
              <a:avLst>
                <a:gd name="adj1" fmla="val 19296342"/>
                <a:gd name="adj2" fmla="val 2408069"/>
              </a:avLst>
            </a:prstGeom>
            <a:ln w="19050">
              <a:headEnd type="stealth" w="med" len="lg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5A265D91-2CCA-73CE-860B-1DAFE6B4EA90}"/>
                    </a:ext>
                  </a:extLst>
                </p:cNvPr>
                <p:cNvSpPr txBox="1"/>
                <p:nvPr/>
              </p:nvSpPr>
              <p:spPr>
                <a:xfrm>
                  <a:off x="2239121" y="4525986"/>
                  <a:ext cx="50392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𝜃</m:t>
                        </m:r>
                        <m:r>
                          <a:rPr lang="fr-FR" sz="1200" b="0" i="1" smtClean="0">
                            <a:latin typeface="Cambria Math"/>
                          </a:rPr>
                          <m:t>(</m:t>
                        </m:r>
                        <m:r>
                          <a:rPr lang="fr-FR" sz="1200" b="0" i="1" smtClean="0">
                            <a:latin typeface="Cambria Math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5A265D91-2CCA-73CE-860B-1DAFE6B4EA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9121" y="4525986"/>
                  <a:ext cx="503921" cy="276999"/>
                </a:xfrm>
                <a:prstGeom prst="rect">
                  <a:avLst/>
                </a:prstGeom>
                <a:blipFill>
                  <a:blip r:embed="rId35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ZoneTexte 52">
                  <a:extLst>
                    <a:ext uri="{FF2B5EF4-FFF2-40B4-BE49-F238E27FC236}">
                      <a16:creationId xmlns:a16="http://schemas.microsoft.com/office/drawing/2014/main" id="{E3320050-FAC7-A806-7C23-CB5D370B4C35}"/>
                    </a:ext>
                  </a:extLst>
                </p:cNvPr>
                <p:cNvSpPr txBox="1"/>
                <p:nvPr/>
              </p:nvSpPr>
              <p:spPr>
                <a:xfrm>
                  <a:off x="2076238" y="5089433"/>
                  <a:ext cx="55342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200" b="0" i="1" smtClean="0">
                                <a:latin typeface="Cambria Math"/>
                              </a:rPr>
                              <m:t>𝜃</m:t>
                            </m:r>
                          </m:e>
                          <m:sup>
                            <m:r>
                              <a:rPr lang="fr-FR" sz="12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fr-FR" sz="1200" b="0" i="1" smtClean="0">
                            <a:latin typeface="Cambria Math"/>
                          </a:rPr>
                          <m:t>(</m:t>
                        </m:r>
                        <m:r>
                          <a:rPr lang="fr-FR" sz="1200" b="0" i="1" smtClean="0">
                            <a:latin typeface="Cambria Math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53" name="ZoneTexte 52">
                  <a:extLst>
                    <a:ext uri="{FF2B5EF4-FFF2-40B4-BE49-F238E27FC236}">
                      <a16:creationId xmlns:a16="http://schemas.microsoft.com/office/drawing/2014/main" id="{E3320050-FAC7-A806-7C23-CB5D370B4C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6238" y="5089433"/>
                  <a:ext cx="553421" cy="276999"/>
                </a:xfrm>
                <a:prstGeom prst="rect">
                  <a:avLst/>
                </a:prstGeom>
                <a:blipFill>
                  <a:blip r:embed="rId36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E1864C67-E381-DE84-12A0-DEBD2723DC89}"/>
                </a:ext>
              </a:extLst>
            </p:cNvPr>
            <p:cNvSpPr/>
            <p:nvPr/>
          </p:nvSpPr>
          <p:spPr>
            <a:xfrm>
              <a:off x="1029799" y="4322316"/>
              <a:ext cx="1296144" cy="1296144"/>
            </a:xfrm>
            <a:prstGeom prst="arc">
              <a:avLst>
                <a:gd name="adj1" fmla="val 19296342"/>
                <a:gd name="adj2" fmla="val 21169866"/>
              </a:avLst>
            </a:prstGeom>
            <a:ln w="19050">
              <a:headEnd type="stealth" w="med" len="lg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7C29E426-24EF-A921-F865-0DB867555C68}"/>
                    </a:ext>
                  </a:extLst>
                </p:cNvPr>
                <p:cNvSpPr txBox="1"/>
                <p:nvPr/>
              </p:nvSpPr>
              <p:spPr>
                <a:xfrm>
                  <a:off x="2537598" y="5254345"/>
                  <a:ext cx="31758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𝛼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7C29E426-24EF-A921-F865-0DB867555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7598" y="5254345"/>
                  <a:ext cx="317587" cy="276999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4A687163-2BB1-F2C8-9534-102A4F95D73C}"/>
                    </a:ext>
                  </a:extLst>
                </p:cNvPr>
                <p:cNvSpPr txBox="1"/>
                <p:nvPr/>
              </p:nvSpPr>
              <p:spPr>
                <a:xfrm>
                  <a:off x="1325606" y="3980500"/>
                  <a:ext cx="31758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𝛽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4A687163-2BB1-F2C8-9534-102A4F95D7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5606" y="3980500"/>
                  <a:ext cx="317587" cy="276999"/>
                </a:xfrm>
                <a:prstGeom prst="rect">
                  <a:avLst/>
                </a:prstGeom>
                <a:blipFill>
                  <a:blip r:embed="rId38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0" name="Groupe 89">
              <a:extLst>
                <a:ext uri="{FF2B5EF4-FFF2-40B4-BE49-F238E27FC236}">
                  <a16:creationId xmlns:a16="http://schemas.microsoft.com/office/drawing/2014/main" id="{46E1FF21-1299-59D0-4AB2-020F00239AEB}"/>
                </a:ext>
              </a:extLst>
            </p:cNvPr>
            <p:cNvGrpSpPr/>
            <p:nvPr/>
          </p:nvGrpSpPr>
          <p:grpSpPr>
            <a:xfrm>
              <a:off x="3045212" y="4789848"/>
              <a:ext cx="1889428" cy="913183"/>
              <a:chOff x="6385074" y="4040548"/>
              <a:chExt cx="1889428" cy="913183"/>
            </a:xfrm>
            <a:noFill/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ZoneTexte 90">
                    <a:extLst>
                      <a:ext uri="{FF2B5EF4-FFF2-40B4-BE49-F238E27FC236}">
                        <a16:creationId xmlns:a16="http://schemas.microsoft.com/office/drawing/2014/main" id="{60F1D485-44BC-567F-3B29-CC1E6BA6993B}"/>
                      </a:ext>
                    </a:extLst>
                  </p:cNvPr>
                  <p:cNvSpPr txBox="1"/>
                  <p:nvPr/>
                </p:nvSpPr>
                <p:spPr>
                  <a:xfrm>
                    <a:off x="6385074" y="4040548"/>
                    <a:ext cx="1889428" cy="300595"/>
                  </a:xfrm>
                  <a:prstGeom prst="rect">
                    <a:avLst/>
                  </a:prstGeom>
                  <a:grp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𝐴𝐷</m:t>
                              </m:r>
                            </m:e>
                          </m:acc>
                          <m:r>
                            <a:rPr lang="fr-FR" sz="1200" b="0" i="1" smtClean="0">
                              <a:latin typeface="Cambria Math"/>
                            </a:rPr>
                            <m:t>=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⋅</m:t>
                          </m:r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  <m:sup>
                              <m:r>
                                <a:rPr lang="fr-FR" sz="1200" b="0" i="1" smtClean="0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sz="1200" b="0" i="1" smtClean="0">
                              <a:latin typeface="Cambria Math"/>
                            </a:rPr>
                            <m:t>=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𝑐</m:t>
                          </m:r>
                          <m:acc>
                            <m:accPr>
                              <m:chr m:val="⃗"/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153" name="ZoneTexte 15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85074" y="4040548"/>
                    <a:ext cx="1889428" cy="300595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ZoneTexte 91">
                    <a:extLst>
                      <a:ext uri="{FF2B5EF4-FFF2-40B4-BE49-F238E27FC236}">
                        <a16:creationId xmlns:a16="http://schemas.microsoft.com/office/drawing/2014/main" id="{08759DB4-EE82-60C9-3A3D-84EC7C62663F}"/>
                      </a:ext>
                    </a:extLst>
                  </p:cNvPr>
                  <p:cNvSpPr txBox="1"/>
                  <p:nvPr/>
                </p:nvSpPr>
                <p:spPr>
                  <a:xfrm>
                    <a:off x="6385074" y="4346842"/>
                    <a:ext cx="975587" cy="300595"/>
                  </a:xfrm>
                  <a:prstGeom prst="rect">
                    <a:avLst/>
                  </a:prstGeom>
                  <a:grp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𝐷𝐶</m:t>
                              </m:r>
                            </m:e>
                          </m:acc>
                          <m:r>
                            <a:rPr lang="fr-FR" sz="1200" b="0" i="1" smtClean="0">
                              <a:latin typeface="Cambria Math"/>
                            </a:rPr>
                            <m:t>=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154" name="ZoneTexte 1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85074" y="4346842"/>
                    <a:ext cx="975587" cy="300595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ZoneTexte 92">
                    <a:extLst>
                      <a:ext uri="{FF2B5EF4-FFF2-40B4-BE49-F238E27FC236}">
                        <a16:creationId xmlns:a16="http://schemas.microsoft.com/office/drawing/2014/main" id="{9C67464F-E508-56D0-3BD8-6D0A7F63FDAF}"/>
                      </a:ext>
                    </a:extLst>
                  </p:cNvPr>
                  <p:cNvSpPr txBox="1"/>
                  <p:nvPr/>
                </p:nvSpPr>
                <p:spPr>
                  <a:xfrm>
                    <a:off x="6385074" y="4653136"/>
                    <a:ext cx="960006" cy="300595"/>
                  </a:xfrm>
                  <a:prstGeom prst="rect">
                    <a:avLst/>
                  </a:prstGeom>
                  <a:grp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𝐴𝐶</m:t>
                              </m:r>
                            </m:e>
                          </m:acc>
                          <m:r>
                            <a:rPr lang="fr-FR" sz="1200" b="0" i="1" smtClean="0">
                              <a:latin typeface="Cambria Math"/>
                            </a:rPr>
                            <m:t>=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𝜆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155" name="ZoneTexte 1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85074" y="4653136"/>
                    <a:ext cx="960006" cy="300595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ZoneTexte 93">
                  <a:extLst>
                    <a:ext uri="{FF2B5EF4-FFF2-40B4-BE49-F238E27FC236}">
                      <a16:creationId xmlns:a16="http://schemas.microsoft.com/office/drawing/2014/main" id="{B034BA02-4E75-6A46-DA26-592ABE4680CE}"/>
                    </a:ext>
                  </a:extLst>
                </p:cNvPr>
                <p:cNvSpPr txBox="1"/>
                <p:nvPr/>
              </p:nvSpPr>
              <p:spPr>
                <a:xfrm>
                  <a:off x="2020041" y="4139947"/>
                  <a:ext cx="31290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1" i="1" smtClean="0">
                            <a:latin typeface="Cambria Math"/>
                          </a:rPr>
                          <m:t>𝒃</m:t>
                        </m:r>
                      </m:oMath>
                    </m:oMathPara>
                  </a14:m>
                  <a:endParaRPr lang="fr-FR" sz="1200" b="1" dirty="0"/>
                </a:p>
              </p:txBody>
            </p:sp>
          </mc:Choice>
          <mc:Fallback xmlns="">
            <p:sp>
              <p:nvSpPr>
                <p:cNvPr id="94" name="ZoneTexte 93">
                  <a:extLst>
                    <a:ext uri="{FF2B5EF4-FFF2-40B4-BE49-F238E27FC236}">
                      <a16:creationId xmlns:a16="http://schemas.microsoft.com/office/drawing/2014/main" id="{B034BA02-4E75-6A46-DA26-592ABE4680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0041" y="4139947"/>
                  <a:ext cx="312906" cy="276999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Connecteur droit avec flèche 94">
              <a:extLst>
                <a:ext uri="{FF2B5EF4-FFF2-40B4-BE49-F238E27FC236}">
                  <a16:creationId xmlns:a16="http://schemas.microsoft.com/office/drawing/2014/main" id="{849ABDC3-E11E-CF66-322B-9E5E57B053B4}"/>
                </a:ext>
              </a:extLst>
            </p:cNvPr>
            <p:cNvCxnSpPr/>
            <p:nvPr/>
          </p:nvCxnSpPr>
          <p:spPr>
            <a:xfrm>
              <a:off x="322082" y="5330428"/>
              <a:ext cx="135274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ZoneTexte 95">
                  <a:extLst>
                    <a:ext uri="{FF2B5EF4-FFF2-40B4-BE49-F238E27FC236}">
                      <a16:creationId xmlns:a16="http://schemas.microsoft.com/office/drawing/2014/main" id="{F12861BA-37DD-F4B6-47CE-874E19112940}"/>
                    </a:ext>
                  </a:extLst>
                </p:cNvPr>
                <p:cNvSpPr txBox="1"/>
                <p:nvPr/>
              </p:nvSpPr>
              <p:spPr>
                <a:xfrm>
                  <a:off x="850479" y="5053429"/>
                  <a:ext cx="29533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𝑐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96" name="ZoneTexte 95">
                  <a:extLst>
                    <a:ext uri="{FF2B5EF4-FFF2-40B4-BE49-F238E27FC236}">
                      <a16:creationId xmlns:a16="http://schemas.microsoft.com/office/drawing/2014/main" id="{F12861BA-37DD-F4B6-47CE-874E191129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479" y="5053429"/>
                  <a:ext cx="295337" cy="276999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ZoneTexte 96">
                  <a:extLst>
                    <a:ext uri="{FF2B5EF4-FFF2-40B4-BE49-F238E27FC236}">
                      <a16:creationId xmlns:a16="http://schemas.microsoft.com/office/drawing/2014/main" id="{947C38B5-913E-744E-54D4-D46A8EB22DA4}"/>
                    </a:ext>
                  </a:extLst>
                </p:cNvPr>
                <p:cNvSpPr txBox="1"/>
                <p:nvPr/>
              </p:nvSpPr>
              <p:spPr>
                <a:xfrm>
                  <a:off x="-165908" y="4348463"/>
                  <a:ext cx="31457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𝑑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97" name="ZoneTexte 96">
                  <a:extLst>
                    <a:ext uri="{FF2B5EF4-FFF2-40B4-BE49-F238E27FC236}">
                      <a16:creationId xmlns:a16="http://schemas.microsoft.com/office/drawing/2014/main" id="{947C38B5-913E-744E-54D4-D46A8EB22D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5908" y="4348463"/>
                  <a:ext cx="314573" cy="276999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Connecteur droit avec flèche 97">
              <a:extLst>
                <a:ext uri="{FF2B5EF4-FFF2-40B4-BE49-F238E27FC236}">
                  <a16:creationId xmlns:a16="http://schemas.microsoft.com/office/drawing/2014/main" id="{7FF2DA26-809D-6F93-381B-44A814259AE9}"/>
                </a:ext>
              </a:extLst>
            </p:cNvPr>
            <p:cNvCxnSpPr/>
            <p:nvPr/>
          </p:nvCxnSpPr>
          <p:spPr>
            <a:xfrm>
              <a:off x="132937" y="3371577"/>
              <a:ext cx="0" cy="1681852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ZoneTexte 98">
                  <a:extLst>
                    <a:ext uri="{FF2B5EF4-FFF2-40B4-BE49-F238E27FC236}">
                      <a16:creationId xmlns:a16="http://schemas.microsoft.com/office/drawing/2014/main" id="{A2376BEC-E342-9344-772A-7CFD61D09EAA}"/>
                    </a:ext>
                  </a:extLst>
                </p:cNvPr>
                <p:cNvSpPr txBox="1"/>
                <p:nvPr/>
              </p:nvSpPr>
              <p:spPr>
                <a:xfrm>
                  <a:off x="854379" y="4294468"/>
                  <a:ext cx="30867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𝑎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99" name="ZoneTexte 98">
                  <a:extLst>
                    <a:ext uri="{FF2B5EF4-FFF2-40B4-BE49-F238E27FC236}">
                      <a16:creationId xmlns:a16="http://schemas.microsoft.com/office/drawing/2014/main" id="{A2376BEC-E342-9344-772A-7CFD61D09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379" y="4294468"/>
                  <a:ext cx="308674" cy="276999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" name="Groupe 99">
            <a:extLst>
              <a:ext uri="{FF2B5EF4-FFF2-40B4-BE49-F238E27FC236}">
                <a16:creationId xmlns:a16="http://schemas.microsoft.com/office/drawing/2014/main" id="{5B2F3329-E006-C26E-B112-F927730EB550}"/>
              </a:ext>
            </a:extLst>
          </p:cNvPr>
          <p:cNvGrpSpPr/>
          <p:nvPr/>
        </p:nvGrpSpPr>
        <p:grpSpPr>
          <a:xfrm>
            <a:off x="6184306" y="4609702"/>
            <a:ext cx="1703306" cy="1666470"/>
            <a:chOff x="5262233" y="3152282"/>
            <a:chExt cx="1703306" cy="1666470"/>
          </a:xfrm>
        </p:grpSpPr>
        <p:grpSp>
          <p:nvGrpSpPr>
            <p:cNvPr id="101" name="Groupe 100">
              <a:extLst>
                <a:ext uri="{FF2B5EF4-FFF2-40B4-BE49-F238E27FC236}">
                  <a16:creationId xmlns:a16="http://schemas.microsoft.com/office/drawing/2014/main" id="{C8FC85F7-AB8C-E465-40A3-82D1FA26AE59}"/>
                </a:ext>
              </a:extLst>
            </p:cNvPr>
            <p:cNvGrpSpPr/>
            <p:nvPr/>
          </p:nvGrpSpPr>
          <p:grpSpPr>
            <a:xfrm>
              <a:off x="5940152" y="3401722"/>
              <a:ext cx="749927" cy="749927"/>
              <a:chOff x="5294563" y="3372196"/>
              <a:chExt cx="749927" cy="749927"/>
            </a:xfrm>
          </p:grpSpPr>
          <p:cxnSp>
            <p:nvCxnSpPr>
              <p:cNvPr id="114" name="Connecteur droit avec flèche 113">
                <a:extLst>
                  <a:ext uri="{FF2B5EF4-FFF2-40B4-BE49-F238E27FC236}">
                    <a16:creationId xmlns:a16="http://schemas.microsoft.com/office/drawing/2014/main" id="{BDEF5556-1340-5306-3BB8-11C2D07A04E1}"/>
                  </a:ext>
                </a:extLst>
              </p:cNvPr>
              <p:cNvCxnSpPr/>
              <p:nvPr/>
            </p:nvCxnSpPr>
            <p:spPr>
              <a:xfrm>
                <a:off x="5294563" y="4119730"/>
                <a:ext cx="749927" cy="0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Connecteur droit avec flèche 114">
                <a:extLst>
                  <a:ext uri="{FF2B5EF4-FFF2-40B4-BE49-F238E27FC236}">
                    <a16:creationId xmlns:a16="http://schemas.microsoft.com/office/drawing/2014/main" id="{E1473FF3-9854-18A3-CE29-290692BF2EFC}"/>
                  </a:ext>
                </a:extLst>
              </p:cNvPr>
              <p:cNvCxnSpPr/>
              <p:nvPr/>
            </p:nvCxnSpPr>
            <p:spPr>
              <a:xfrm rot="16200000">
                <a:off x="4919600" y="3747160"/>
                <a:ext cx="749927" cy="0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e 101">
              <a:extLst>
                <a:ext uri="{FF2B5EF4-FFF2-40B4-BE49-F238E27FC236}">
                  <a16:creationId xmlns:a16="http://schemas.microsoft.com/office/drawing/2014/main" id="{A30A28B1-3D72-9184-27C9-F88834BF8899}"/>
                </a:ext>
              </a:extLst>
            </p:cNvPr>
            <p:cNvGrpSpPr/>
            <p:nvPr/>
          </p:nvGrpSpPr>
          <p:grpSpPr>
            <a:xfrm rot="19800000">
              <a:off x="5709204" y="3270482"/>
              <a:ext cx="749927" cy="749927"/>
              <a:chOff x="5294563" y="3372196"/>
              <a:chExt cx="749927" cy="749927"/>
            </a:xfrm>
          </p:grpSpPr>
          <p:cxnSp>
            <p:nvCxnSpPr>
              <p:cNvPr id="112" name="Connecteur droit avec flèche 111">
                <a:extLst>
                  <a:ext uri="{FF2B5EF4-FFF2-40B4-BE49-F238E27FC236}">
                    <a16:creationId xmlns:a16="http://schemas.microsoft.com/office/drawing/2014/main" id="{36E443D4-83EC-443E-74C8-7C8E3E53D891}"/>
                  </a:ext>
                </a:extLst>
              </p:cNvPr>
              <p:cNvCxnSpPr/>
              <p:nvPr/>
            </p:nvCxnSpPr>
            <p:spPr>
              <a:xfrm>
                <a:off x="5294563" y="4119730"/>
                <a:ext cx="749927" cy="0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Connecteur droit avec flèche 112">
                <a:extLst>
                  <a:ext uri="{FF2B5EF4-FFF2-40B4-BE49-F238E27FC236}">
                    <a16:creationId xmlns:a16="http://schemas.microsoft.com/office/drawing/2014/main" id="{73D4458F-B62D-E43F-3E93-416601E9CB37}"/>
                  </a:ext>
                </a:extLst>
              </p:cNvPr>
              <p:cNvCxnSpPr/>
              <p:nvPr/>
            </p:nvCxnSpPr>
            <p:spPr>
              <a:xfrm rot="16200000">
                <a:off x="4919600" y="3747160"/>
                <a:ext cx="749927" cy="0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3" name="Arc 102">
              <a:extLst>
                <a:ext uri="{FF2B5EF4-FFF2-40B4-BE49-F238E27FC236}">
                  <a16:creationId xmlns:a16="http://schemas.microsoft.com/office/drawing/2014/main" id="{58BA35A9-17B5-F84A-B97E-B467A23E6143}"/>
                </a:ext>
              </a:extLst>
            </p:cNvPr>
            <p:cNvSpPr/>
            <p:nvPr/>
          </p:nvSpPr>
          <p:spPr>
            <a:xfrm>
              <a:off x="5292080" y="3522608"/>
              <a:ext cx="1296144" cy="1296144"/>
            </a:xfrm>
            <a:prstGeom prst="arc">
              <a:avLst>
                <a:gd name="adj1" fmla="val 20018351"/>
                <a:gd name="adj2" fmla="val 21169866"/>
              </a:avLst>
            </a:prstGeom>
            <a:ln w="19050">
              <a:headEnd type="stealth" w="med" len="lg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ZoneTexte 103">
                  <a:extLst>
                    <a:ext uri="{FF2B5EF4-FFF2-40B4-BE49-F238E27FC236}">
                      <a16:creationId xmlns:a16="http://schemas.microsoft.com/office/drawing/2014/main" id="{D5F0034A-A9F3-3A96-394A-1B2F7B4D2E2D}"/>
                    </a:ext>
                  </a:extLst>
                </p:cNvPr>
                <p:cNvSpPr txBox="1"/>
                <p:nvPr/>
              </p:nvSpPr>
              <p:spPr>
                <a:xfrm>
                  <a:off x="6595181" y="4010755"/>
                  <a:ext cx="3703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B14415B5-2458-9378-29FB-C9245F150D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5181" y="4010755"/>
                  <a:ext cx="370358" cy="276999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ZoneTexte 104">
                  <a:extLst>
                    <a:ext uri="{FF2B5EF4-FFF2-40B4-BE49-F238E27FC236}">
                      <a16:creationId xmlns:a16="http://schemas.microsoft.com/office/drawing/2014/main" id="{330A9353-CDAC-73F1-AA72-022F462EBCAB}"/>
                    </a:ext>
                  </a:extLst>
                </p:cNvPr>
                <p:cNvSpPr txBox="1"/>
                <p:nvPr/>
              </p:nvSpPr>
              <p:spPr>
                <a:xfrm>
                  <a:off x="5733941" y="3152282"/>
                  <a:ext cx="3584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6" name="ZoneTexte 15">
                  <a:extLst>
                    <a:ext uri="{FF2B5EF4-FFF2-40B4-BE49-F238E27FC236}">
                      <a16:creationId xmlns:a16="http://schemas.microsoft.com/office/drawing/2014/main" id="{E58A37D5-C0E8-13B9-581B-43351546DB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3941" y="3152282"/>
                  <a:ext cx="358431" cy="276999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ZoneTexte 105">
                  <a:extLst>
                    <a:ext uri="{FF2B5EF4-FFF2-40B4-BE49-F238E27FC236}">
                      <a16:creationId xmlns:a16="http://schemas.microsoft.com/office/drawing/2014/main" id="{A08ACE0E-816A-D0EE-3D3C-C4AF0062C12B}"/>
                    </a:ext>
                  </a:extLst>
                </p:cNvPr>
                <p:cNvSpPr txBox="1"/>
                <p:nvPr/>
              </p:nvSpPr>
              <p:spPr>
                <a:xfrm>
                  <a:off x="6435685" y="3548045"/>
                  <a:ext cx="37394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6B278FC2-3EF8-12BD-1AF3-1217D7AEB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5685" y="3548045"/>
                  <a:ext cx="373949" cy="276999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ZoneTexte 106">
                  <a:extLst>
                    <a:ext uri="{FF2B5EF4-FFF2-40B4-BE49-F238E27FC236}">
                      <a16:creationId xmlns:a16="http://schemas.microsoft.com/office/drawing/2014/main" id="{744DCA75-F5ED-0DB7-FCFB-3ACAB4BCE8F0}"/>
                    </a:ext>
                  </a:extLst>
                </p:cNvPr>
                <p:cNvSpPr txBox="1"/>
                <p:nvPr/>
              </p:nvSpPr>
              <p:spPr>
                <a:xfrm>
                  <a:off x="5262233" y="3356339"/>
                  <a:ext cx="3620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9" name="ZoneTexte 18">
                  <a:extLst>
                    <a:ext uri="{FF2B5EF4-FFF2-40B4-BE49-F238E27FC236}">
                      <a16:creationId xmlns:a16="http://schemas.microsoft.com/office/drawing/2014/main" id="{32649DB7-9C1E-492F-C7DF-9E9E63503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2233" y="3356339"/>
                  <a:ext cx="362022" cy="276999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ZoneTexte 107">
                  <a:extLst>
                    <a:ext uri="{FF2B5EF4-FFF2-40B4-BE49-F238E27FC236}">
                      <a16:creationId xmlns:a16="http://schemas.microsoft.com/office/drawing/2014/main" id="{DB3B09F9-6CCD-D98B-7A0F-1F51EFA4DEBB}"/>
                    </a:ext>
                  </a:extLst>
                </p:cNvPr>
                <p:cNvSpPr txBox="1"/>
                <p:nvPr/>
              </p:nvSpPr>
              <p:spPr>
                <a:xfrm>
                  <a:off x="6531285" y="3829601"/>
                  <a:ext cx="30418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0" name="ZoneTexte 19">
                  <a:extLst>
                    <a:ext uri="{FF2B5EF4-FFF2-40B4-BE49-F238E27FC236}">
                      <a16:creationId xmlns:a16="http://schemas.microsoft.com/office/drawing/2014/main" id="{9D6DB790-EBC8-1493-E81D-1435CDEB93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1285" y="3829601"/>
                  <a:ext cx="304186" cy="276999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ZoneTexte 108">
                  <a:extLst>
                    <a:ext uri="{FF2B5EF4-FFF2-40B4-BE49-F238E27FC236}">
                      <a16:creationId xmlns:a16="http://schemas.microsoft.com/office/drawing/2014/main" id="{F4AD2701-4B91-E704-659D-413298254306}"/>
                    </a:ext>
                  </a:extLst>
                </p:cNvPr>
                <p:cNvSpPr txBox="1"/>
                <p:nvPr/>
              </p:nvSpPr>
              <p:spPr>
                <a:xfrm>
                  <a:off x="5759440" y="4256870"/>
                  <a:ext cx="36875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1" name="ZoneTexte 20">
                  <a:extLst>
                    <a:ext uri="{FF2B5EF4-FFF2-40B4-BE49-F238E27FC236}">
                      <a16:creationId xmlns:a16="http://schemas.microsoft.com/office/drawing/2014/main" id="{D0591B87-F4E2-906E-B7E0-6D1408D3F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9440" y="4256870"/>
                  <a:ext cx="368755" cy="276999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Ellipse 109">
              <a:extLst>
                <a:ext uri="{FF2B5EF4-FFF2-40B4-BE49-F238E27FC236}">
                  <a16:creationId xmlns:a16="http://schemas.microsoft.com/office/drawing/2014/main" id="{3227E749-EE6D-6896-28FE-0C625335B50D}"/>
                </a:ext>
              </a:extLst>
            </p:cNvPr>
            <p:cNvSpPr/>
            <p:nvPr/>
          </p:nvSpPr>
          <p:spPr>
            <a:xfrm>
              <a:off x="5853398" y="4069873"/>
              <a:ext cx="158762" cy="15876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1" name="Ellipse 110">
              <a:extLst>
                <a:ext uri="{FF2B5EF4-FFF2-40B4-BE49-F238E27FC236}">
                  <a16:creationId xmlns:a16="http://schemas.microsoft.com/office/drawing/2014/main" id="{3AEC1CDB-0797-3433-A40B-C1F195D6040D}"/>
                </a:ext>
              </a:extLst>
            </p:cNvPr>
            <p:cNvSpPr/>
            <p:nvPr/>
          </p:nvSpPr>
          <p:spPr>
            <a:xfrm flipV="1">
              <a:off x="5905779" y="4122254"/>
              <a:ext cx="54000" cy="540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16" name="Éclair 115">
            <a:extLst>
              <a:ext uri="{FF2B5EF4-FFF2-40B4-BE49-F238E27FC236}">
                <a16:creationId xmlns:a16="http://schemas.microsoft.com/office/drawing/2014/main" id="{6100EBE7-FD19-F8CA-8428-9993BEEEDBA4}"/>
              </a:ext>
            </a:extLst>
          </p:cNvPr>
          <p:cNvSpPr/>
          <p:nvPr/>
        </p:nvSpPr>
        <p:spPr>
          <a:xfrm rot="643800">
            <a:off x="8305510" y="2131544"/>
            <a:ext cx="322911" cy="548372"/>
          </a:xfrm>
          <a:prstGeom prst="lightningBolt">
            <a:avLst/>
          </a:prstGeom>
          <a:solidFill>
            <a:srgbClr val="FFC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Ellipse 116">
            <a:extLst>
              <a:ext uri="{FF2B5EF4-FFF2-40B4-BE49-F238E27FC236}">
                <a16:creationId xmlns:a16="http://schemas.microsoft.com/office/drawing/2014/main" id="{6AFBB909-E8E4-A44E-A381-778250AE7342}"/>
              </a:ext>
            </a:extLst>
          </p:cNvPr>
          <p:cNvSpPr/>
          <p:nvPr/>
        </p:nvSpPr>
        <p:spPr>
          <a:xfrm>
            <a:off x="8532293" y="2777975"/>
            <a:ext cx="288032" cy="288032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18" name="Ellipse 117">
            <a:extLst>
              <a:ext uri="{FF2B5EF4-FFF2-40B4-BE49-F238E27FC236}">
                <a16:creationId xmlns:a16="http://schemas.microsoft.com/office/drawing/2014/main" id="{6F3CACFA-E0E0-B002-AB33-50F998BB9EA4}"/>
              </a:ext>
            </a:extLst>
          </p:cNvPr>
          <p:cNvSpPr/>
          <p:nvPr/>
        </p:nvSpPr>
        <p:spPr>
          <a:xfrm>
            <a:off x="9319032" y="2175398"/>
            <a:ext cx="288032" cy="288032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19" name="Ellipse 118">
            <a:extLst>
              <a:ext uri="{FF2B5EF4-FFF2-40B4-BE49-F238E27FC236}">
                <a16:creationId xmlns:a16="http://schemas.microsoft.com/office/drawing/2014/main" id="{31932129-FEC4-1DB9-C53B-67256AB1AE6B}"/>
              </a:ext>
            </a:extLst>
          </p:cNvPr>
          <p:cNvSpPr/>
          <p:nvPr/>
        </p:nvSpPr>
        <p:spPr>
          <a:xfrm>
            <a:off x="10098183" y="2777975"/>
            <a:ext cx="288032" cy="288032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dirty="0">
                <a:solidFill>
                  <a:srgbClr val="FFC000"/>
                </a:solidFill>
              </a:rPr>
              <a:t>3</a:t>
            </a:r>
          </a:p>
        </p:txBody>
      </p:sp>
      <p:sp>
        <p:nvSpPr>
          <p:cNvPr id="120" name="Ellipse 119">
            <a:extLst>
              <a:ext uri="{FF2B5EF4-FFF2-40B4-BE49-F238E27FC236}">
                <a16:creationId xmlns:a16="http://schemas.microsoft.com/office/drawing/2014/main" id="{DCE1BCEC-20C4-83D3-B0CA-90130A12E7AE}"/>
              </a:ext>
            </a:extLst>
          </p:cNvPr>
          <p:cNvSpPr/>
          <p:nvPr/>
        </p:nvSpPr>
        <p:spPr>
          <a:xfrm>
            <a:off x="9810151" y="3671418"/>
            <a:ext cx="288032" cy="288032"/>
          </a:xfrm>
          <a:prstGeom prst="ellipse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121" name="Groupe 120">
            <a:extLst>
              <a:ext uri="{FF2B5EF4-FFF2-40B4-BE49-F238E27FC236}">
                <a16:creationId xmlns:a16="http://schemas.microsoft.com/office/drawing/2014/main" id="{9AE7BD09-5476-2A53-1C48-26F37B8573B7}"/>
              </a:ext>
            </a:extLst>
          </p:cNvPr>
          <p:cNvGrpSpPr/>
          <p:nvPr/>
        </p:nvGrpSpPr>
        <p:grpSpPr>
          <a:xfrm>
            <a:off x="8710695" y="3686485"/>
            <a:ext cx="398433" cy="398419"/>
            <a:chOff x="1048248" y="4581128"/>
            <a:chExt cx="398433" cy="398419"/>
          </a:xfrm>
        </p:grpSpPr>
        <p:sp>
          <p:nvSpPr>
            <p:cNvPr id="122" name="Forme libre 9">
              <a:extLst>
                <a:ext uri="{FF2B5EF4-FFF2-40B4-BE49-F238E27FC236}">
                  <a16:creationId xmlns:a16="http://schemas.microsoft.com/office/drawing/2014/main" id="{065580E5-3D79-D76B-934B-60BCFAAB493C}"/>
                </a:ext>
              </a:extLst>
            </p:cNvPr>
            <p:cNvSpPr/>
            <p:nvPr/>
          </p:nvSpPr>
          <p:spPr>
            <a:xfrm>
              <a:off x="1048248" y="4663401"/>
              <a:ext cx="398433" cy="316146"/>
            </a:xfrm>
            <a:custGeom>
              <a:avLst/>
              <a:gdLst>
                <a:gd name="connsiteX0" fmla="*/ 0 w 998220"/>
                <a:gd name="connsiteY0" fmla="*/ 7620 h 147567"/>
                <a:gd name="connsiteX1" fmla="*/ 220980 w 998220"/>
                <a:gd name="connsiteY1" fmla="*/ 144780 h 147567"/>
                <a:gd name="connsiteX2" fmla="*/ 457200 w 998220"/>
                <a:gd name="connsiteY2" fmla="*/ 99060 h 147567"/>
                <a:gd name="connsiteX3" fmla="*/ 807720 w 998220"/>
                <a:gd name="connsiteY3" fmla="*/ 144780 h 147567"/>
                <a:gd name="connsiteX4" fmla="*/ 998220 w 998220"/>
                <a:gd name="connsiteY4" fmla="*/ 0 h 147567"/>
                <a:gd name="connsiteX0" fmla="*/ 0 w 1104901"/>
                <a:gd name="connsiteY0" fmla="*/ 0 h 368029"/>
                <a:gd name="connsiteX1" fmla="*/ 327661 w 1104901"/>
                <a:gd name="connsiteY1" fmla="*/ 353090 h 368029"/>
                <a:gd name="connsiteX2" fmla="*/ 563881 w 1104901"/>
                <a:gd name="connsiteY2" fmla="*/ 307370 h 368029"/>
                <a:gd name="connsiteX3" fmla="*/ 914401 w 1104901"/>
                <a:gd name="connsiteY3" fmla="*/ 353090 h 368029"/>
                <a:gd name="connsiteX4" fmla="*/ 1104901 w 1104901"/>
                <a:gd name="connsiteY4" fmla="*/ 208310 h 368029"/>
                <a:gd name="connsiteX0" fmla="*/ 0 w 1104901"/>
                <a:gd name="connsiteY0" fmla="*/ 0 h 355877"/>
                <a:gd name="connsiteX1" fmla="*/ 563881 w 1104901"/>
                <a:gd name="connsiteY1" fmla="*/ 307370 h 355877"/>
                <a:gd name="connsiteX2" fmla="*/ 914401 w 1104901"/>
                <a:gd name="connsiteY2" fmla="*/ 353090 h 355877"/>
                <a:gd name="connsiteX3" fmla="*/ 1104901 w 1104901"/>
                <a:gd name="connsiteY3" fmla="*/ 208310 h 355877"/>
                <a:gd name="connsiteX0" fmla="*/ 0 w 1104901"/>
                <a:gd name="connsiteY0" fmla="*/ 0 h 371223"/>
                <a:gd name="connsiteX1" fmla="*/ 121919 w 1104901"/>
                <a:gd name="connsiteY1" fmla="*/ 369064 h 371223"/>
                <a:gd name="connsiteX2" fmla="*/ 914401 w 1104901"/>
                <a:gd name="connsiteY2" fmla="*/ 353090 h 371223"/>
                <a:gd name="connsiteX3" fmla="*/ 1104901 w 1104901"/>
                <a:gd name="connsiteY3" fmla="*/ 208310 h 371223"/>
                <a:gd name="connsiteX0" fmla="*/ 313732 w 991910"/>
                <a:gd name="connsiteY0" fmla="*/ 0 h 297687"/>
                <a:gd name="connsiteX1" fmla="*/ 8928 w 991910"/>
                <a:gd name="connsiteY1" fmla="*/ 276523 h 297687"/>
                <a:gd name="connsiteX2" fmla="*/ 801410 w 991910"/>
                <a:gd name="connsiteY2" fmla="*/ 260549 h 297687"/>
                <a:gd name="connsiteX3" fmla="*/ 991910 w 991910"/>
                <a:gd name="connsiteY3" fmla="*/ 115769 h 297687"/>
                <a:gd name="connsiteX0" fmla="*/ 313732 w 841603"/>
                <a:gd name="connsiteY0" fmla="*/ 53889 h 359753"/>
                <a:gd name="connsiteX1" fmla="*/ 8928 w 841603"/>
                <a:gd name="connsiteY1" fmla="*/ 330412 h 359753"/>
                <a:gd name="connsiteX2" fmla="*/ 801410 w 841603"/>
                <a:gd name="connsiteY2" fmla="*/ 314438 h 359753"/>
                <a:gd name="connsiteX3" fmla="*/ 763309 w 841603"/>
                <a:gd name="connsiteY3" fmla="*/ 0 h 359753"/>
                <a:gd name="connsiteX0" fmla="*/ 312538 w 762115"/>
                <a:gd name="connsiteY0" fmla="*/ 53889 h 330677"/>
                <a:gd name="connsiteX1" fmla="*/ 7734 w 762115"/>
                <a:gd name="connsiteY1" fmla="*/ 330412 h 330677"/>
                <a:gd name="connsiteX2" fmla="*/ 762115 w 762115"/>
                <a:gd name="connsiteY2" fmla="*/ 0 h 330677"/>
                <a:gd name="connsiteX0" fmla="*/ 0 w 449577"/>
                <a:gd name="connsiteY0" fmla="*/ 53889 h 415434"/>
                <a:gd name="connsiteX1" fmla="*/ 243840 w 449577"/>
                <a:gd name="connsiteY1" fmla="*/ 415241 h 415434"/>
                <a:gd name="connsiteX2" fmla="*/ 449577 w 449577"/>
                <a:gd name="connsiteY2" fmla="*/ 0 h 415434"/>
                <a:gd name="connsiteX0" fmla="*/ 576 w 462001"/>
                <a:gd name="connsiteY0" fmla="*/ 53889 h 417438"/>
                <a:gd name="connsiteX1" fmla="*/ 244416 w 462001"/>
                <a:gd name="connsiteY1" fmla="*/ 415241 h 417438"/>
                <a:gd name="connsiteX2" fmla="*/ 450153 w 462001"/>
                <a:gd name="connsiteY2" fmla="*/ 0 h 417438"/>
                <a:gd name="connsiteX0" fmla="*/ 0 w 449577"/>
                <a:gd name="connsiteY0" fmla="*/ 53889 h 433229"/>
                <a:gd name="connsiteX1" fmla="*/ 243840 w 449577"/>
                <a:gd name="connsiteY1" fmla="*/ 415241 h 433229"/>
                <a:gd name="connsiteX2" fmla="*/ 277712 w 449577"/>
                <a:gd name="connsiteY2" fmla="*/ 339356 h 433229"/>
                <a:gd name="connsiteX3" fmla="*/ 449577 w 449577"/>
                <a:gd name="connsiteY3" fmla="*/ 0 h 433229"/>
                <a:gd name="connsiteX0" fmla="*/ 0 w 517979"/>
                <a:gd name="connsiteY0" fmla="*/ 53889 h 433229"/>
                <a:gd name="connsiteX1" fmla="*/ 243840 w 517979"/>
                <a:gd name="connsiteY1" fmla="*/ 415241 h 433229"/>
                <a:gd name="connsiteX2" fmla="*/ 277712 w 517979"/>
                <a:gd name="connsiteY2" fmla="*/ 339356 h 433229"/>
                <a:gd name="connsiteX3" fmla="*/ 449577 w 517979"/>
                <a:gd name="connsiteY3" fmla="*/ 0 h 433229"/>
                <a:gd name="connsiteX0" fmla="*/ 0 w 449577"/>
                <a:gd name="connsiteY0" fmla="*/ 53889 h 415434"/>
                <a:gd name="connsiteX1" fmla="*/ 243840 w 449577"/>
                <a:gd name="connsiteY1" fmla="*/ 415241 h 415434"/>
                <a:gd name="connsiteX2" fmla="*/ 449577 w 449577"/>
                <a:gd name="connsiteY2" fmla="*/ 0 h 415434"/>
                <a:gd name="connsiteX0" fmla="*/ 25754 w 547758"/>
                <a:gd name="connsiteY0" fmla="*/ 53889 h 415434"/>
                <a:gd name="connsiteX1" fmla="*/ 269594 w 547758"/>
                <a:gd name="connsiteY1" fmla="*/ 415241 h 415434"/>
                <a:gd name="connsiteX2" fmla="*/ 475331 w 547758"/>
                <a:gd name="connsiteY2" fmla="*/ 0 h 415434"/>
                <a:gd name="connsiteX0" fmla="*/ 44670 w 549184"/>
                <a:gd name="connsiteY0" fmla="*/ 53889 h 315272"/>
                <a:gd name="connsiteX1" fmla="*/ 258030 w 549184"/>
                <a:gd name="connsiteY1" fmla="*/ 314988 h 315272"/>
                <a:gd name="connsiteX2" fmla="*/ 494247 w 549184"/>
                <a:gd name="connsiteY2" fmla="*/ 0 h 315272"/>
                <a:gd name="connsiteX0" fmla="*/ 170875 w 796872"/>
                <a:gd name="connsiteY0" fmla="*/ 53889 h 319952"/>
                <a:gd name="connsiteX1" fmla="*/ 384235 w 796872"/>
                <a:gd name="connsiteY1" fmla="*/ 314988 h 319952"/>
                <a:gd name="connsiteX2" fmla="*/ 620452 w 796872"/>
                <a:gd name="connsiteY2" fmla="*/ 0 h 319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6872" h="319952">
                  <a:moveTo>
                    <a:pt x="170875" y="53889"/>
                  </a:moveTo>
                  <a:cubicBezTo>
                    <a:pt x="288350" y="117924"/>
                    <a:pt x="-406979" y="269987"/>
                    <a:pt x="384235" y="314988"/>
                  </a:cubicBezTo>
                  <a:cubicBezTo>
                    <a:pt x="1175449" y="359989"/>
                    <a:pt x="577590" y="86509"/>
                    <a:pt x="620452" y="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3" name="Ellipse 122">
              <a:extLst>
                <a:ext uri="{FF2B5EF4-FFF2-40B4-BE49-F238E27FC236}">
                  <a16:creationId xmlns:a16="http://schemas.microsoft.com/office/drawing/2014/main" id="{33901DB5-57A8-8210-4114-FAC4867D076E}"/>
                </a:ext>
              </a:extLst>
            </p:cNvPr>
            <p:cNvSpPr/>
            <p:nvPr/>
          </p:nvSpPr>
          <p:spPr>
            <a:xfrm>
              <a:off x="1103448" y="4581128"/>
              <a:ext cx="288032" cy="2880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B8A65046-F68A-3240-0F54-242A72F6958B}"/>
              </a:ext>
            </a:extLst>
          </p:cNvPr>
          <p:cNvCxnSpPr>
            <a:stCxn id="123" idx="0"/>
            <a:endCxn id="117" idx="4"/>
          </p:cNvCxnSpPr>
          <p:nvPr/>
        </p:nvCxnSpPr>
        <p:spPr>
          <a:xfrm flipH="1" flipV="1">
            <a:off x="8676309" y="3066007"/>
            <a:ext cx="233602" cy="620478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124">
            <a:extLst>
              <a:ext uri="{FF2B5EF4-FFF2-40B4-BE49-F238E27FC236}">
                <a16:creationId xmlns:a16="http://schemas.microsoft.com/office/drawing/2014/main" id="{8F51B521-1D07-3D84-A0E0-2BEA409EDE7A}"/>
              </a:ext>
            </a:extLst>
          </p:cNvPr>
          <p:cNvCxnSpPr>
            <a:stCxn id="118" idx="3"/>
            <a:endCxn id="117" idx="7"/>
          </p:cNvCxnSpPr>
          <p:nvPr/>
        </p:nvCxnSpPr>
        <p:spPr>
          <a:xfrm flipH="1">
            <a:off x="8778144" y="2421249"/>
            <a:ext cx="583069" cy="398907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125">
            <a:extLst>
              <a:ext uri="{FF2B5EF4-FFF2-40B4-BE49-F238E27FC236}">
                <a16:creationId xmlns:a16="http://schemas.microsoft.com/office/drawing/2014/main" id="{B3928EB3-F05C-B5E6-F525-EF1CFA90E926}"/>
              </a:ext>
            </a:extLst>
          </p:cNvPr>
          <p:cNvCxnSpPr>
            <a:stCxn id="119" idx="1"/>
            <a:endCxn id="118" idx="5"/>
          </p:cNvCxnSpPr>
          <p:nvPr/>
        </p:nvCxnSpPr>
        <p:spPr>
          <a:xfrm flipH="1" flipV="1">
            <a:off x="9564883" y="2421249"/>
            <a:ext cx="575481" cy="398907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126">
            <a:extLst>
              <a:ext uri="{FF2B5EF4-FFF2-40B4-BE49-F238E27FC236}">
                <a16:creationId xmlns:a16="http://schemas.microsoft.com/office/drawing/2014/main" id="{B68EF18C-C8F5-AC61-E888-4C313A4CFD24}"/>
              </a:ext>
            </a:extLst>
          </p:cNvPr>
          <p:cNvCxnSpPr>
            <a:stCxn id="123" idx="6"/>
            <a:endCxn id="120" idx="2"/>
          </p:cNvCxnSpPr>
          <p:nvPr/>
        </p:nvCxnSpPr>
        <p:spPr>
          <a:xfrm flipV="1">
            <a:off x="9053927" y="3815434"/>
            <a:ext cx="756224" cy="15067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127">
            <a:extLst>
              <a:ext uri="{FF2B5EF4-FFF2-40B4-BE49-F238E27FC236}">
                <a16:creationId xmlns:a16="http://schemas.microsoft.com/office/drawing/2014/main" id="{785AD09D-9CB4-E2AE-45D1-5B049F0D8F5A}"/>
              </a:ext>
            </a:extLst>
          </p:cNvPr>
          <p:cNvCxnSpPr>
            <a:stCxn id="120" idx="7"/>
            <a:endCxn id="119" idx="4"/>
          </p:cNvCxnSpPr>
          <p:nvPr/>
        </p:nvCxnSpPr>
        <p:spPr>
          <a:xfrm flipV="1">
            <a:off x="10056002" y="3066007"/>
            <a:ext cx="186197" cy="647592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ZoneTexte 128">
                <a:extLst>
                  <a:ext uri="{FF2B5EF4-FFF2-40B4-BE49-F238E27FC236}">
                    <a16:creationId xmlns:a16="http://schemas.microsoft.com/office/drawing/2014/main" id="{E45C96BD-4853-1734-2568-313A5A901F4E}"/>
                  </a:ext>
                </a:extLst>
              </p:cNvPr>
              <p:cNvSpPr txBox="1"/>
              <p:nvPr/>
            </p:nvSpPr>
            <p:spPr>
              <a:xfrm>
                <a:off x="7752449" y="3269698"/>
                <a:ext cx="1080120" cy="288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Pivot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/>
                          </a:rPr>
                          <m:t>𝐴</m:t>
                        </m:r>
                        <m:r>
                          <a:rPr lang="fr-FR" sz="1200" b="0" i="1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129" name="ZoneTexte 128">
                <a:extLst>
                  <a:ext uri="{FF2B5EF4-FFF2-40B4-BE49-F238E27FC236}">
                    <a16:creationId xmlns:a16="http://schemas.microsoft.com/office/drawing/2014/main" id="{E45C96BD-4853-1734-2568-313A5A901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449" y="3269698"/>
                <a:ext cx="1080120" cy="288031"/>
              </a:xfrm>
              <a:prstGeom prst="rect">
                <a:avLst/>
              </a:prstGeom>
              <a:blipFill>
                <a:blip r:embed="rId52"/>
                <a:stretch>
                  <a:fillRect t="-2083" b="-104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ZoneTexte 129">
                <a:extLst>
                  <a:ext uri="{FF2B5EF4-FFF2-40B4-BE49-F238E27FC236}">
                    <a16:creationId xmlns:a16="http://schemas.microsoft.com/office/drawing/2014/main" id="{9F114DCB-0577-6C7B-B945-41CD450F2520}"/>
                  </a:ext>
                </a:extLst>
              </p:cNvPr>
              <p:cNvSpPr txBox="1"/>
              <p:nvPr/>
            </p:nvSpPr>
            <p:spPr>
              <a:xfrm>
                <a:off x="8888961" y="2608053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Pivot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/>
                          </a:rPr>
                          <m:t>𝐵</m:t>
                        </m:r>
                        <m:r>
                          <a:rPr lang="fr-FR" sz="1200" b="0" i="1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130" name="ZoneTexte 129">
                <a:extLst>
                  <a:ext uri="{FF2B5EF4-FFF2-40B4-BE49-F238E27FC236}">
                    <a16:creationId xmlns:a16="http://schemas.microsoft.com/office/drawing/2014/main" id="{9F114DCB-0577-6C7B-B945-41CD450F2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961" y="2608053"/>
                <a:ext cx="1080120" cy="276999"/>
              </a:xfrm>
              <a:prstGeom prst="rect">
                <a:avLst/>
              </a:prstGeom>
              <a:blipFill>
                <a:blip r:embed="rId53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ZoneTexte 130">
                <a:extLst>
                  <a:ext uri="{FF2B5EF4-FFF2-40B4-BE49-F238E27FC236}">
                    <a16:creationId xmlns:a16="http://schemas.microsoft.com/office/drawing/2014/main" id="{889076A9-1212-B845-16A8-4042AE2FBCAB}"/>
                  </a:ext>
                </a:extLst>
              </p:cNvPr>
              <p:cNvSpPr txBox="1"/>
              <p:nvPr/>
            </p:nvSpPr>
            <p:spPr>
              <a:xfrm>
                <a:off x="9702139" y="2017869"/>
                <a:ext cx="10801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Glissière hélicoïdale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/>
                          </a:rPr>
                          <m:t>𝐵</m:t>
                        </m:r>
                        <m:r>
                          <a:rPr lang="fr-FR" sz="1200" b="0" i="1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131" name="ZoneTexte 130">
                <a:extLst>
                  <a:ext uri="{FF2B5EF4-FFF2-40B4-BE49-F238E27FC236}">
                    <a16:creationId xmlns:a16="http://schemas.microsoft.com/office/drawing/2014/main" id="{889076A9-1212-B845-16A8-4042AE2FB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2139" y="2017869"/>
                <a:ext cx="1080120" cy="646331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ZoneTexte 131">
                <a:extLst>
                  <a:ext uri="{FF2B5EF4-FFF2-40B4-BE49-F238E27FC236}">
                    <a16:creationId xmlns:a16="http://schemas.microsoft.com/office/drawing/2014/main" id="{BB728A79-3237-5449-3336-2FDA8A0B7AF5}"/>
                  </a:ext>
                </a:extLst>
              </p:cNvPr>
              <p:cNvSpPr txBox="1"/>
              <p:nvPr/>
            </p:nvSpPr>
            <p:spPr>
              <a:xfrm>
                <a:off x="10164792" y="3278082"/>
                <a:ext cx="1080120" cy="288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Pivot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/>
                          </a:rPr>
                          <m:t>𝐶</m:t>
                        </m:r>
                        <m:r>
                          <a:rPr lang="fr-FR" sz="1200" b="0" i="1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132" name="ZoneTexte 131">
                <a:extLst>
                  <a:ext uri="{FF2B5EF4-FFF2-40B4-BE49-F238E27FC236}">
                    <a16:creationId xmlns:a16="http://schemas.microsoft.com/office/drawing/2014/main" id="{BB728A79-3237-5449-3336-2FDA8A0B7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4792" y="3278082"/>
                <a:ext cx="1080120" cy="288031"/>
              </a:xfrm>
              <a:prstGeom prst="rect">
                <a:avLst/>
              </a:prstGeom>
              <a:blipFill>
                <a:blip r:embed="rId55"/>
                <a:stretch>
                  <a:fillRect t="-2128" r="-562" b="-1276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ZoneTexte 132">
                <a:extLst>
                  <a:ext uri="{FF2B5EF4-FFF2-40B4-BE49-F238E27FC236}">
                    <a16:creationId xmlns:a16="http://schemas.microsoft.com/office/drawing/2014/main" id="{BCF21973-0772-834C-0C9D-2C75C8F0597C}"/>
                  </a:ext>
                </a:extLst>
              </p:cNvPr>
              <p:cNvSpPr txBox="1"/>
              <p:nvPr/>
            </p:nvSpPr>
            <p:spPr>
              <a:xfrm>
                <a:off x="8973895" y="3926831"/>
                <a:ext cx="1080120" cy="288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Pivot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/>
                          </a:rPr>
                          <m:t>𝐷</m:t>
                        </m:r>
                        <m:r>
                          <a:rPr lang="fr-FR" sz="1200" b="0" i="1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133" name="ZoneTexte 132">
                <a:extLst>
                  <a:ext uri="{FF2B5EF4-FFF2-40B4-BE49-F238E27FC236}">
                    <a16:creationId xmlns:a16="http://schemas.microsoft.com/office/drawing/2014/main" id="{BCF21973-0772-834C-0C9D-2C75C8F05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895" y="3926831"/>
                <a:ext cx="1080120" cy="288031"/>
              </a:xfrm>
              <a:prstGeom prst="rect">
                <a:avLst/>
              </a:prstGeom>
              <a:blipFill>
                <a:blip r:embed="rId56"/>
                <a:stretch>
                  <a:fillRect t="-2128" r="-1695" b="-1276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Éclair 133">
            <a:extLst>
              <a:ext uri="{FF2B5EF4-FFF2-40B4-BE49-F238E27FC236}">
                <a16:creationId xmlns:a16="http://schemas.microsoft.com/office/drawing/2014/main" id="{23BD6B85-7008-3192-5DA5-335833456D9C}"/>
              </a:ext>
            </a:extLst>
          </p:cNvPr>
          <p:cNvSpPr/>
          <p:nvPr/>
        </p:nvSpPr>
        <p:spPr>
          <a:xfrm rot="19305786">
            <a:off x="8810122" y="1873956"/>
            <a:ext cx="322911" cy="548372"/>
          </a:xfrm>
          <a:prstGeom prst="lightningBolt">
            <a:avLst/>
          </a:prstGeom>
          <a:solidFill>
            <a:srgbClr val="FFC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5" name="Éclair 134">
            <a:extLst>
              <a:ext uri="{FF2B5EF4-FFF2-40B4-BE49-F238E27FC236}">
                <a16:creationId xmlns:a16="http://schemas.microsoft.com/office/drawing/2014/main" id="{326421F0-E2B1-2225-8872-7D8D084749EC}"/>
              </a:ext>
            </a:extLst>
          </p:cNvPr>
          <p:cNvSpPr/>
          <p:nvPr/>
        </p:nvSpPr>
        <p:spPr>
          <a:xfrm rot="4881763" flipH="1">
            <a:off x="10295794" y="3702994"/>
            <a:ext cx="323460" cy="543046"/>
          </a:xfrm>
          <a:prstGeom prst="lightningBolt">
            <a:avLst/>
          </a:prstGeom>
          <a:solidFill>
            <a:srgbClr val="FFC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1FD64334-3B80-ADCD-2B68-41F03E11ECBC}"/>
              </a:ext>
            </a:extLst>
          </p:cNvPr>
          <p:cNvSpPr txBox="1"/>
          <p:nvPr/>
        </p:nvSpPr>
        <p:spPr>
          <a:xfrm>
            <a:off x="7893775" y="1713733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/>
              <a:t>Couple moteur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24370952-BD6F-1638-A55A-5309F3013774}"/>
              </a:ext>
            </a:extLst>
          </p:cNvPr>
          <p:cNvSpPr txBox="1"/>
          <p:nvPr/>
        </p:nvSpPr>
        <p:spPr>
          <a:xfrm>
            <a:off x="10564235" y="3937863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/>
              <a:t>Pesanteur</a:t>
            </a:r>
          </a:p>
        </p:txBody>
      </p:sp>
    </p:spTree>
    <p:extLst>
      <p:ext uri="{BB962C8B-B14F-4D97-AF65-F5344CB8AC3E}">
        <p14:creationId xmlns:p14="http://schemas.microsoft.com/office/powerpoint/2010/main" val="1827987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Stratégie – TEC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7795" y="981887"/>
            <a:ext cx="5978205" cy="5253339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Energie cinétique</a:t>
            </a:r>
          </a:p>
          <a:p>
            <a:pPr lvl="1"/>
            <a:r>
              <a:rPr lang="fr-FR" dirty="0"/>
              <a:t>Ensemble stator</a:t>
            </a:r>
          </a:p>
          <a:p>
            <a:pPr lvl="1"/>
            <a:r>
              <a:rPr lang="fr-FR" dirty="0"/>
              <a:t>Ensemble rotor</a:t>
            </a:r>
          </a:p>
          <a:p>
            <a:pPr lvl="1"/>
            <a:r>
              <a:rPr lang="fr-FR" dirty="0"/>
              <a:t>Ecrou</a:t>
            </a:r>
          </a:p>
          <a:p>
            <a:pPr lvl="1"/>
            <a:r>
              <a:rPr lang="fr-FR" dirty="0"/>
              <a:t>Ensemble bras</a:t>
            </a:r>
          </a:p>
          <a:p>
            <a:r>
              <a:rPr lang="fr-FR" dirty="0"/>
              <a:t>Puissance intérieure</a:t>
            </a:r>
          </a:p>
          <a:p>
            <a:pPr lvl="1"/>
            <a:r>
              <a:rPr lang="fr-FR" dirty="0"/>
              <a:t>Puissance dans les liaisons</a:t>
            </a:r>
          </a:p>
          <a:p>
            <a:pPr lvl="1"/>
            <a:r>
              <a:rPr lang="fr-FR" dirty="0"/>
              <a:t>Puissance du moteur</a:t>
            </a:r>
          </a:p>
          <a:p>
            <a:pPr lvl="1"/>
            <a:r>
              <a:rPr lang="fr-FR" strike="sngStrike" dirty="0">
                <a:solidFill>
                  <a:srgbClr val="FF0000"/>
                </a:solidFill>
              </a:rPr>
              <a:t>Puissance dissipée par frottements</a:t>
            </a:r>
          </a:p>
          <a:p>
            <a:r>
              <a:rPr lang="fr-FR" dirty="0"/>
              <a:t>Puissance extérieure</a:t>
            </a:r>
          </a:p>
          <a:p>
            <a:pPr lvl="1"/>
            <a:r>
              <a:rPr lang="fr-FR" dirty="0"/>
              <a:t>Puissance de la pesanteur</a:t>
            </a:r>
          </a:p>
          <a:p>
            <a:pPr lvl="1"/>
            <a:r>
              <a:rPr lang="fr-FR" dirty="0"/>
              <a:t>Puissance dans les liaisons</a:t>
            </a:r>
          </a:p>
          <a:p>
            <a:pPr lvl="1"/>
            <a:r>
              <a:rPr lang="fr-FR" strike="sngStrike" dirty="0">
                <a:solidFill>
                  <a:srgbClr val="FF0000"/>
                </a:solidFill>
              </a:rPr>
              <a:t>Puissance dissipée par frottements</a:t>
            </a:r>
          </a:p>
          <a:p>
            <a:r>
              <a:rPr lang="fr-FR" b="1" dirty="0">
                <a:solidFill>
                  <a:srgbClr val="FF0000"/>
                </a:solidFill>
              </a:rPr>
              <a:t>Puissance dissipée par frottements (intérieurs et extérieurs)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4602F5FE-C78A-4ABD-DF80-81031D8364CC}"/>
              </a:ext>
            </a:extLst>
          </p:cNvPr>
          <p:cNvSpPr txBox="1">
            <a:spLocks/>
          </p:cNvSpPr>
          <p:nvPr/>
        </p:nvSpPr>
        <p:spPr>
          <a:xfrm>
            <a:off x="6002868" y="2090057"/>
            <a:ext cx="5978206" cy="414516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71463" indent="-2698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q"/>
              <a:defRPr lang="fr-FR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49263" indent="-249238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q"/>
              <a:defRPr lang="fr-FR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27063" indent="-242888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defRPr lang="fr-FR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4863" indent="-2381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SzPct val="80000"/>
              <a:buFont typeface="Wingdings" panose="05000000000000000000" pitchFamily="2" charset="2"/>
              <a:buChar char="q"/>
              <a:defRPr lang="fr-FR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23336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q"/>
              <a:defRPr 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2400" dirty="0"/>
              <a:t>Il est rarement possible de déterminer les frottements dans chacune des liaisons. On cherche donc souvent un modèle de frottement « ramené » à un des mouvements.</a:t>
            </a:r>
          </a:p>
          <a:p>
            <a:pPr algn="just"/>
            <a:endParaRPr lang="fr-FR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777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80FE2C-A2DB-EC9F-19A8-C313B729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/>
              <a:t>Stratégie TEC</a:t>
            </a:r>
            <a:br>
              <a:rPr lang="fr-FR" sz="2800" dirty="0"/>
            </a:br>
            <a:r>
              <a:rPr lang="fr-FR" sz="2800" dirty="0"/>
              <a:t>Energie cinétique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BAA89F-0FFE-0B50-3319-445849FF9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95" y="981887"/>
            <a:ext cx="4541291" cy="5253339"/>
          </a:xfrm>
        </p:spPr>
        <p:txBody>
          <a:bodyPr>
            <a:normAutofit/>
          </a:bodyPr>
          <a:lstStyle/>
          <a:p>
            <a:r>
              <a:rPr lang="fr-FR" dirty="0"/>
              <a:t> Energie cinétique</a:t>
            </a:r>
          </a:p>
          <a:p>
            <a:pPr lvl="1"/>
            <a:r>
              <a:rPr lang="fr-FR" dirty="0"/>
              <a:t>Relation cinématique</a:t>
            </a:r>
          </a:p>
          <a:p>
            <a:pPr lvl="2"/>
            <a:r>
              <a:rPr lang="fr-FR" dirty="0"/>
              <a:t>Expérimentalement</a:t>
            </a:r>
          </a:p>
          <a:p>
            <a:pPr lvl="2"/>
            <a:r>
              <a:rPr lang="fr-FR" dirty="0"/>
              <a:t>Avec la documentation</a:t>
            </a:r>
          </a:p>
          <a:p>
            <a:pPr lvl="1"/>
            <a:r>
              <a:rPr lang="fr-FR" dirty="0"/>
              <a:t>Energie cinétique ensemble stator</a:t>
            </a:r>
          </a:p>
          <a:p>
            <a:pPr lvl="2"/>
            <a:r>
              <a:rPr lang="fr-FR" dirty="0"/>
              <a:t>Inertie stator : peser stator + SW</a:t>
            </a:r>
          </a:p>
          <a:p>
            <a:pPr lvl="1"/>
            <a:r>
              <a:rPr lang="fr-FR" dirty="0"/>
              <a:t>Energie cinétique ensemble rotor</a:t>
            </a:r>
          </a:p>
          <a:p>
            <a:pPr lvl="1"/>
            <a:r>
              <a:rPr lang="fr-FR" dirty="0"/>
              <a:t>Energie cinétique écrou</a:t>
            </a:r>
          </a:p>
          <a:p>
            <a:pPr lvl="1"/>
            <a:r>
              <a:rPr lang="fr-FR" dirty="0"/>
              <a:t>Energie cinétique ensemble bras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E7512A05-D1EA-5493-6918-5F2C2DCF52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9086" y="981887"/>
                <a:ext cx="7532913" cy="5253339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 lnSpcReduction="10000"/>
              </a:bodyPr>
              <a:lstStyle>
                <a:lvl1pPr marL="271463" indent="-269875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q"/>
                  <a:defRPr lang="fr-FR"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49263" indent="-24923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q"/>
                  <a:defRPr lang="fr-FR"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627063" indent="-24288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q"/>
                  <a:defRPr lang="fr-FR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04863" indent="-238125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3"/>
                  </a:buClr>
                  <a:buSzPct val="80000"/>
                  <a:buFont typeface="Wingdings" panose="05000000000000000000" pitchFamily="2" charset="2"/>
                  <a:buChar char="q"/>
                  <a:defRPr lang="fr-FR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82663" indent="-233363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4"/>
                  </a:buClr>
                  <a:buSzPct val="80000"/>
                  <a:buFont typeface="Wingdings" panose="05000000000000000000" pitchFamily="2" charset="2"/>
                  <a:buChar char="q"/>
                  <a:defRPr lang="en-US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2200" b="0" dirty="0">
                    <a:ea typeface="Cambria Math" panose="02040503050406030204" pitchFamily="18" charset="0"/>
                  </a:rPr>
                  <a:t> Ensemble stator</a:t>
                </a:r>
                <a:endParaRPr lang="fr-FR" sz="2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lit/>
                          </m:r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sSup>
                      <m:sSupPr>
                        <m:ctrl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fr-FR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p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sz="2200" b="0" dirty="0">
                  <a:ea typeface="Cambria Math" panose="02040503050406030204" pitchFamily="18" charset="0"/>
                </a:endParaRPr>
              </a:p>
              <a:p>
                <a:r>
                  <a:rPr lang="fr-FR" sz="2200" dirty="0">
                    <a:ea typeface="Cambria Math" panose="02040503050406030204" pitchFamily="18" charset="0"/>
                  </a:rPr>
                  <a:t>Ensemble rotor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lit/>
                          </m:r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⃗"/>
                                <m:ctrlPr>
                                  <a:rPr lang="fr-F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fr-FR" sz="2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Ω</m:t>
                                </m:r>
                                <m:d>
                                  <m:dPr>
                                    <m:ctrlPr>
                                      <a:rPr lang="fr-FR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fr-FR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acc>
                          </m:e>
                          <m:e>
                            <m:acc>
                              <m:accPr>
                                <m:chr m:val="⃗"/>
                                <m:ctrlPr>
                                  <a:rPr lang="fr-F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fr-FR" sz="2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V</m:t>
                                </m:r>
                                <m:d>
                                  <m:dPr>
                                    <m:ctrlP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acc>
                          </m:e>
                        </m:eqArr>
                      </m:e>
                    </m:d>
                    <m:r>
                      <a:rPr lang="fr-F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</m:t>
                    </m:r>
                    <m:d>
                      <m:dPr>
                        <m:begChr m:val="{"/>
                        <m:endChr m:val="}"/>
                        <m:ctrlPr>
                          <a:rPr lang="fr-F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fr-F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acc>
                              <m:accPr>
                                <m:chr m:val="⃗"/>
                                <m:ctrlPr>
                                  <a:rPr lang="fr-F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fr-FR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V</m:t>
                                </m:r>
                                <m:d>
                                  <m:dPr>
                                    <m:ctrlP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  <m: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acc>
                          </m:e>
                          <m:e>
                            <m:acc>
                              <m:accPr>
                                <m:chr m:val="⃗"/>
                                <m:ctrlPr>
                                  <a:rPr lang="fr-F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  <m: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acc>
                          </m:e>
                        </m:eqArr>
                      </m:e>
                    </m:d>
                  </m:oMath>
                </a14:m>
                <a:endParaRPr lang="fr-FR" sz="2200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m:rPr>
                                <m:lit/>
                              </m:r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sz="1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fr-FR" sz="1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d>
                      <m:dPr>
                        <m:ctrlPr>
                          <a:rPr lang="fr-F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acc>
                          <m:accPr>
                            <m:chr m:val="⃗"/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fr-FR" sz="1200" dirty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m:rPr>
                                <m:lit/>
                              </m:r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e/>
                                <m:e/>
                              </m:mr>
                              <m:mr>
                                <m:e/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e/>
                              </m:mr>
                              <m:mr>
                                <m:e/>
                                <m:e/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acc>
                                </m:e>
                              </m:mr>
                              <m:m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  <m:func>
                                    <m:func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12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func>
                                </m:e>
                              </m:mr>
                              <m:m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  <m:func>
                                    <m:func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12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func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acc>
                                </m:e>
                              </m:mr>
                              <m:m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  <m:func>
                                    <m:func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12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func>
                                </m:e>
                              </m:mr>
                              <m:m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  <m:func>
                                    <m:func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12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func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fr-FR" sz="1200" dirty="0"/>
                  <a:t>(Le stator est un solide de révolution, on peut faire le calcul dans la base 1).</a:t>
                </a:r>
              </a:p>
              <a:p>
                <a:pPr lvl="2"/>
                <a:endParaRPr lang="fr-FR" sz="1200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m:rPr>
                                <m:lit/>
                              </m:r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m:rPr>
                                <m:lit/>
                              </m:r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</m:e>
                      <m:sup>
                        <m:r>
                          <a:rPr lang="fr-FR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fr-F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acc>
                      <m:accPr>
                        <m:chr m:val="̇"/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endParaRPr lang="fr-FR" sz="1200" dirty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m:rPr>
                                <m:lit/>
                              </m:r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fr-FR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  <m:acc>
                              <m:accPr>
                                <m:chr m:val="⃗"/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fr-FR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</m:acc>
                          </m:num>
                          <m:den>
                            <m:r>
                              <m:rPr>
                                <m:sty m:val="p"/>
                              </m:rPr>
                              <a:rPr lang="fr-FR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fr-F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acc>
                      <m:accPr>
                        <m:chr m:val="̇"/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fr-FR" sz="120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lit/>
                          </m:r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fr-F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fr-F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</m:e>
                          <m:sup>
                            <m:r>
                              <a:rPr lang="fr-FR" sz="1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1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fr-F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acc>
                          <m:accPr>
                            <m:chr m:val="̇"/>
                            <m:ctrlPr>
                              <a:rPr lang="fr-F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fr-F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fr-F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acc>
                      </m:e>
                    </m:d>
                    <m:r>
                      <a:rPr lang="fr-F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  <m:sSubSup>
                      <m:sSubSupPr>
                        <m:ctrl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acc>
                      <m:accPr>
                        <m:chr m:val="̇"/>
                        <m:ctrlPr>
                          <a:rPr lang="fr-F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fr-F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fr-F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endParaRPr lang="fr-FR" sz="180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fr-FR" sz="1800" dirty="0"/>
                  <a:t>Finalement, pour l’ensemble rotor 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lit/>
                          </m:rP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sub>
                            </m:s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̇"/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</m:e>
                          <m:sup>
                            <m:r>
                              <a:rPr lang="fr-FR" sz="1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sub>
                            </m:sSub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</m:e>
                        </m:d>
                        <m:acc>
                          <m:accPr>
                            <m:chr m:val="̇"/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acc>
                      </m:e>
                    </m:d>
                    <m:r>
                      <a:rPr lang="fr-F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bSup>
                          <m:sSubSup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sub>
                        </m:sSub>
                        <m:sSubSup>
                          <m:sSubSup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sub>
                          <m:sup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sSubSup>
                          <m:sSubSup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sub>
                          <m:sup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sSubSup>
                          <m:sSubSup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sub>
                          <m:sup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acc>
                      <m:accPr>
                        <m:chr m:val="̇"/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endParaRPr lang="fr-FR" sz="1200" dirty="0">
                  <a:ea typeface="Cambria Math" panose="02040503050406030204" pitchFamily="18" charset="0"/>
                </a:endParaRPr>
              </a:p>
              <a:p>
                <a:pPr lvl="2"/>
                <a:endParaRPr lang="fr-FR" sz="1200" dirty="0"/>
              </a:p>
            </p:txBody>
          </p:sp>
        </mc:Choice>
        <mc:Fallback xmlns="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E7512A05-D1EA-5493-6918-5F2C2DCF5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086" y="981887"/>
                <a:ext cx="7532913" cy="5253339"/>
              </a:xfrm>
              <a:prstGeom prst="rect">
                <a:avLst/>
              </a:prstGeom>
              <a:blipFill>
                <a:blip r:embed="rId2"/>
                <a:stretch>
                  <a:fillRect l="-1699" t="-1972" r="-6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>
            <a:extLst>
              <a:ext uri="{FF2B5EF4-FFF2-40B4-BE49-F238E27FC236}">
                <a16:creationId xmlns:a16="http://schemas.microsoft.com/office/drawing/2014/main" id="{4EEAA727-7B1C-B8C6-9B1B-D7D041518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085" y="162267"/>
            <a:ext cx="2405120" cy="188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22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7AA1B3-B619-A026-C886-675B75D5F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00C2A37C-9472-0536-CF9E-87103B8DF0A9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4635360"/>
              </p:ext>
            </p:extLst>
          </p:nvPr>
        </p:nvGraphicFramePr>
        <p:xfrm>
          <a:off x="1201738" y="1933575"/>
          <a:ext cx="9786937" cy="334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549965" imgH="2584362" progId="Excel.Sheet.12">
                  <p:embed/>
                </p:oleObj>
              </mc:Choice>
              <mc:Fallback>
                <p:oleObj name="Worksheet" r:id="rId2" imgW="7549965" imgH="258436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01738" y="1933575"/>
                        <a:ext cx="9786937" cy="3349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EDA591C3-78E7-7BDE-7777-AB7DFF3C3D5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599279" y="306095"/>
            <a:ext cx="778792" cy="110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30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80FE2C-A2DB-EC9F-19A8-C313B729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/>
              <a:t>Stratégie TEC</a:t>
            </a:r>
            <a:br>
              <a:rPr lang="fr-FR" sz="2800" dirty="0"/>
            </a:br>
            <a:r>
              <a:rPr lang="fr-FR" sz="2800" dirty="0"/>
              <a:t>Energie cinétique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BAA89F-0FFE-0B50-3319-445849FF9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95" y="981887"/>
            <a:ext cx="4541291" cy="5253339"/>
          </a:xfrm>
        </p:spPr>
        <p:txBody>
          <a:bodyPr>
            <a:normAutofit fontScale="85000" lnSpcReduction="20000"/>
          </a:bodyPr>
          <a:lstStyle/>
          <a:p>
            <a:r>
              <a:rPr lang="fr-FR" dirty="0"/>
              <a:t> Energie cinétique</a:t>
            </a:r>
          </a:p>
          <a:p>
            <a:pPr lvl="1"/>
            <a:r>
              <a:rPr lang="fr-FR" dirty="0"/>
              <a:t>Relation cinématique</a:t>
            </a:r>
          </a:p>
          <a:p>
            <a:pPr lvl="2"/>
            <a:r>
              <a:rPr lang="fr-FR" dirty="0"/>
              <a:t>Expérimentalement</a:t>
            </a:r>
          </a:p>
          <a:p>
            <a:pPr lvl="2"/>
            <a:r>
              <a:rPr lang="fr-FR" dirty="0"/>
              <a:t>Avec la documentation</a:t>
            </a:r>
          </a:p>
          <a:p>
            <a:pPr lvl="1"/>
            <a:r>
              <a:rPr lang="fr-FR" dirty="0"/>
              <a:t>Energie cinétique ensemble stator</a:t>
            </a:r>
          </a:p>
          <a:p>
            <a:pPr lvl="2"/>
            <a:r>
              <a:rPr lang="fr-FR" dirty="0"/>
              <a:t>Inertie stator : peser stator + SW</a:t>
            </a:r>
          </a:p>
          <a:p>
            <a:pPr lvl="1"/>
            <a:r>
              <a:rPr lang="fr-FR" dirty="0"/>
              <a:t>Energie cinétique ensemble rotor</a:t>
            </a:r>
          </a:p>
          <a:p>
            <a:pPr lvl="1"/>
            <a:r>
              <a:rPr lang="fr-FR" dirty="0"/>
              <a:t>Energie cinétique écrou</a:t>
            </a:r>
          </a:p>
          <a:p>
            <a:pPr lvl="1"/>
            <a:r>
              <a:rPr lang="fr-FR" dirty="0"/>
              <a:t>Energie cinétique ensemble bras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2"/>
            <a:r>
              <a:rPr lang="fr-FR" dirty="0"/>
              <a:t>Documentation</a:t>
            </a:r>
          </a:p>
          <a:p>
            <a:pPr lvl="1"/>
            <a:r>
              <a:rPr lang="fr-FR" dirty="0"/>
              <a:t>Inertie du réducteur</a:t>
            </a:r>
          </a:p>
          <a:p>
            <a:pPr lvl="2"/>
            <a:r>
              <a:rPr lang="fr-FR" dirty="0"/>
              <a:t>Documentation</a:t>
            </a:r>
          </a:p>
          <a:p>
            <a:pPr lvl="1"/>
            <a:r>
              <a:rPr lang="fr-FR" dirty="0"/>
              <a:t>Inertie de la poulie</a:t>
            </a:r>
          </a:p>
          <a:p>
            <a:pPr lvl="1"/>
            <a:r>
              <a:rPr lang="fr-FR" dirty="0"/>
              <a:t>Inertie codeur ?</a:t>
            </a:r>
          </a:p>
          <a:p>
            <a:pPr lvl="1"/>
            <a:r>
              <a:rPr lang="fr-FR" dirty="0"/>
              <a:t>Masse en translation</a:t>
            </a:r>
          </a:p>
          <a:p>
            <a:pPr lvl="2"/>
            <a:r>
              <a:rPr lang="fr-FR" dirty="0"/>
              <a:t>Documentation</a:t>
            </a:r>
          </a:p>
          <a:p>
            <a:pPr lvl="2"/>
            <a:r>
              <a:rPr lang="fr-FR" dirty="0"/>
              <a:t>Expérimentation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E7512A05-D1EA-5493-6918-5F2C2DCF52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9087" y="981887"/>
                <a:ext cx="7184570" cy="5253339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271463" indent="-269875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q"/>
                  <a:defRPr lang="fr-FR"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49263" indent="-24923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q"/>
                  <a:defRPr lang="fr-FR"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627063" indent="-24288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q"/>
                  <a:defRPr lang="fr-FR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04863" indent="-238125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3"/>
                  </a:buClr>
                  <a:buSzPct val="80000"/>
                  <a:buFont typeface="Wingdings" panose="05000000000000000000" pitchFamily="2" charset="2"/>
                  <a:buChar char="q"/>
                  <a:defRPr lang="fr-FR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82663" indent="-233363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4"/>
                  </a:buClr>
                  <a:buSzPct val="80000"/>
                  <a:buFont typeface="Wingdings" panose="05000000000000000000" pitchFamily="2" charset="2"/>
                  <a:buChar char="q"/>
                  <a:defRPr lang="en-US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2200" dirty="0">
                    <a:ea typeface="Cambria Math" panose="02040503050406030204" pitchFamily="18" charset="0"/>
                  </a:rPr>
                  <a:t>Ensemble écrou (E=3)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lit/>
                          </m:r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⃗"/>
                                <m:ctrlPr>
                                  <a:rPr lang="fr-F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fr-FR" sz="2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Ω</m:t>
                                </m:r>
                                <m:d>
                                  <m:dPr>
                                    <m:ctrlPr>
                                      <a:rPr lang="fr-FR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𝐸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fr-FR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acc>
                          </m:e>
                          <m:e>
                            <m:acc>
                              <m:accPr>
                                <m:chr m:val="⃗"/>
                                <m:ctrlPr>
                                  <a:rPr lang="fr-F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fr-FR" sz="2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V</m:t>
                                </m:r>
                                <m:d>
                                  <m:dPr>
                                    <m:ctrlP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𝐸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acc>
                          </m:e>
                        </m:eqArr>
                      </m:e>
                    </m:d>
                    <m:r>
                      <a:rPr lang="fr-F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</m:t>
                    </m:r>
                    <m:d>
                      <m:dPr>
                        <m:begChr m:val="{"/>
                        <m:endChr m:val="}"/>
                        <m:ctrlPr>
                          <a:rPr lang="fr-F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fr-F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acc>
                              <m:accPr>
                                <m:chr m:val="⃗"/>
                                <m:ctrlPr>
                                  <a:rPr lang="fr-F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fr-FR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V</m:t>
                                </m:r>
                                <m:d>
                                  <m:dPr>
                                    <m:ctrlP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  <m: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𝐸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acc>
                          </m:e>
                          <m:e>
                            <m:acc>
                              <m:accPr>
                                <m:chr m:val="⃗"/>
                                <m:ctrlPr>
                                  <a:rPr lang="fr-F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  <m: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𝐸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fr-F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acc>
                          </m:e>
                        </m:eqArr>
                      </m:e>
                    </m:d>
                  </m:oMath>
                </a14:m>
                <a:endParaRPr lang="fr-FR" sz="2200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lit/>
                              </m:r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fr-FR" sz="1200" dirty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lit/>
                              </m:r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e/>
                                <m:e/>
                              </m:mr>
                              <m:mr>
                                <m:e/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e/>
                              </m:mr>
                              <m:mr>
                                <m:e/>
                                <m:e/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30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30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endParaRPr lang="fr-FR" sz="1200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  <m:r>
                              <m:rPr>
                                <m:lit/>
                              </m:r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m:rPr>
                                <m:lit/>
                              </m:r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sSubSup>
                      <m:sSubSupPr>
                        <m:ctrlP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</m:sub>
                      <m:sup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fr-FR" sz="1200" dirty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  <m:r>
                              <m:rPr>
                                <m:lit/>
                              </m:rP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fr-FR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  <m:acc>
                              <m:accPr>
                                <m:chr m:val="⃗"/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fr-FR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DC</m:t>
                                </m:r>
                              </m:e>
                            </m:acc>
                          </m:num>
                          <m:den>
                            <m:r>
                              <m:rPr>
                                <m:sty m:val="p"/>
                              </m:rPr>
                              <a:rPr lang="fr-FR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fr-F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̇"/>
                        <m:ctrlP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</m:oMath>
                </a14:m>
                <a:r>
                  <a:rPr lang="fr-FR" sz="1200" dirty="0">
                    <a:ea typeface="Cambria Math" panose="02040503050406030204" pitchFamily="18" charset="0"/>
                  </a:rPr>
                  <a:t> - Hypothèse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fr-FR" sz="1200" dirty="0">
                    <a:ea typeface="Cambria Math" panose="02040503050406030204" pitchFamily="18" charset="0"/>
                  </a:rPr>
                  <a:t> écrou est en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fr-FR" sz="120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lit/>
                          </m:r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sSubSup>
                          <m:sSubSupPr>
                            <m:ctrlPr>
                              <a:rPr lang="fr-F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fr-F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</m:t>
                            </m:r>
                          </m:sub>
                          <m:sup>
                            <m:r>
                              <a:rPr lang="fr-F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fr-FR" sz="1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lang="fr-F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fr-F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acc>
                          <m:accPr>
                            <m:chr m:val="̇"/>
                            <m:ctrlPr>
                              <a:rPr lang="fr-F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fr-F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acc>
                      </m:e>
                    </m:d>
                  </m:oMath>
                </a14:m>
                <a:endParaRPr lang="fr-FR" sz="1800" dirty="0">
                  <a:ea typeface="Cambria Math" panose="02040503050406030204" pitchFamily="18" charset="0"/>
                </a:endParaRPr>
              </a:p>
              <a:p>
                <a:r>
                  <a:rPr lang="fr-FR" sz="2200" dirty="0">
                    <a:ea typeface="Cambria Math" panose="02040503050406030204" pitchFamily="18" charset="0"/>
                  </a:rPr>
                  <a:t>Bras : rotation autour d’un axe fixe</a:t>
                </a:r>
              </a:p>
              <a:p>
                <a:pPr lvl="1"/>
                <a:r>
                  <a:rPr lang="fr-FR" sz="1800" dirty="0">
                    <a:ea typeface="Cambria Math" panose="02040503050406030204" pitchFamily="18" charset="0"/>
                  </a:rPr>
                  <a:t>Inertie du bras en </a:t>
                </a:r>
                <a14:m>
                  <m:oMath xmlns:m="http://schemas.openxmlformats.org/officeDocument/2006/math">
                    <m:r>
                      <a:rPr lang="fr-F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fr-FR" sz="1800" dirty="0">
                    <a:ea typeface="Cambria Math" panose="02040503050406030204" pitchFamily="18" charset="0"/>
                  </a:rPr>
                  <a:t> sur l’axe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fr-FR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800" dirty="0">
                    <a:ea typeface="Cambria Math" panose="02040503050406030204" pitchFamily="18" charset="0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fr-FR" sz="1800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fr-FR" sz="1800" dirty="0">
                    <a:ea typeface="Cambria Math" panose="02040503050406030204" pitchFamily="18" charset="0"/>
                  </a:rPr>
                  <a:t>Masses ponctuelles </a:t>
                </a:r>
              </a:p>
              <a:p>
                <a:pPr lvl="1"/>
                <a:r>
                  <a:rPr lang="fr-FR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lit/>
                          </m:r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fr-FR" sz="1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fr-F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fr-F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fr-F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acc>
                      <m:accPr>
                        <m:chr m:val="̇"/>
                        <m:ctrlPr>
                          <a:rPr lang="fr-F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fr-F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fr-F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endParaRPr lang="fr-FR" sz="18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E7512A05-D1EA-5493-6918-5F2C2DCF5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087" y="981887"/>
                <a:ext cx="7184570" cy="5253339"/>
              </a:xfrm>
              <a:prstGeom prst="rect">
                <a:avLst/>
              </a:prstGeom>
              <a:blipFill>
                <a:blip r:embed="rId2"/>
                <a:stretch>
                  <a:fillRect l="-1781" t="-15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7422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80FE2C-A2DB-EC9F-19A8-C313B729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/>
              <a:t>Stratégie TEC</a:t>
            </a:r>
            <a:br>
              <a:rPr lang="fr-FR" sz="2800" dirty="0"/>
            </a:br>
            <a:r>
              <a:rPr lang="fr-FR" sz="2800" dirty="0"/>
              <a:t>Puissances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7BAA89F-0FFE-0B50-3319-445849FF9A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FR" dirty="0"/>
                  <a:t>Puissances dans les liaisons</a:t>
                </a:r>
              </a:p>
              <a:p>
                <a:pPr lvl="1"/>
                <a:r>
                  <a:rPr lang="fr-FR" dirty="0"/>
                  <a:t>Hypothèses des liaisons parfaites</a:t>
                </a:r>
              </a:p>
              <a:p>
                <a:pPr lvl="1"/>
                <a:r>
                  <a:rPr lang="fr-FR" dirty="0"/>
                  <a:t>Savoir montrer que hypothèse RSG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fr-FR" dirty="0"/>
                  <a:t> puissance nulle</a:t>
                </a:r>
              </a:p>
              <a:p>
                <a:pPr lvl="1"/>
                <a:r>
                  <a:rPr lang="fr-FR" dirty="0"/>
                  <a:t>Hypothèse de courroie non déformable</a:t>
                </a:r>
              </a:p>
              <a:p>
                <a:endParaRPr lang="fr-FR" dirty="0"/>
              </a:p>
              <a:p>
                <a:r>
                  <a:rPr lang="fr-FR" dirty="0"/>
                  <a:t>Puissance du moteur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𝓟</m:t>
                    </m:r>
                    <m:d>
                      <m:d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𝒔𝒕𝒂𝒕𝒐𝒓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𝒓𝒐𝒕𝒐𝒓</m:t>
                        </m:r>
                        <m:r>
                          <m:rPr>
                            <m:lit/>
                          </m:r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m:rPr>
                        <m:lit/>
                      </m:rP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FR" b="1" dirty="0"/>
              </a:p>
              <a:p>
                <a:pPr lvl="1"/>
                <a:r>
                  <a:rPr lang="fr-FR" dirty="0"/>
                  <a:t>Dans le moteur à courant continu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𝑲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7BAA89F-0FFE-0B50-3319-445849FF9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5" t="-1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986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B24450-578A-883B-C938-C55292701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/>
              <a:t>Stratégie TEC</a:t>
            </a:r>
            <a:br>
              <a:rPr lang="fr-FR" sz="3200" dirty="0"/>
            </a:br>
            <a:r>
              <a:rPr lang="fr-FR" sz="3200" dirty="0"/>
              <a:t>Evaluation de la puissance dissipée par frottement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AA68C51-D64F-074E-ADB8-2A4026F471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FR" dirty="0"/>
                  <a:t> Choix d’un modèle</a:t>
                </a:r>
              </a:p>
              <a:p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𝑓𝑠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fr-FR" b="0" dirty="0"/>
              </a:p>
              <a:p>
                <a:pPr lvl="1"/>
                <a:r>
                  <a:rPr lang="fr-FR" dirty="0"/>
                  <a:t>Vérifier expérimentalement si les frottements dépendent de la vitesse ou non.</a:t>
                </a:r>
              </a:p>
              <a:p>
                <a:pPr lvl="1"/>
                <a:r>
                  <a:rPr lang="fr-FR" dirty="0"/>
                  <a:t>Les évaluer le cas échéant… </a:t>
                </a:r>
              </a:p>
              <a:p>
                <a:pPr lvl="1"/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AA68C51-D64F-074E-ADB8-2A4026F471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5" t="-1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66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AE1D6-F4E2-D014-DE92-23274B59B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820450-38F1-7C5F-9C24-48731BD9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Puissance de la pesanteur</a:t>
            </a: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0E9D9BAF-602E-A7B2-4F87-823E0902E16F}"/>
              </a:ext>
            </a:extLst>
          </p:cNvPr>
          <p:cNvSpPr/>
          <p:nvPr/>
        </p:nvSpPr>
        <p:spPr>
          <a:xfrm>
            <a:off x="-926947" y="2166427"/>
            <a:ext cx="2498058" cy="2498058"/>
          </a:xfrm>
          <a:prstGeom prst="arc">
            <a:avLst>
              <a:gd name="adj1" fmla="val 987784"/>
              <a:gd name="adj2" fmla="val 2517803"/>
            </a:avLst>
          </a:prstGeom>
          <a:ln w="19050">
            <a:headEnd type="stealth" w="med" len="lg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D82AEA51-EA2D-03B1-9F00-0BF8F162F788}"/>
              </a:ext>
            </a:extLst>
          </p:cNvPr>
          <p:cNvGrpSpPr/>
          <p:nvPr/>
        </p:nvGrpSpPr>
        <p:grpSpPr>
          <a:xfrm>
            <a:off x="4707797" y="1817772"/>
            <a:ext cx="1745369" cy="1666470"/>
            <a:chOff x="5262233" y="3152282"/>
            <a:chExt cx="1745369" cy="1666470"/>
          </a:xfrm>
        </p:grpSpPr>
        <p:grpSp>
          <p:nvGrpSpPr>
            <p:cNvPr id="59" name="Groupe 58">
              <a:extLst>
                <a:ext uri="{FF2B5EF4-FFF2-40B4-BE49-F238E27FC236}">
                  <a16:creationId xmlns:a16="http://schemas.microsoft.com/office/drawing/2014/main" id="{9B0F7B19-7F5A-16B6-070E-4B408A83C7CE}"/>
                </a:ext>
              </a:extLst>
            </p:cNvPr>
            <p:cNvGrpSpPr/>
            <p:nvPr/>
          </p:nvGrpSpPr>
          <p:grpSpPr>
            <a:xfrm>
              <a:off x="5940152" y="3401722"/>
              <a:ext cx="749927" cy="749927"/>
              <a:chOff x="5294563" y="3372196"/>
              <a:chExt cx="749927" cy="749927"/>
            </a:xfrm>
          </p:grpSpPr>
          <p:cxnSp>
            <p:nvCxnSpPr>
              <p:cNvPr id="72" name="Connecteur droit avec flèche 71">
                <a:extLst>
                  <a:ext uri="{FF2B5EF4-FFF2-40B4-BE49-F238E27FC236}">
                    <a16:creationId xmlns:a16="http://schemas.microsoft.com/office/drawing/2014/main" id="{37F9CBEE-36F8-F7FE-E460-FF294CF254EB}"/>
                  </a:ext>
                </a:extLst>
              </p:cNvPr>
              <p:cNvCxnSpPr/>
              <p:nvPr/>
            </p:nvCxnSpPr>
            <p:spPr>
              <a:xfrm>
                <a:off x="5294563" y="4119730"/>
                <a:ext cx="74992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Connecteur droit avec flèche 72">
                <a:extLst>
                  <a:ext uri="{FF2B5EF4-FFF2-40B4-BE49-F238E27FC236}">
                    <a16:creationId xmlns:a16="http://schemas.microsoft.com/office/drawing/2014/main" id="{E47F7CFF-FD0E-6733-ED74-52507880F5A0}"/>
                  </a:ext>
                </a:extLst>
              </p:cNvPr>
              <p:cNvCxnSpPr/>
              <p:nvPr/>
            </p:nvCxnSpPr>
            <p:spPr>
              <a:xfrm rot="16200000">
                <a:off x="4919600" y="3747160"/>
                <a:ext cx="74992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D5B40AFC-6F39-B9CF-5354-A10BDEC61534}"/>
                </a:ext>
              </a:extLst>
            </p:cNvPr>
            <p:cNvGrpSpPr/>
            <p:nvPr/>
          </p:nvGrpSpPr>
          <p:grpSpPr>
            <a:xfrm rot="19800000">
              <a:off x="5709204" y="3270482"/>
              <a:ext cx="749927" cy="749927"/>
              <a:chOff x="5294563" y="3372196"/>
              <a:chExt cx="749927" cy="749927"/>
            </a:xfrm>
          </p:grpSpPr>
          <p:cxnSp>
            <p:nvCxnSpPr>
              <p:cNvPr id="70" name="Connecteur droit avec flèche 69">
                <a:extLst>
                  <a:ext uri="{FF2B5EF4-FFF2-40B4-BE49-F238E27FC236}">
                    <a16:creationId xmlns:a16="http://schemas.microsoft.com/office/drawing/2014/main" id="{BEDB217B-10EF-0516-179D-005B07F2D2B1}"/>
                  </a:ext>
                </a:extLst>
              </p:cNvPr>
              <p:cNvCxnSpPr/>
              <p:nvPr/>
            </p:nvCxnSpPr>
            <p:spPr>
              <a:xfrm>
                <a:off x="5294563" y="4119730"/>
                <a:ext cx="749927" cy="0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Connecteur droit avec flèche 70">
                <a:extLst>
                  <a:ext uri="{FF2B5EF4-FFF2-40B4-BE49-F238E27FC236}">
                    <a16:creationId xmlns:a16="http://schemas.microsoft.com/office/drawing/2014/main" id="{FDC7E77D-8698-B6B5-6C05-980F66D9B5A7}"/>
                  </a:ext>
                </a:extLst>
              </p:cNvPr>
              <p:cNvCxnSpPr/>
              <p:nvPr/>
            </p:nvCxnSpPr>
            <p:spPr>
              <a:xfrm rot="16200000">
                <a:off x="4919600" y="3747160"/>
                <a:ext cx="749927" cy="0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D678537C-DE8D-6352-CC5A-B73EC91F865B}"/>
                </a:ext>
              </a:extLst>
            </p:cNvPr>
            <p:cNvSpPr/>
            <p:nvPr/>
          </p:nvSpPr>
          <p:spPr>
            <a:xfrm>
              <a:off x="5292080" y="3522608"/>
              <a:ext cx="1296144" cy="1296144"/>
            </a:xfrm>
            <a:prstGeom prst="arc">
              <a:avLst>
                <a:gd name="adj1" fmla="val 20018351"/>
                <a:gd name="adj2" fmla="val 21169866"/>
              </a:avLst>
            </a:prstGeom>
            <a:ln w="19050">
              <a:headEnd type="stealth" w="med" len="lg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ZoneTexte 61">
                  <a:extLst>
                    <a:ext uri="{FF2B5EF4-FFF2-40B4-BE49-F238E27FC236}">
                      <a16:creationId xmlns:a16="http://schemas.microsoft.com/office/drawing/2014/main" id="{8290612B-20F1-B3B6-394C-82B6A71166D9}"/>
                    </a:ext>
                  </a:extLst>
                </p:cNvPr>
                <p:cNvSpPr txBox="1"/>
                <p:nvPr/>
              </p:nvSpPr>
              <p:spPr>
                <a:xfrm>
                  <a:off x="6595181" y="4010755"/>
                  <a:ext cx="41242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28" name="ZoneTexte 1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5181" y="4010755"/>
                  <a:ext cx="412421" cy="276999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D610CC1D-3120-3AE0-E2DF-818BBA400C85}"/>
                    </a:ext>
                  </a:extLst>
                </p:cNvPr>
                <p:cNvSpPr txBox="1"/>
                <p:nvPr/>
              </p:nvSpPr>
              <p:spPr>
                <a:xfrm>
                  <a:off x="5733941" y="3152282"/>
                  <a:ext cx="41402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29" name="ZoneTexte 1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3941" y="3152282"/>
                  <a:ext cx="414023" cy="276999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ZoneTexte 63">
                  <a:extLst>
                    <a:ext uri="{FF2B5EF4-FFF2-40B4-BE49-F238E27FC236}">
                      <a16:creationId xmlns:a16="http://schemas.microsoft.com/office/drawing/2014/main" id="{7DF9D2B1-C0BC-D7C4-7387-0DA6A3D7CDAF}"/>
                    </a:ext>
                  </a:extLst>
                </p:cNvPr>
                <p:cNvSpPr txBox="1"/>
                <p:nvPr/>
              </p:nvSpPr>
              <p:spPr>
                <a:xfrm>
                  <a:off x="6435685" y="3548045"/>
                  <a:ext cx="36875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30" name="ZoneTexte 1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5685" y="3548045"/>
                  <a:ext cx="368754" cy="276999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ZoneTexte 64">
                  <a:extLst>
                    <a:ext uri="{FF2B5EF4-FFF2-40B4-BE49-F238E27FC236}">
                      <a16:creationId xmlns:a16="http://schemas.microsoft.com/office/drawing/2014/main" id="{00A96ED7-FA7A-FBB4-357A-306F00DF5EE4}"/>
                    </a:ext>
                  </a:extLst>
                </p:cNvPr>
                <p:cNvSpPr txBox="1"/>
                <p:nvPr/>
              </p:nvSpPr>
              <p:spPr>
                <a:xfrm>
                  <a:off x="5262233" y="3356339"/>
                  <a:ext cx="3703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31" name="ZoneTexte 1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2233" y="3356339"/>
                  <a:ext cx="370358" cy="276999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ZoneTexte 65">
                  <a:extLst>
                    <a:ext uri="{FF2B5EF4-FFF2-40B4-BE49-F238E27FC236}">
                      <a16:creationId xmlns:a16="http://schemas.microsoft.com/office/drawing/2014/main" id="{B5756996-52D1-4F5C-513D-EB4585294D3A}"/>
                    </a:ext>
                  </a:extLst>
                </p:cNvPr>
                <p:cNvSpPr txBox="1"/>
                <p:nvPr/>
              </p:nvSpPr>
              <p:spPr>
                <a:xfrm>
                  <a:off x="6531285" y="3829601"/>
                  <a:ext cx="31758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𝛽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32" name="ZoneTexte 1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1285" y="3829601"/>
                  <a:ext cx="317587" cy="276999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5888A864-F829-78F2-6316-A9F5CAE7F9E8}"/>
                    </a:ext>
                  </a:extLst>
                </p:cNvPr>
                <p:cNvSpPr txBox="1"/>
                <p:nvPr/>
              </p:nvSpPr>
              <p:spPr>
                <a:xfrm>
                  <a:off x="5759440" y="4256870"/>
                  <a:ext cx="40209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33" name="ZoneTexte 1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9440" y="4256870"/>
                  <a:ext cx="402098" cy="276999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A606DE65-1CF5-1AB2-E527-C51B94980D5D}"/>
                </a:ext>
              </a:extLst>
            </p:cNvPr>
            <p:cNvSpPr/>
            <p:nvPr/>
          </p:nvSpPr>
          <p:spPr>
            <a:xfrm>
              <a:off x="5853398" y="4069873"/>
              <a:ext cx="158762" cy="15876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880A71D6-9CF7-F15C-8F20-C2F01D15ED53}"/>
                </a:ext>
              </a:extLst>
            </p:cNvPr>
            <p:cNvSpPr/>
            <p:nvPr/>
          </p:nvSpPr>
          <p:spPr>
            <a:xfrm flipV="1">
              <a:off x="5905779" y="4122254"/>
              <a:ext cx="54000" cy="540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E299FF81-C7D5-84BF-2634-BA35DD4D6FA2}"/>
              </a:ext>
            </a:extLst>
          </p:cNvPr>
          <p:cNvGrpSpPr/>
          <p:nvPr/>
        </p:nvGrpSpPr>
        <p:grpSpPr>
          <a:xfrm>
            <a:off x="4720843" y="3369331"/>
            <a:ext cx="1745369" cy="1666470"/>
            <a:chOff x="5262233" y="3152282"/>
            <a:chExt cx="1745369" cy="1666470"/>
          </a:xfrm>
        </p:grpSpPr>
        <p:grpSp>
          <p:nvGrpSpPr>
            <p:cNvPr id="75" name="Groupe 74">
              <a:extLst>
                <a:ext uri="{FF2B5EF4-FFF2-40B4-BE49-F238E27FC236}">
                  <a16:creationId xmlns:a16="http://schemas.microsoft.com/office/drawing/2014/main" id="{3172EB0C-538B-1D06-295E-C31D8EC32C6F}"/>
                </a:ext>
              </a:extLst>
            </p:cNvPr>
            <p:cNvGrpSpPr/>
            <p:nvPr/>
          </p:nvGrpSpPr>
          <p:grpSpPr>
            <a:xfrm>
              <a:off x="5940152" y="3401722"/>
              <a:ext cx="749927" cy="749927"/>
              <a:chOff x="5294563" y="3372196"/>
              <a:chExt cx="749927" cy="749927"/>
            </a:xfrm>
          </p:grpSpPr>
          <p:cxnSp>
            <p:nvCxnSpPr>
              <p:cNvPr id="88" name="Connecteur droit avec flèche 87">
                <a:extLst>
                  <a:ext uri="{FF2B5EF4-FFF2-40B4-BE49-F238E27FC236}">
                    <a16:creationId xmlns:a16="http://schemas.microsoft.com/office/drawing/2014/main" id="{EDBB5B8B-5B9F-0EDC-80C9-889CEBA5291A}"/>
                  </a:ext>
                </a:extLst>
              </p:cNvPr>
              <p:cNvCxnSpPr/>
              <p:nvPr/>
            </p:nvCxnSpPr>
            <p:spPr>
              <a:xfrm>
                <a:off x="5294563" y="4119730"/>
                <a:ext cx="74992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Connecteur droit avec flèche 88">
                <a:extLst>
                  <a:ext uri="{FF2B5EF4-FFF2-40B4-BE49-F238E27FC236}">
                    <a16:creationId xmlns:a16="http://schemas.microsoft.com/office/drawing/2014/main" id="{979B216F-2403-B5C8-61E1-53EBB55F4462}"/>
                  </a:ext>
                </a:extLst>
              </p:cNvPr>
              <p:cNvCxnSpPr/>
              <p:nvPr/>
            </p:nvCxnSpPr>
            <p:spPr>
              <a:xfrm rot="16200000">
                <a:off x="4919600" y="3747160"/>
                <a:ext cx="74992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Groupe 75">
              <a:extLst>
                <a:ext uri="{FF2B5EF4-FFF2-40B4-BE49-F238E27FC236}">
                  <a16:creationId xmlns:a16="http://schemas.microsoft.com/office/drawing/2014/main" id="{F06270A8-3697-0E48-5054-7D8D5F0A222C}"/>
                </a:ext>
              </a:extLst>
            </p:cNvPr>
            <p:cNvGrpSpPr/>
            <p:nvPr/>
          </p:nvGrpSpPr>
          <p:grpSpPr>
            <a:xfrm rot="19800000">
              <a:off x="5709204" y="3270482"/>
              <a:ext cx="749927" cy="749927"/>
              <a:chOff x="5294563" y="3372196"/>
              <a:chExt cx="749927" cy="749927"/>
            </a:xfrm>
          </p:grpSpPr>
          <p:cxnSp>
            <p:nvCxnSpPr>
              <p:cNvPr id="86" name="Connecteur droit avec flèche 85">
                <a:extLst>
                  <a:ext uri="{FF2B5EF4-FFF2-40B4-BE49-F238E27FC236}">
                    <a16:creationId xmlns:a16="http://schemas.microsoft.com/office/drawing/2014/main" id="{B5A98948-8066-B660-82C3-BC29FCD1D72C}"/>
                  </a:ext>
                </a:extLst>
              </p:cNvPr>
              <p:cNvCxnSpPr/>
              <p:nvPr/>
            </p:nvCxnSpPr>
            <p:spPr>
              <a:xfrm>
                <a:off x="5294563" y="4119730"/>
                <a:ext cx="749927" cy="0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Connecteur droit avec flèche 86">
                <a:extLst>
                  <a:ext uri="{FF2B5EF4-FFF2-40B4-BE49-F238E27FC236}">
                    <a16:creationId xmlns:a16="http://schemas.microsoft.com/office/drawing/2014/main" id="{6C86933F-BE4A-BC1C-3B85-407270322E94}"/>
                  </a:ext>
                </a:extLst>
              </p:cNvPr>
              <p:cNvCxnSpPr/>
              <p:nvPr/>
            </p:nvCxnSpPr>
            <p:spPr>
              <a:xfrm rot="16200000">
                <a:off x="4919600" y="3747160"/>
                <a:ext cx="749927" cy="0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EA0869A1-DDE8-BA0F-2CF2-BA03C014B366}"/>
                </a:ext>
              </a:extLst>
            </p:cNvPr>
            <p:cNvSpPr/>
            <p:nvPr/>
          </p:nvSpPr>
          <p:spPr>
            <a:xfrm>
              <a:off x="5292080" y="3522608"/>
              <a:ext cx="1296144" cy="1296144"/>
            </a:xfrm>
            <a:prstGeom prst="arc">
              <a:avLst>
                <a:gd name="adj1" fmla="val 20018351"/>
                <a:gd name="adj2" fmla="val 21169866"/>
              </a:avLst>
            </a:prstGeom>
            <a:ln w="19050">
              <a:headEnd type="stealth" w="med" len="lg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ZoneTexte 77">
                  <a:extLst>
                    <a:ext uri="{FF2B5EF4-FFF2-40B4-BE49-F238E27FC236}">
                      <a16:creationId xmlns:a16="http://schemas.microsoft.com/office/drawing/2014/main" id="{F4A4B356-4DF8-88D3-F99A-9054DB403EEC}"/>
                    </a:ext>
                  </a:extLst>
                </p:cNvPr>
                <p:cNvSpPr txBox="1"/>
                <p:nvPr/>
              </p:nvSpPr>
              <p:spPr>
                <a:xfrm>
                  <a:off x="6595181" y="4010755"/>
                  <a:ext cx="41242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41" name="ZoneTexte 1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5181" y="4010755"/>
                  <a:ext cx="412421" cy="276999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ZoneTexte 78">
                  <a:extLst>
                    <a:ext uri="{FF2B5EF4-FFF2-40B4-BE49-F238E27FC236}">
                      <a16:creationId xmlns:a16="http://schemas.microsoft.com/office/drawing/2014/main" id="{3F3BCBEB-5C12-BC72-0CED-80C63D6DB4F9}"/>
                    </a:ext>
                  </a:extLst>
                </p:cNvPr>
                <p:cNvSpPr txBox="1"/>
                <p:nvPr/>
              </p:nvSpPr>
              <p:spPr>
                <a:xfrm>
                  <a:off x="5733941" y="3152282"/>
                  <a:ext cx="41402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42" name="ZoneTexte 1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3941" y="3152282"/>
                  <a:ext cx="414023" cy="276999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ZoneTexte 79">
                  <a:extLst>
                    <a:ext uri="{FF2B5EF4-FFF2-40B4-BE49-F238E27FC236}">
                      <a16:creationId xmlns:a16="http://schemas.microsoft.com/office/drawing/2014/main" id="{CD9B81F7-25A9-558D-3F5F-5DD92EF98718}"/>
                    </a:ext>
                  </a:extLst>
                </p:cNvPr>
                <p:cNvSpPr txBox="1"/>
                <p:nvPr/>
              </p:nvSpPr>
              <p:spPr>
                <a:xfrm>
                  <a:off x="6435685" y="3548045"/>
                  <a:ext cx="3723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43" name="ZoneTexte 1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5685" y="3548045"/>
                  <a:ext cx="372345" cy="276999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ZoneTexte 80">
                  <a:extLst>
                    <a:ext uri="{FF2B5EF4-FFF2-40B4-BE49-F238E27FC236}">
                      <a16:creationId xmlns:a16="http://schemas.microsoft.com/office/drawing/2014/main" id="{A0DA5AC5-F333-77D7-102D-CAD27572109C}"/>
                    </a:ext>
                  </a:extLst>
                </p:cNvPr>
                <p:cNvSpPr txBox="1"/>
                <p:nvPr/>
              </p:nvSpPr>
              <p:spPr>
                <a:xfrm>
                  <a:off x="5262233" y="3356339"/>
                  <a:ext cx="36734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44" name="ZoneTexte 1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2233" y="3356339"/>
                  <a:ext cx="367344" cy="276999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ZoneTexte 81">
                  <a:extLst>
                    <a:ext uri="{FF2B5EF4-FFF2-40B4-BE49-F238E27FC236}">
                      <a16:creationId xmlns:a16="http://schemas.microsoft.com/office/drawing/2014/main" id="{C46581E2-0087-598A-CDC6-8145666DE306}"/>
                    </a:ext>
                  </a:extLst>
                </p:cNvPr>
                <p:cNvSpPr txBox="1"/>
                <p:nvPr/>
              </p:nvSpPr>
              <p:spPr>
                <a:xfrm>
                  <a:off x="6531285" y="3829601"/>
                  <a:ext cx="34657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𝜃</m:t>
                        </m:r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45" name="ZoneTexte 1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1285" y="3829601"/>
                  <a:ext cx="346570" cy="276999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ZoneTexte 82">
                  <a:extLst>
                    <a:ext uri="{FF2B5EF4-FFF2-40B4-BE49-F238E27FC236}">
                      <a16:creationId xmlns:a16="http://schemas.microsoft.com/office/drawing/2014/main" id="{D79FDD74-13B0-B0FA-1206-631293E152EF}"/>
                    </a:ext>
                  </a:extLst>
                </p:cNvPr>
                <p:cNvSpPr txBox="1"/>
                <p:nvPr/>
              </p:nvSpPr>
              <p:spPr>
                <a:xfrm>
                  <a:off x="5759440" y="4256870"/>
                  <a:ext cx="40209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46" name="ZoneTexte 1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9440" y="4256870"/>
                  <a:ext cx="402098" cy="276999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2166D6D7-9735-4A19-5EFA-FCFBF8417D01}"/>
                </a:ext>
              </a:extLst>
            </p:cNvPr>
            <p:cNvSpPr/>
            <p:nvPr/>
          </p:nvSpPr>
          <p:spPr>
            <a:xfrm>
              <a:off x="5853398" y="4069873"/>
              <a:ext cx="158762" cy="15876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67011553-0D15-628D-F41A-F694874E2DB3}"/>
                </a:ext>
              </a:extLst>
            </p:cNvPr>
            <p:cNvSpPr/>
            <p:nvPr/>
          </p:nvSpPr>
          <p:spPr>
            <a:xfrm flipV="1">
              <a:off x="5905779" y="4122254"/>
              <a:ext cx="54000" cy="540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38" name="Groupe 137">
            <a:extLst>
              <a:ext uri="{FF2B5EF4-FFF2-40B4-BE49-F238E27FC236}">
                <a16:creationId xmlns:a16="http://schemas.microsoft.com/office/drawing/2014/main" id="{4732884E-12F2-735C-2F9A-E05707DD4DB2}"/>
              </a:ext>
            </a:extLst>
          </p:cNvPr>
          <p:cNvGrpSpPr/>
          <p:nvPr/>
        </p:nvGrpSpPr>
        <p:grpSpPr>
          <a:xfrm>
            <a:off x="-165908" y="1447512"/>
            <a:ext cx="5527681" cy="5122785"/>
            <a:chOff x="-165908" y="1447512"/>
            <a:chExt cx="5527681" cy="5122785"/>
          </a:xfrm>
        </p:grpSpPr>
        <p:sp>
          <p:nvSpPr>
            <p:cNvPr id="4" name="Forme libre 17">
              <a:extLst>
                <a:ext uri="{FF2B5EF4-FFF2-40B4-BE49-F238E27FC236}">
                  <a16:creationId xmlns:a16="http://schemas.microsoft.com/office/drawing/2014/main" id="{7B4B5531-9797-BCA6-1548-C5B31CFBB8F9}"/>
                </a:ext>
              </a:extLst>
            </p:cNvPr>
            <p:cNvSpPr/>
            <p:nvPr/>
          </p:nvSpPr>
          <p:spPr>
            <a:xfrm>
              <a:off x="558800" y="5618480"/>
              <a:ext cx="998220" cy="147567"/>
            </a:xfrm>
            <a:custGeom>
              <a:avLst/>
              <a:gdLst>
                <a:gd name="connsiteX0" fmla="*/ 0 w 998220"/>
                <a:gd name="connsiteY0" fmla="*/ 7620 h 147567"/>
                <a:gd name="connsiteX1" fmla="*/ 220980 w 998220"/>
                <a:gd name="connsiteY1" fmla="*/ 144780 h 147567"/>
                <a:gd name="connsiteX2" fmla="*/ 457200 w 998220"/>
                <a:gd name="connsiteY2" fmla="*/ 99060 h 147567"/>
                <a:gd name="connsiteX3" fmla="*/ 807720 w 998220"/>
                <a:gd name="connsiteY3" fmla="*/ 144780 h 147567"/>
                <a:gd name="connsiteX4" fmla="*/ 998220 w 998220"/>
                <a:gd name="connsiteY4" fmla="*/ 0 h 147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20" h="147567">
                  <a:moveTo>
                    <a:pt x="0" y="7620"/>
                  </a:moveTo>
                  <a:cubicBezTo>
                    <a:pt x="72390" y="68580"/>
                    <a:pt x="144780" y="129540"/>
                    <a:pt x="220980" y="144780"/>
                  </a:cubicBezTo>
                  <a:cubicBezTo>
                    <a:pt x="297180" y="160020"/>
                    <a:pt x="359410" y="99060"/>
                    <a:pt x="457200" y="99060"/>
                  </a:cubicBezTo>
                  <a:cubicBezTo>
                    <a:pt x="554990" y="99060"/>
                    <a:pt x="717550" y="161290"/>
                    <a:pt x="807720" y="144780"/>
                  </a:cubicBezTo>
                  <a:cubicBezTo>
                    <a:pt x="897890" y="128270"/>
                    <a:pt x="948055" y="64135"/>
                    <a:pt x="998220" y="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Arc 4">
              <a:extLst>
                <a:ext uri="{FF2B5EF4-FFF2-40B4-BE49-F238E27FC236}">
                  <a16:creationId xmlns:a16="http://schemas.microsoft.com/office/drawing/2014/main" id="{D4F11B45-237A-6656-AF14-85D5E26D887F}"/>
                </a:ext>
              </a:extLst>
            </p:cNvPr>
            <p:cNvSpPr/>
            <p:nvPr/>
          </p:nvSpPr>
          <p:spPr>
            <a:xfrm>
              <a:off x="75980" y="3370477"/>
              <a:ext cx="3199820" cy="3199820"/>
            </a:xfrm>
            <a:prstGeom prst="arc">
              <a:avLst>
                <a:gd name="adj1" fmla="val 15985282"/>
                <a:gd name="adj2" fmla="val 20640091"/>
              </a:avLst>
            </a:prstGeom>
            <a:ln w="9525">
              <a:solidFill>
                <a:srgbClr val="7030A0"/>
              </a:solidFill>
              <a:prstDash val="lgDashDot"/>
              <a:headEnd type="none" w="med" len="lg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AB669280-5138-5CFC-8717-494896030678}"/>
                </a:ext>
              </a:extLst>
            </p:cNvPr>
            <p:cNvCxnSpPr/>
            <p:nvPr/>
          </p:nvCxnSpPr>
          <p:spPr>
            <a:xfrm flipV="1">
              <a:off x="340956" y="2649220"/>
              <a:ext cx="872735" cy="7293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avec flèche 6">
              <a:extLst>
                <a:ext uri="{FF2B5EF4-FFF2-40B4-BE49-F238E27FC236}">
                  <a16:creationId xmlns:a16="http://schemas.microsoft.com/office/drawing/2014/main" id="{B5886C24-5CDE-D61D-9248-BB2574A0F7AB}"/>
                </a:ext>
              </a:extLst>
            </p:cNvPr>
            <p:cNvCxnSpPr/>
            <p:nvPr/>
          </p:nvCxnSpPr>
          <p:spPr>
            <a:xfrm>
              <a:off x="340956" y="3369331"/>
              <a:ext cx="1759207" cy="21051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id="{25F15DF3-E872-7F8E-E70A-0525C9E97858}"/>
                </a:ext>
              </a:extLst>
            </p:cNvPr>
            <p:cNvCxnSpPr>
              <a:stCxn id="12" idx="7"/>
            </p:cNvCxnSpPr>
            <p:nvPr/>
          </p:nvCxnSpPr>
          <p:spPr>
            <a:xfrm flipV="1">
              <a:off x="1778895" y="1586012"/>
              <a:ext cx="3210533" cy="3282541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avec flèche 8">
              <a:extLst>
                <a:ext uri="{FF2B5EF4-FFF2-40B4-BE49-F238E27FC236}">
                  <a16:creationId xmlns:a16="http://schemas.microsoft.com/office/drawing/2014/main" id="{96A184B2-35C0-5720-2187-6ED1E2A411D5}"/>
                </a:ext>
              </a:extLst>
            </p:cNvPr>
            <p:cNvCxnSpPr/>
            <p:nvPr/>
          </p:nvCxnSpPr>
          <p:spPr>
            <a:xfrm>
              <a:off x="340956" y="3386216"/>
              <a:ext cx="3208312" cy="60795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64F0D37A-0B9D-18EF-4EFF-2B1C8D8C8792}"/>
                </a:ext>
              </a:extLst>
            </p:cNvPr>
            <p:cNvCxnSpPr/>
            <p:nvPr/>
          </p:nvCxnSpPr>
          <p:spPr>
            <a:xfrm flipH="1">
              <a:off x="2820033" y="3538616"/>
              <a:ext cx="32219" cy="171575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6C9D9B50-1617-455A-0D32-C1D142756C0C}"/>
                </a:ext>
              </a:extLst>
            </p:cNvPr>
            <p:cNvCxnSpPr/>
            <p:nvPr/>
          </p:nvCxnSpPr>
          <p:spPr>
            <a:xfrm flipH="1">
              <a:off x="1994989" y="3386216"/>
              <a:ext cx="32219" cy="171575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64F9577C-6201-6A49-C58F-786D848491F4}"/>
                </a:ext>
              </a:extLst>
            </p:cNvPr>
            <p:cNvSpPr/>
            <p:nvPr/>
          </p:nvSpPr>
          <p:spPr>
            <a:xfrm>
              <a:off x="1533044" y="4826372"/>
              <a:ext cx="288032" cy="2880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ED56209C-D97F-8BCB-9D20-738AD913A7B8}"/>
                </a:ext>
              </a:extLst>
            </p:cNvPr>
            <p:cNvCxnSpPr>
              <a:stCxn id="25" idx="4"/>
            </p:cNvCxnSpPr>
            <p:nvPr/>
          </p:nvCxnSpPr>
          <p:spPr>
            <a:xfrm>
              <a:off x="340956" y="3530228"/>
              <a:ext cx="0" cy="20882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0CE38E41-F489-8C06-E658-B0C2EA74E0E2}"/>
                </a:ext>
              </a:extLst>
            </p:cNvPr>
            <p:cNvCxnSpPr>
              <a:endCxn id="12" idx="4"/>
            </p:cNvCxnSpPr>
            <p:nvPr/>
          </p:nvCxnSpPr>
          <p:spPr>
            <a:xfrm flipV="1">
              <a:off x="1677060" y="5114404"/>
              <a:ext cx="0" cy="5040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EB360549-3691-EA10-97F1-BE2C78EAAFEB}"/>
                </a:ext>
              </a:extLst>
            </p:cNvPr>
            <p:cNvCxnSpPr/>
            <p:nvPr/>
          </p:nvCxnSpPr>
          <p:spPr>
            <a:xfrm flipH="1">
              <a:off x="340956" y="5618460"/>
              <a:ext cx="133610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273F8275-B4A9-7B5C-81DE-097791CD4293}"/>
                </a:ext>
              </a:extLst>
            </p:cNvPr>
            <p:cNvCxnSpPr/>
            <p:nvPr/>
          </p:nvCxnSpPr>
          <p:spPr>
            <a:xfrm>
              <a:off x="537671" y="3422098"/>
              <a:ext cx="1152128" cy="216435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6A381556-09EF-FEBE-E177-D2B3CBE2975D}"/>
                </a:ext>
              </a:extLst>
            </p:cNvPr>
            <p:cNvCxnSpPr>
              <a:stCxn id="34" idx="2"/>
              <a:endCxn id="12" idx="7"/>
            </p:cNvCxnSpPr>
            <p:nvPr/>
          </p:nvCxnSpPr>
          <p:spPr>
            <a:xfrm flipH="1">
              <a:off x="1778895" y="2445572"/>
              <a:ext cx="2388598" cy="2422981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3AFBC5C5-597A-421D-95D3-E57261D90BE6}"/>
                </a:ext>
              </a:extLst>
            </p:cNvPr>
            <p:cNvSpPr/>
            <p:nvPr/>
          </p:nvSpPr>
          <p:spPr>
            <a:xfrm>
              <a:off x="2641942" y="3706143"/>
              <a:ext cx="288032" cy="2880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6328BD1-238A-22AB-A99C-D645748DB668}"/>
                </a:ext>
              </a:extLst>
            </p:cNvPr>
            <p:cNvSpPr/>
            <p:nvPr/>
          </p:nvSpPr>
          <p:spPr>
            <a:xfrm rot="647236">
              <a:off x="719766" y="3366786"/>
              <a:ext cx="576000" cy="28800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B4A54694-A6F3-32FB-6D94-ABB1C4A0D830}"/>
                </a:ext>
              </a:extLst>
            </p:cNvPr>
            <p:cNvCxnSpPr/>
            <p:nvPr/>
          </p:nvCxnSpPr>
          <p:spPr>
            <a:xfrm>
              <a:off x="409264" y="3088948"/>
              <a:ext cx="669043" cy="125684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635FFAAA-F8D8-AF09-0098-372B7D51EB05}"/>
                </a:ext>
              </a:extLst>
            </p:cNvPr>
            <p:cNvCxnSpPr>
              <a:endCxn id="19" idx="0"/>
            </p:cNvCxnSpPr>
            <p:nvPr/>
          </p:nvCxnSpPr>
          <p:spPr>
            <a:xfrm flipH="1">
              <a:off x="1034717" y="3197756"/>
              <a:ext cx="32219" cy="171575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6FE5B111-9011-82CE-F01D-679CCBBC8AD8}"/>
                </a:ext>
              </a:extLst>
            </p:cNvPr>
            <p:cNvCxnSpPr/>
            <p:nvPr/>
          </p:nvCxnSpPr>
          <p:spPr>
            <a:xfrm flipH="1">
              <a:off x="650091" y="3315427"/>
              <a:ext cx="50687" cy="269928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C48F8B1A-A6E1-66CF-82B0-D23F1707BF56}"/>
                </a:ext>
              </a:extLst>
            </p:cNvPr>
            <p:cNvCxnSpPr/>
            <p:nvPr/>
          </p:nvCxnSpPr>
          <p:spPr>
            <a:xfrm flipH="1">
              <a:off x="1311649" y="3447103"/>
              <a:ext cx="50687" cy="269928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8D019764-D156-F089-7C30-F48D4150280B}"/>
                </a:ext>
              </a:extLst>
            </p:cNvPr>
            <p:cNvCxnSpPr/>
            <p:nvPr/>
          </p:nvCxnSpPr>
          <p:spPr>
            <a:xfrm flipH="1">
              <a:off x="378032" y="3075872"/>
              <a:ext cx="31232" cy="166324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487F4830-1B38-BC0B-8316-E2BADC7BA4FA}"/>
                </a:ext>
              </a:extLst>
            </p:cNvPr>
            <p:cNvSpPr/>
            <p:nvPr/>
          </p:nvSpPr>
          <p:spPr>
            <a:xfrm>
              <a:off x="196940" y="3242196"/>
              <a:ext cx="288032" cy="2880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2FD8CA8E-9505-ED08-EC68-6ED41C869DDB}"/>
                </a:ext>
              </a:extLst>
            </p:cNvPr>
            <p:cNvCxnSpPr/>
            <p:nvPr/>
          </p:nvCxnSpPr>
          <p:spPr>
            <a:xfrm>
              <a:off x="2027208" y="3383990"/>
              <a:ext cx="825044" cy="15499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EE2FCB79-B9DE-5AFF-3F39-B8E61AB8E4AB}"/>
                </a:ext>
              </a:extLst>
            </p:cNvPr>
            <p:cNvGrpSpPr/>
            <p:nvPr/>
          </p:nvGrpSpPr>
          <p:grpSpPr>
            <a:xfrm rot="604479">
              <a:off x="1682979" y="3565422"/>
              <a:ext cx="576000" cy="288000"/>
              <a:chOff x="2811353" y="2007187"/>
              <a:chExt cx="576000" cy="288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6D372AF-BEB6-5386-06A1-AA20E4CDFA30}"/>
                  </a:ext>
                </a:extLst>
              </p:cNvPr>
              <p:cNvSpPr/>
              <p:nvPr/>
            </p:nvSpPr>
            <p:spPr>
              <a:xfrm>
                <a:off x="2811353" y="2007187"/>
                <a:ext cx="576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76BB78C0-3EE1-59BF-08E3-2967511EF4F9}"/>
                  </a:ext>
                </a:extLst>
              </p:cNvPr>
              <p:cNvSpPr/>
              <p:nvPr/>
            </p:nvSpPr>
            <p:spPr>
              <a:xfrm>
                <a:off x="2811353" y="2079187"/>
                <a:ext cx="144000" cy="144000"/>
              </a:xfrm>
              <a:prstGeom prst="arc">
                <a:avLst>
                  <a:gd name="adj1" fmla="val 10925641"/>
                  <a:gd name="adj2" fmla="val 0"/>
                </a:avLst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>
                  <a:ln w="285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EB65ED79-1F81-3D00-30F4-59A28B7E6D2C}"/>
                  </a:ext>
                </a:extLst>
              </p:cNvPr>
              <p:cNvSpPr/>
              <p:nvPr/>
            </p:nvSpPr>
            <p:spPr>
              <a:xfrm rot="10800000">
                <a:off x="2955353" y="2079187"/>
                <a:ext cx="144000" cy="144000"/>
              </a:xfrm>
              <a:prstGeom prst="arc">
                <a:avLst>
                  <a:gd name="adj1" fmla="val 10925641"/>
                  <a:gd name="adj2" fmla="val 0"/>
                </a:avLst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>
                  <a:ln w="285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1" name="Arc 30">
                <a:extLst>
                  <a:ext uri="{FF2B5EF4-FFF2-40B4-BE49-F238E27FC236}">
                    <a16:creationId xmlns:a16="http://schemas.microsoft.com/office/drawing/2014/main" id="{12147B5A-3EF0-6E41-B357-01C091596F26}"/>
                  </a:ext>
                </a:extLst>
              </p:cNvPr>
              <p:cNvSpPr/>
              <p:nvPr/>
            </p:nvSpPr>
            <p:spPr>
              <a:xfrm>
                <a:off x="3099353" y="2079188"/>
                <a:ext cx="144000" cy="144000"/>
              </a:xfrm>
              <a:prstGeom prst="arc">
                <a:avLst>
                  <a:gd name="adj1" fmla="val 10087325"/>
                  <a:gd name="adj2" fmla="val 0"/>
                </a:avLst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>
                  <a:ln w="285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2" name="Arc 31">
                <a:extLst>
                  <a:ext uri="{FF2B5EF4-FFF2-40B4-BE49-F238E27FC236}">
                    <a16:creationId xmlns:a16="http://schemas.microsoft.com/office/drawing/2014/main" id="{730BDC26-4BD9-938A-C2F9-4935372D2318}"/>
                  </a:ext>
                </a:extLst>
              </p:cNvPr>
              <p:cNvSpPr/>
              <p:nvPr/>
            </p:nvSpPr>
            <p:spPr>
              <a:xfrm rot="10800000">
                <a:off x="3243353" y="2079188"/>
                <a:ext cx="144000" cy="144000"/>
              </a:xfrm>
              <a:prstGeom prst="arc">
                <a:avLst>
                  <a:gd name="adj1" fmla="val 10925641"/>
                  <a:gd name="adj2" fmla="val 0"/>
                </a:avLst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>
                  <a:ln w="28575">
                    <a:solidFill>
                      <a:schemeClr val="tx1"/>
                    </a:solidFill>
                  </a:ln>
                </a:endParaRPr>
              </a:p>
            </p:txBody>
          </p:sp>
        </p:grpSp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6A974C89-4AB5-AE9C-2ADB-61FF7041F9E8}"/>
                </a:ext>
              </a:extLst>
            </p:cNvPr>
            <p:cNvCxnSpPr/>
            <p:nvPr/>
          </p:nvCxnSpPr>
          <p:spPr>
            <a:xfrm>
              <a:off x="2267133" y="3754969"/>
              <a:ext cx="134963" cy="25343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D0930C3-1F27-A8FF-2B21-2AACC2D26056}"/>
                </a:ext>
              </a:extLst>
            </p:cNvPr>
            <p:cNvSpPr/>
            <p:nvPr/>
          </p:nvSpPr>
          <p:spPr>
            <a:xfrm rot="2700000">
              <a:off x="3981316" y="2199749"/>
              <a:ext cx="576000" cy="288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0C86C158-BE97-B29C-F159-AD01E81F21DD}"/>
                    </a:ext>
                  </a:extLst>
                </p:cNvPr>
                <p:cNvSpPr txBox="1"/>
                <p:nvPr/>
              </p:nvSpPr>
              <p:spPr>
                <a:xfrm>
                  <a:off x="-156619" y="3247716"/>
                  <a:ext cx="31919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𝐴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36E2DB71-7CBB-1AE9-4304-487192E109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56619" y="3247716"/>
                  <a:ext cx="319190" cy="276999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ZoneTexte 35">
                  <a:extLst>
                    <a:ext uri="{FF2B5EF4-FFF2-40B4-BE49-F238E27FC236}">
                      <a16:creationId xmlns:a16="http://schemas.microsoft.com/office/drawing/2014/main" id="{DB9D1D72-A12B-63AE-6F27-D0D2D20B5C08}"/>
                    </a:ext>
                  </a:extLst>
                </p:cNvPr>
                <p:cNvSpPr txBox="1"/>
                <p:nvPr/>
              </p:nvSpPr>
              <p:spPr>
                <a:xfrm>
                  <a:off x="794545" y="3663723"/>
                  <a:ext cx="32502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𝐵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36" name="ZoneTexte 35">
                  <a:extLst>
                    <a:ext uri="{FF2B5EF4-FFF2-40B4-BE49-F238E27FC236}">
                      <a16:creationId xmlns:a16="http://schemas.microsoft.com/office/drawing/2014/main" id="{A5324070-F84C-FB18-8508-E19B88D3BF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545" y="3663723"/>
                  <a:ext cx="325024" cy="27699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ZoneTexte 36">
                  <a:extLst>
                    <a:ext uri="{FF2B5EF4-FFF2-40B4-BE49-F238E27FC236}">
                      <a16:creationId xmlns:a16="http://schemas.microsoft.com/office/drawing/2014/main" id="{DA24E14F-9ED5-00B6-691E-036487087FDE}"/>
                    </a:ext>
                  </a:extLst>
                </p:cNvPr>
                <p:cNvSpPr txBox="1"/>
                <p:nvPr/>
              </p:nvSpPr>
              <p:spPr>
                <a:xfrm>
                  <a:off x="2957764" y="3685146"/>
                  <a:ext cx="3180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𝐶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37" name="ZoneTexte 36">
                  <a:extLst>
                    <a:ext uri="{FF2B5EF4-FFF2-40B4-BE49-F238E27FC236}">
                      <a16:creationId xmlns:a16="http://schemas.microsoft.com/office/drawing/2014/main" id="{37734F40-727D-70E0-3BB4-73A5F80562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7764" y="3685146"/>
                  <a:ext cx="318036" cy="276999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ZoneTexte 37">
                  <a:extLst>
                    <a:ext uri="{FF2B5EF4-FFF2-40B4-BE49-F238E27FC236}">
                      <a16:creationId xmlns:a16="http://schemas.microsoft.com/office/drawing/2014/main" id="{760195DB-90FD-C1E0-CA8D-7FF549714F3B}"/>
                    </a:ext>
                  </a:extLst>
                </p:cNvPr>
                <p:cNvSpPr txBox="1"/>
                <p:nvPr/>
              </p:nvSpPr>
              <p:spPr>
                <a:xfrm>
                  <a:off x="1497119" y="4548217"/>
                  <a:ext cx="33021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𝐷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38" name="ZoneTexte 37">
                  <a:extLst>
                    <a:ext uri="{FF2B5EF4-FFF2-40B4-BE49-F238E27FC236}">
                      <a16:creationId xmlns:a16="http://schemas.microsoft.com/office/drawing/2014/main" id="{D7F4F202-82F0-1120-329F-68E1DFFC32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7119" y="4548217"/>
                  <a:ext cx="330219" cy="276999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634B4DBE-F9BA-428F-AC28-C3AF5E1452A7}"/>
                </a:ext>
              </a:extLst>
            </p:cNvPr>
            <p:cNvSpPr/>
            <p:nvPr/>
          </p:nvSpPr>
          <p:spPr>
            <a:xfrm>
              <a:off x="-833" y="5330428"/>
              <a:ext cx="288032" cy="2880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6F2CECAF-C4E9-5E2F-3D8F-1239D3ED5BA4}"/>
                </a:ext>
              </a:extLst>
            </p:cNvPr>
            <p:cNvSpPr/>
            <p:nvPr/>
          </p:nvSpPr>
          <p:spPr>
            <a:xfrm>
              <a:off x="234016" y="2747659"/>
              <a:ext cx="288032" cy="2880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B1F84492-3154-0CC4-F9F7-AAA64964A283}"/>
                </a:ext>
              </a:extLst>
            </p:cNvPr>
            <p:cNvSpPr/>
            <p:nvPr/>
          </p:nvSpPr>
          <p:spPr>
            <a:xfrm>
              <a:off x="1379341" y="3212000"/>
              <a:ext cx="288032" cy="2880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dirty="0">
                  <a:solidFill>
                    <a:srgbClr val="0070C0"/>
                  </a:solidFill>
                </a:rPr>
                <a:t>2</a:t>
              </a:r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E2F8AEF0-6051-A5AC-6A44-359326A833BE}"/>
                </a:ext>
              </a:extLst>
            </p:cNvPr>
            <p:cNvSpPr/>
            <p:nvPr/>
          </p:nvSpPr>
          <p:spPr>
            <a:xfrm>
              <a:off x="2333628" y="3127424"/>
              <a:ext cx="288032" cy="2880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dirty="0">
                  <a:solidFill>
                    <a:srgbClr val="FFC000"/>
                  </a:solidFill>
                </a:rPr>
                <a:t>3</a:t>
              </a:r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94B3207E-A42A-5C7A-5FBB-13B9FFEA71CB}"/>
                </a:ext>
              </a:extLst>
            </p:cNvPr>
            <p:cNvSpPr/>
            <p:nvPr/>
          </p:nvSpPr>
          <p:spPr>
            <a:xfrm>
              <a:off x="3629990" y="3007774"/>
              <a:ext cx="288032" cy="2880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dirty="0">
                  <a:solidFill>
                    <a:srgbClr val="7030A0"/>
                  </a:solidFill>
                </a:rPr>
                <a:t>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ZoneTexte 43">
                  <a:extLst>
                    <a:ext uri="{FF2B5EF4-FFF2-40B4-BE49-F238E27FC236}">
                      <a16:creationId xmlns:a16="http://schemas.microsoft.com/office/drawing/2014/main" id="{76E1F364-AFFB-DB74-4099-5EF44DD2100A}"/>
                    </a:ext>
                  </a:extLst>
                </p:cNvPr>
                <p:cNvSpPr txBox="1"/>
                <p:nvPr/>
              </p:nvSpPr>
              <p:spPr>
                <a:xfrm>
                  <a:off x="3549268" y="3832306"/>
                  <a:ext cx="36875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44" name="ZoneTexte 43">
                  <a:extLst>
                    <a:ext uri="{FF2B5EF4-FFF2-40B4-BE49-F238E27FC236}">
                      <a16:creationId xmlns:a16="http://schemas.microsoft.com/office/drawing/2014/main" id="{627C1760-300F-5770-36F0-093D6E9CAC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9268" y="3832306"/>
                  <a:ext cx="368754" cy="276999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ZoneTexte 44">
                  <a:extLst>
                    <a:ext uri="{FF2B5EF4-FFF2-40B4-BE49-F238E27FC236}">
                      <a16:creationId xmlns:a16="http://schemas.microsoft.com/office/drawing/2014/main" id="{1ED16B10-4144-6BA9-0612-A0230BD459D5}"/>
                    </a:ext>
                  </a:extLst>
                </p:cNvPr>
                <p:cNvSpPr txBox="1"/>
                <p:nvPr/>
              </p:nvSpPr>
              <p:spPr>
                <a:xfrm>
                  <a:off x="4989428" y="1447512"/>
                  <a:ext cx="3723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45" name="ZoneTexte 44">
                  <a:extLst>
                    <a:ext uri="{FF2B5EF4-FFF2-40B4-BE49-F238E27FC236}">
                      <a16:creationId xmlns:a16="http://schemas.microsoft.com/office/drawing/2014/main" id="{EBAEE511-7DCF-A511-3FB0-7DCC502B5A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9428" y="1447512"/>
                  <a:ext cx="372345" cy="276999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0F6C2A80-6C2E-8E63-FF42-46F249FDC4ED}"/>
                    </a:ext>
                  </a:extLst>
                </p:cNvPr>
                <p:cNvSpPr txBox="1"/>
                <p:nvPr/>
              </p:nvSpPr>
              <p:spPr>
                <a:xfrm>
                  <a:off x="1998311" y="5479960"/>
                  <a:ext cx="41242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B2B15586-CFC4-BB40-49BD-D27FAF6CD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8311" y="5479960"/>
                  <a:ext cx="412421" cy="276999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ZoneTexte 46">
                  <a:extLst>
                    <a:ext uri="{FF2B5EF4-FFF2-40B4-BE49-F238E27FC236}">
                      <a16:creationId xmlns:a16="http://schemas.microsoft.com/office/drawing/2014/main" id="{51A36117-A8B9-D4D9-2A5F-47759DD980B3}"/>
                    </a:ext>
                  </a:extLst>
                </p:cNvPr>
                <p:cNvSpPr txBox="1"/>
                <p:nvPr/>
              </p:nvSpPr>
              <p:spPr>
                <a:xfrm>
                  <a:off x="1229170" y="2510720"/>
                  <a:ext cx="41402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2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47" name="ZoneTexte 46">
                  <a:extLst>
                    <a:ext uri="{FF2B5EF4-FFF2-40B4-BE49-F238E27FC236}">
                      <a16:creationId xmlns:a16="http://schemas.microsoft.com/office/drawing/2014/main" id="{DF7BB805-7D74-8B34-8ED0-BF314625F9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9170" y="2510720"/>
                  <a:ext cx="414023" cy="276999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Connecteur droit avec flèche 47">
              <a:extLst>
                <a:ext uri="{FF2B5EF4-FFF2-40B4-BE49-F238E27FC236}">
                  <a16:creationId xmlns:a16="http://schemas.microsoft.com/office/drawing/2014/main" id="{59198552-9E34-1746-1647-27F71013D0EA}"/>
                </a:ext>
              </a:extLst>
            </p:cNvPr>
            <p:cNvCxnSpPr>
              <a:stCxn id="12" idx="6"/>
            </p:cNvCxnSpPr>
            <p:nvPr/>
          </p:nvCxnSpPr>
          <p:spPr>
            <a:xfrm>
              <a:off x="1821076" y="4970388"/>
              <a:ext cx="63321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91F8490D-6128-8521-BB20-E1056982B76C}"/>
                    </a:ext>
                  </a:extLst>
                </p:cNvPr>
                <p:cNvSpPr txBox="1"/>
                <p:nvPr/>
              </p:nvSpPr>
              <p:spPr>
                <a:xfrm>
                  <a:off x="2477644" y="4826372"/>
                  <a:ext cx="3723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AE41D50F-D79B-2669-6910-27FC2B505F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7644" y="4826372"/>
                  <a:ext cx="372345" cy="276999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531696A8-0278-DD44-E255-9C1741600298}"/>
                </a:ext>
              </a:extLst>
            </p:cNvPr>
            <p:cNvSpPr/>
            <p:nvPr/>
          </p:nvSpPr>
          <p:spPr>
            <a:xfrm>
              <a:off x="899830" y="4187641"/>
              <a:ext cx="1742112" cy="1742112"/>
            </a:xfrm>
            <a:prstGeom prst="arc">
              <a:avLst>
                <a:gd name="adj1" fmla="val 390941"/>
                <a:gd name="adj2" fmla="val 2517803"/>
              </a:avLst>
            </a:prstGeom>
            <a:ln w="19050">
              <a:headEnd type="stealth" w="med" len="lg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7DF2413F-3FE7-C7B3-4DFB-6701AA98F4CA}"/>
                </a:ext>
              </a:extLst>
            </p:cNvPr>
            <p:cNvSpPr/>
            <p:nvPr/>
          </p:nvSpPr>
          <p:spPr>
            <a:xfrm>
              <a:off x="1118872" y="4421887"/>
              <a:ext cx="1097002" cy="1097002"/>
            </a:xfrm>
            <a:prstGeom prst="arc">
              <a:avLst>
                <a:gd name="adj1" fmla="val 19296342"/>
                <a:gd name="adj2" fmla="val 2408069"/>
              </a:avLst>
            </a:prstGeom>
            <a:ln w="19050">
              <a:headEnd type="stealth" w="med" len="lg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999A45EC-8F33-0778-1FAE-0646BB6649E1}"/>
                    </a:ext>
                  </a:extLst>
                </p:cNvPr>
                <p:cNvSpPr txBox="1"/>
                <p:nvPr/>
              </p:nvSpPr>
              <p:spPr>
                <a:xfrm>
                  <a:off x="2239121" y="4525986"/>
                  <a:ext cx="50392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𝜃</m:t>
                        </m:r>
                        <m:r>
                          <a:rPr lang="fr-FR" sz="1200" b="0" i="1" smtClean="0">
                            <a:latin typeface="Cambria Math"/>
                          </a:rPr>
                          <m:t>(</m:t>
                        </m:r>
                        <m:r>
                          <a:rPr lang="fr-FR" sz="1200" b="0" i="1" smtClean="0">
                            <a:latin typeface="Cambria Math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5A265D91-2CCA-73CE-860B-1DAFE6B4EA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9121" y="4525986"/>
                  <a:ext cx="503921" cy="276999"/>
                </a:xfrm>
                <a:prstGeom prst="rect">
                  <a:avLst/>
                </a:prstGeom>
                <a:blipFill>
                  <a:blip r:embed="rId35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ZoneTexte 52">
                  <a:extLst>
                    <a:ext uri="{FF2B5EF4-FFF2-40B4-BE49-F238E27FC236}">
                      <a16:creationId xmlns:a16="http://schemas.microsoft.com/office/drawing/2014/main" id="{88141E40-BB1C-4144-BD7A-65DA4D2C2179}"/>
                    </a:ext>
                  </a:extLst>
                </p:cNvPr>
                <p:cNvSpPr txBox="1"/>
                <p:nvPr/>
              </p:nvSpPr>
              <p:spPr>
                <a:xfrm>
                  <a:off x="2076238" y="5089433"/>
                  <a:ext cx="55342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200" b="0" i="1" smtClean="0">
                                <a:latin typeface="Cambria Math"/>
                              </a:rPr>
                              <m:t>𝜃</m:t>
                            </m:r>
                          </m:e>
                          <m:sup>
                            <m:r>
                              <a:rPr lang="fr-FR" sz="12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fr-FR" sz="1200" b="0" i="1" smtClean="0">
                            <a:latin typeface="Cambria Math"/>
                          </a:rPr>
                          <m:t>(</m:t>
                        </m:r>
                        <m:r>
                          <a:rPr lang="fr-FR" sz="1200" b="0" i="1" smtClean="0">
                            <a:latin typeface="Cambria Math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53" name="ZoneTexte 52">
                  <a:extLst>
                    <a:ext uri="{FF2B5EF4-FFF2-40B4-BE49-F238E27FC236}">
                      <a16:creationId xmlns:a16="http://schemas.microsoft.com/office/drawing/2014/main" id="{E3320050-FAC7-A806-7C23-CB5D370B4C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6238" y="5089433"/>
                  <a:ext cx="553421" cy="276999"/>
                </a:xfrm>
                <a:prstGeom prst="rect">
                  <a:avLst/>
                </a:prstGeom>
                <a:blipFill>
                  <a:blip r:embed="rId36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FDA7754E-B76A-6A6E-0420-32A59004A00A}"/>
                </a:ext>
              </a:extLst>
            </p:cNvPr>
            <p:cNvSpPr/>
            <p:nvPr/>
          </p:nvSpPr>
          <p:spPr>
            <a:xfrm>
              <a:off x="1029799" y="4322316"/>
              <a:ext cx="1296144" cy="1296144"/>
            </a:xfrm>
            <a:prstGeom prst="arc">
              <a:avLst>
                <a:gd name="adj1" fmla="val 19296342"/>
                <a:gd name="adj2" fmla="val 21169866"/>
              </a:avLst>
            </a:prstGeom>
            <a:ln w="19050">
              <a:headEnd type="stealth" w="med" len="lg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3F948F40-D796-BBF5-3C2B-AF3F99650F7C}"/>
                    </a:ext>
                  </a:extLst>
                </p:cNvPr>
                <p:cNvSpPr txBox="1"/>
                <p:nvPr/>
              </p:nvSpPr>
              <p:spPr>
                <a:xfrm>
                  <a:off x="2537598" y="5254345"/>
                  <a:ext cx="31758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𝛼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7C29E426-24EF-A921-F865-0DB867555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7598" y="5254345"/>
                  <a:ext cx="317587" cy="276999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9BB4B860-6645-D56F-8227-273C72E147B4}"/>
                    </a:ext>
                  </a:extLst>
                </p:cNvPr>
                <p:cNvSpPr txBox="1"/>
                <p:nvPr/>
              </p:nvSpPr>
              <p:spPr>
                <a:xfrm>
                  <a:off x="1325606" y="3980500"/>
                  <a:ext cx="31758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𝛽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4A687163-2BB1-F2C8-9534-102A4F95D7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5606" y="3980500"/>
                  <a:ext cx="317587" cy="276999"/>
                </a:xfrm>
                <a:prstGeom prst="rect">
                  <a:avLst/>
                </a:prstGeom>
                <a:blipFill>
                  <a:blip r:embed="rId38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0" name="Groupe 89">
              <a:extLst>
                <a:ext uri="{FF2B5EF4-FFF2-40B4-BE49-F238E27FC236}">
                  <a16:creationId xmlns:a16="http://schemas.microsoft.com/office/drawing/2014/main" id="{7B931E8D-CC9E-4A37-07A7-632A9DC6F4D7}"/>
                </a:ext>
              </a:extLst>
            </p:cNvPr>
            <p:cNvGrpSpPr/>
            <p:nvPr/>
          </p:nvGrpSpPr>
          <p:grpSpPr>
            <a:xfrm>
              <a:off x="3045212" y="4789848"/>
              <a:ext cx="1889428" cy="913183"/>
              <a:chOff x="6385074" y="4040548"/>
              <a:chExt cx="1889428" cy="913183"/>
            </a:xfrm>
            <a:noFill/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ZoneTexte 90">
                    <a:extLst>
                      <a:ext uri="{FF2B5EF4-FFF2-40B4-BE49-F238E27FC236}">
                        <a16:creationId xmlns:a16="http://schemas.microsoft.com/office/drawing/2014/main" id="{DDF08133-E66C-DC6C-3218-1631D7E4F64C}"/>
                      </a:ext>
                    </a:extLst>
                  </p:cNvPr>
                  <p:cNvSpPr txBox="1"/>
                  <p:nvPr/>
                </p:nvSpPr>
                <p:spPr>
                  <a:xfrm>
                    <a:off x="6385074" y="4040548"/>
                    <a:ext cx="1889428" cy="300595"/>
                  </a:xfrm>
                  <a:prstGeom prst="rect">
                    <a:avLst/>
                  </a:prstGeom>
                  <a:grp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𝐴𝐷</m:t>
                              </m:r>
                            </m:e>
                          </m:acc>
                          <m:r>
                            <a:rPr lang="fr-FR" sz="1200" b="0" i="1" smtClean="0">
                              <a:latin typeface="Cambria Math"/>
                            </a:rPr>
                            <m:t>=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⋅</m:t>
                          </m:r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  <m:sup>
                              <m:r>
                                <a:rPr lang="fr-FR" sz="1200" b="0" i="1" smtClean="0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sz="1200" b="0" i="1" smtClean="0">
                              <a:latin typeface="Cambria Math"/>
                            </a:rPr>
                            <m:t>=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𝑐</m:t>
                          </m:r>
                          <m:acc>
                            <m:accPr>
                              <m:chr m:val="⃗"/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153" name="ZoneTexte 15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85074" y="4040548"/>
                    <a:ext cx="1889428" cy="300595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ZoneTexte 91">
                    <a:extLst>
                      <a:ext uri="{FF2B5EF4-FFF2-40B4-BE49-F238E27FC236}">
                        <a16:creationId xmlns:a16="http://schemas.microsoft.com/office/drawing/2014/main" id="{F3D1BE13-5FF4-A723-A7BA-40FED6AF0BBA}"/>
                      </a:ext>
                    </a:extLst>
                  </p:cNvPr>
                  <p:cNvSpPr txBox="1"/>
                  <p:nvPr/>
                </p:nvSpPr>
                <p:spPr>
                  <a:xfrm>
                    <a:off x="6385074" y="4346842"/>
                    <a:ext cx="975587" cy="300595"/>
                  </a:xfrm>
                  <a:prstGeom prst="rect">
                    <a:avLst/>
                  </a:prstGeom>
                  <a:grp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𝐷𝐶</m:t>
                              </m:r>
                            </m:e>
                          </m:acc>
                          <m:r>
                            <a:rPr lang="fr-FR" sz="1200" b="0" i="1" smtClean="0">
                              <a:latin typeface="Cambria Math"/>
                            </a:rPr>
                            <m:t>=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154" name="ZoneTexte 1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85074" y="4346842"/>
                    <a:ext cx="975587" cy="300595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ZoneTexte 92">
                    <a:extLst>
                      <a:ext uri="{FF2B5EF4-FFF2-40B4-BE49-F238E27FC236}">
                        <a16:creationId xmlns:a16="http://schemas.microsoft.com/office/drawing/2014/main" id="{530D884E-F7E7-F8C6-41B1-5A219B55FADC}"/>
                      </a:ext>
                    </a:extLst>
                  </p:cNvPr>
                  <p:cNvSpPr txBox="1"/>
                  <p:nvPr/>
                </p:nvSpPr>
                <p:spPr>
                  <a:xfrm>
                    <a:off x="6385074" y="4653136"/>
                    <a:ext cx="960006" cy="300595"/>
                  </a:xfrm>
                  <a:prstGeom prst="rect">
                    <a:avLst/>
                  </a:prstGeom>
                  <a:grp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𝐴𝐶</m:t>
                              </m:r>
                            </m:e>
                          </m:acc>
                          <m:r>
                            <a:rPr lang="fr-FR" sz="1200" b="0" i="1" smtClean="0">
                              <a:latin typeface="Cambria Math"/>
                            </a:rPr>
                            <m:t>=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𝜆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155" name="ZoneTexte 1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85074" y="4653136"/>
                    <a:ext cx="960006" cy="300595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ZoneTexte 93">
                  <a:extLst>
                    <a:ext uri="{FF2B5EF4-FFF2-40B4-BE49-F238E27FC236}">
                      <a16:creationId xmlns:a16="http://schemas.microsoft.com/office/drawing/2014/main" id="{E10A7393-1DDF-7640-411B-2C38A9B51601}"/>
                    </a:ext>
                  </a:extLst>
                </p:cNvPr>
                <p:cNvSpPr txBox="1"/>
                <p:nvPr/>
              </p:nvSpPr>
              <p:spPr>
                <a:xfrm>
                  <a:off x="2020041" y="4139947"/>
                  <a:ext cx="31290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1" i="1" smtClean="0">
                            <a:latin typeface="Cambria Math"/>
                          </a:rPr>
                          <m:t>𝒃</m:t>
                        </m:r>
                      </m:oMath>
                    </m:oMathPara>
                  </a14:m>
                  <a:endParaRPr lang="fr-FR" sz="1200" b="1" dirty="0"/>
                </a:p>
              </p:txBody>
            </p:sp>
          </mc:Choice>
          <mc:Fallback xmlns="">
            <p:sp>
              <p:nvSpPr>
                <p:cNvPr id="94" name="ZoneTexte 93">
                  <a:extLst>
                    <a:ext uri="{FF2B5EF4-FFF2-40B4-BE49-F238E27FC236}">
                      <a16:creationId xmlns:a16="http://schemas.microsoft.com/office/drawing/2014/main" id="{B034BA02-4E75-6A46-DA26-592ABE4680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0041" y="4139947"/>
                  <a:ext cx="312906" cy="276999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Connecteur droit avec flèche 94">
              <a:extLst>
                <a:ext uri="{FF2B5EF4-FFF2-40B4-BE49-F238E27FC236}">
                  <a16:creationId xmlns:a16="http://schemas.microsoft.com/office/drawing/2014/main" id="{4B54002A-3DB5-DD9C-D125-0AB7FA5B98D5}"/>
                </a:ext>
              </a:extLst>
            </p:cNvPr>
            <p:cNvCxnSpPr/>
            <p:nvPr/>
          </p:nvCxnSpPr>
          <p:spPr>
            <a:xfrm>
              <a:off x="322082" y="5330428"/>
              <a:ext cx="135274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ZoneTexte 95">
                  <a:extLst>
                    <a:ext uri="{FF2B5EF4-FFF2-40B4-BE49-F238E27FC236}">
                      <a16:creationId xmlns:a16="http://schemas.microsoft.com/office/drawing/2014/main" id="{F54BCCCE-0A3C-ABF6-F4E6-893AB759E210}"/>
                    </a:ext>
                  </a:extLst>
                </p:cNvPr>
                <p:cNvSpPr txBox="1"/>
                <p:nvPr/>
              </p:nvSpPr>
              <p:spPr>
                <a:xfrm>
                  <a:off x="850479" y="5053429"/>
                  <a:ext cx="29533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𝑐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96" name="ZoneTexte 95">
                  <a:extLst>
                    <a:ext uri="{FF2B5EF4-FFF2-40B4-BE49-F238E27FC236}">
                      <a16:creationId xmlns:a16="http://schemas.microsoft.com/office/drawing/2014/main" id="{F12861BA-37DD-F4B6-47CE-874E191129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479" y="5053429"/>
                  <a:ext cx="295337" cy="276999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ZoneTexte 96">
                  <a:extLst>
                    <a:ext uri="{FF2B5EF4-FFF2-40B4-BE49-F238E27FC236}">
                      <a16:creationId xmlns:a16="http://schemas.microsoft.com/office/drawing/2014/main" id="{8046809E-5E49-8991-BBE7-3940F35A2CD5}"/>
                    </a:ext>
                  </a:extLst>
                </p:cNvPr>
                <p:cNvSpPr txBox="1"/>
                <p:nvPr/>
              </p:nvSpPr>
              <p:spPr>
                <a:xfrm>
                  <a:off x="-165908" y="4348463"/>
                  <a:ext cx="31457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𝑑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97" name="ZoneTexte 96">
                  <a:extLst>
                    <a:ext uri="{FF2B5EF4-FFF2-40B4-BE49-F238E27FC236}">
                      <a16:creationId xmlns:a16="http://schemas.microsoft.com/office/drawing/2014/main" id="{947C38B5-913E-744E-54D4-D46A8EB22D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5908" y="4348463"/>
                  <a:ext cx="314573" cy="276999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Connecteur droit avec flèche 97">
              <a:extLst>
                <a:ext uri="{FF2B5EF4-FFF2-40B4-BE49-F238E27FC236}">
                  <a16:creationId xmlns:a16="http://schemas.microsoft.com/office/drawing/2014/main" id="{E48429AC-9088-0DB9-2F24-DCCCD4FDF8E5}"/>
                </a:ext>
              </a:extLst>
            </p:cNvPr>
            <p:cNvCxnSpPr/>
            <p:nvPr/>
          </p:nvCxnSpPr>
          <p:spPr>
            <a:xfrm>
              <a:off x="132937" y="3371577"/>
              <a:ext cx="0" cy="1681852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ZoneTexte 98">
                  <a:extLst>
                    <a:ext uri="{FF2B5EF4-FFF2-40B4-BE49-F238E27FC236}">
                      <a16:creationId xmlns:a16="http://schemas.microsoft.com/office/drawing/2014/main" id="{925E5135-4E3B-2F19-3294-15B46886DFAA}"/>
                    </a:ext>
                  </a:extLst>
                </p:cNvPr>
                <p:cNvSpPr txBox="1"/>
                <p:nvPr/>
              </p:nvSpPr>
              <p:spPr>
                <a:xfrm>
                  <a:off x="854379" y="4294468"/>
                  <a:ext cx="30867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/>
                          </a:rPr>
                          <m:t>𝑎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99" name="ZoneTexte 98">
                  <a:extLst>
                    <a:ext uri="{FF2B5EF4-FFF2-40B4-BE49-F238E27FC236}">
                      <a16:creationId xmlns:a16="http://schemas.microsoft.com/office/drawing/2014/main" id="{A2376BEC-E342-9344-772A-7CFD61D09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379" y="4294468"/>
                  <a:ext cx="308674" cy="276999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" name="Groupe 99">
            <a:extLst>
              <a:ext uri="{FF2B5EF4-FFF2-40B4-BE49-F238E27FC236}">
                <a16:creationId xmlns:a16="http://schemas.microsoft.com/office/drawing/2014/main" id="{886FDF65-FA0A-0862-2971-422FFEA74050}"/>
              </a:ext>
            </a:extLst>
          </p:cNvPr>
          <p:cNvGrpSpPr/>
          <p:nvPr/>
        </p:nvGrpSpPr>
        <p:grpSpPr>
          <a:xfrm>
            <a:off x="4720843" y="4702963"/>
            <a:ext cx="1703306" cy="1666470"/>
            <a:chOff x="5262233" y="3152282"/>
            <a:chExt cx="1703306" cy="1666470"/>
          </a:xfrm>
        </p:grpSpPr>
        <p:grpSp>
          <p:nvGrpSpPr>
            <p:cNvPr id="101" name="Groupe 100">
              <a:extLst>
                <a:ext uri="{FF2B5EF4-FFF2-40B4-BE49-F238E27FC236}">
                  <a16:creationId xmlns:a16="http://schemas.microsoft.com/office/drawing/2014/main" id="{155BD71F-0764-4474-FE26-7D991ADBCC52}"/>
                </a:ext>
              </a:extLst>
            </p:cNvPr>
            <p:cNvGrpSpPr/>
            <p:nvPr/>
          </p:nvGrpSpPr>
          <p:grpSpPr>
            <a:xfrm>
              <a:off x="5940152" y="3401722"/>
              <a:ext cx="749927" cy="749927"/>
              <a:chOff x="5294563" y="3372196"/>
              <a:chExt cx="749927" cy="749927"/>
            </a:xfrm>
          </p:grpSpPr>
          <p:cxnSp>
            <p:nvCxnSpPr>
              <p:cNvPr id="114" name="Connecteur droit avec flèche 113">
                <a:extLst>
                  <a:ext uri="{FF2B5EF4-FFF2-40B4-BE49-F238E27FC236}">
                    <a16:creationId xmlns:a16="http://schemas.microsoft.com/office/drawing/2014/main" id="{FC818CA9-6760-7F70-FC4D-E443D020AA21}"/>
                  </a:ext>
                </a:extLst>
              </p:cNvPr>
              <p:cNvCxnSpPr/>
              <p:nvPr/>
            </p:nvCxnSpPr>
            <p:spPr>
              <a:xfrm>
                <a:off x="5294563" y="4119730"/>
                <a:ext cx="749927" cy="0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Connecteur droit avec flèche 114">
                <a:extLst>
                  <a:ext uri="{FF2B5EF4-FFF2-40B4-BE49-F238E27FC236}">
                    <a16:creationId xmlns:a16="http://schemas.microsoft.com/office/drawing/2014/main" id="{6650242B-817B-A775-9F6C-CC308A38219A}"/>
                  </a:ext>
                </a:extLst>
              </p:cNvPr>
              <p:cNvCxnSpPr/>
              <p:nvPr/>
            </p:nvCxnSpPr>
            <p:spPr>
              <a:xfrm rot="16200000">
                <a:off x="4919600" y="3747160"/>
                <a:ext cx="749927" cy="0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e 101">
              <a:extLst>
                <a:ext uri="{FF2B5EF4-FFF2-40B4-BE49-F238E27FC236}">
                  <a16:creationId xmlns:a16="http://schemas.microsoft.com/office/drawing/2014/main" id="{29756F41-F30A-F3CC-06B0-5F23C9267D03}"/>
                </a:ext>
              </a:extLst>
            </p:cNvPr>
            <p:cNvGrpSpPr/>
            <p:nvPr/>
          </p:nvGrpSpPr>
          <p:grpSpPr>
            <a:xfrm rot="19800000">
              <a:off x="5709204" y="3270482"/>
              <a:ext cx="749927" cy="749927"/>
              <a:chOff x="5294563" y="3372196"/>
              <a:chExt cx="749927" cy="749927"/>
            </a:xfrm>
          </p:grpSpPr>
          <p:cxnSp>
            <p:nvCxnSpPr>
              <p:cNvPr id="112" name="Connecteur droit avec flèche 111">
                <a:extLst>
                  <a:ext uri="{FF2B5EF4-FFF2-40B4-BE49-F238E27FC236}">
                    <a16:creationId xmlns:a16="http://schemas.microsoft.com/office/drawing/2014/main" id="{94152629-8271-C8A5-F99A-C3115A681F3D}"/>
                  </a:ext>
                </a:extLst>
              </p:cNvPr>
              <p:cNvCxnSpPr/>
              <p:nvPr/>
            </p:nvCxnSpPr>
            <p:spPr>
              <a:xfrm>
                <a:off x="5294563" y="4119730"/>
                <a:ext cx="749927" cy="0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Connecteur droit avec flèche 112">
                <a:extLst>
                  <a:ext uri="{FF2B5EF4-FFF2-40B4-BE49-F238E27FC236}">
                    <a16:creationId xmlns:a16="http://schemas.microsoft.com/office/drawing/2014/main" id="{B76F3B09-36B8-94C4-923E-A4D72BB8C4C8}"/>
                  </a:ext>
                </a:extLst>
              </p:cNvPr>
              <p:cNvCxnSpPr/>
              <p:nvPr/>
            </p:nvCxnSpPr>
            <p:spPr>
              <a:xfrm rot="16200000">
                <a:off x="4919600" y="3747160"/>
                <a:ext cx="749927" cy="0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3" name="Arc 102">
              <a:extLst>
                <a:ext uri="{FF2B5EF4-FFF2-40B4-BE49-F238E27FC236}">
                  <a16:creationId xmlns:a16="http://schemas.microsoft.com/office/drawing/2014/main" id="{E8CCF5E8-19E9-8910-FF24-66233DBDEE1A}"/>
                </a:ext>
              </a:extLst>
            </p:cNvPr>
            <p:cNvSpPr/>
            <p:nvPr/>
          </p:nvSpPr>
          <p:spPr>
            <a:xfrm>
              <a:off x="5292080" y="3522608"/>
              <a:ext cx="1296144" cy="1296144"/>
            </a:xfrm>
            <a:prstGeom prst="arc">
              <a:avLst>
                <a:gd name="adj1" fmla="val 20018351"/>
                <a:gd name="adj2" fmla="val 21169866"/>
              </a:avLst>
            </a:prstGeom>
            <a:ln w="19050">
              <a:headEnd type="stealth" w="med" len="lg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ZoneTexte 103">
                  <a:extLst>
                    <a:ext uri="{FF2B5EF4-FFF2-40B4-BE49-F238E27FC236}">
                      <a16:creationId xmlns:a16="http://schemas.microsoft.com/office/drawing/2014/main" id="{AC7C7F39-6D5C-AC1C-D500-E2767960C4AA}"/>
                    </a:ext>
                  </a:extLst>
                </p:cNvPr>
                <p:cNvSpPr txBox="1"/>
                <p:nvPr/>
              </p:nvSpPr>
              <p:spPr>
                <a:xfrm>
                  <a:off x="6595181" y="4010755"/>
                  <a:ext cx="3703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B14415B5-2458-9378-29FB-C9245F150D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5181" y="4010755"/>
                  <a:ext cx="370358" cy="276999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ZoneTexte 104">
                  <a:extLst>
                    <a:ext uri="{FF2B5EF4-FFF2-40B4-BE49-F238E27FC236}">
                      <a16:creationId xmlns:a16="http://schemas.microsoft.com/office/drawing/2014/main" id="{99A185F9-A614-CEEE-2F24-A4FCAB3DE8E9}"/>
                    </a:ext>
                  </a:extLst>
                </p:cNvPr>
                <p:cNvSpPr txBox="1"/>
                <p:nvPr/>
              </p:nvSpPr>
              <p:spPr>
                <a:xfrm>
                  <a:off x="5733941" y="3152282"/>
                  <a:ext cx="3584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6" name="ZoneTexte 15">
                  <a:extLst>
                    <a:ext uri="{FF2B5EF4-FFF2-40B4-BE49-F238E27FC236}">
                      <a16:creationId xmlns:a16="http://schemas.microsoft.com/office/drawing/2014/main" id="{E58A37D5-C0E8-13B9-581B-43351546DB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3941" y="3152282"/>
                  <a:ext cx="358431" cy="276999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ZoneTexte 105">
                  <a:extLst>
                    <a:ext uri="{FF2B5EF4-FFF2-40B4-BE49-F238E27FC236}">
                      <a16:creationId xmlns:a16="http://schemas.microsoft.com/office/drawing/2014/main" id="{4132C1A0-8FEE-CBD8-5314-BD5D9D2AE8C4}"/>
                    </a:ext>
                  </a:extLst>
                </p:cNvPr>
                <p:cNvSpPr txBox="1"/>
                <p:nvPr/>
              </p:nvSpPr>
              <p:spPr>
                <a:xfrm>
                  <a:off x="6435685" y="3548045"/>
                  <a:ext cx="37394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6B278FC2-3EF8-12BD-1AF3-1217D7AEB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5685" y="3548045"/>
                  <a:ext cx="373949" cy="276999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ZoneTexte 106">
                  <a:extLst>
                    <a:ext uri="{FF2B5EF4-FFF2-40B4-BE49-F238E27FC236}">
                      <a16:creationId xmlns:a16="http://schemas.microsoft.com/office/drawing/2014/main" id="{BFE04F17-0A0D-EDAC-1744-B98570A33F3A}"/>
                    </a:ext>
                  </a:extLst>
                </p:cNvPr>
                <p:cNvSpPr txBox="1"/>
                <p:nvPr/>
              </p:nvSpPr>
              <p:spPr>
                <a:xfrm>
                  <a:off x="5262233" y="3356339"/>
                  <a:ext cx="3620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9" name="ZoneTexte 18">
                  <a:extLst>
                    <a:ext uri="{FF2B5EF4-FFF2-40B4-BE49-F238E27FC236}">
                      <a16:creationId xmlns:a16="http://schemas.microsoft.com/office/drawing/2014/main" id="{32649DB7-9C1E-492F-C7DF-9E9E63503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2233" y="3356339"/>
                  <a:ext cx="362022" cy="276999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ZoneTexte 107">
                  <a:extLst>
                    <a:ext uri="{FF2B5EF4-FFF2-40B4-BE49-F238E27FC236}">
                      <a16:creationId xmlns:a16="http://schemas.microsoft.com/office/drawing/2014/main" id="{51C72DB5-D8DD-1BC5-1717-529F23C69222}"/>
                    </a:ext>
                  </a:extLst>
                </p:cNvPr>
                <p:cNvSpPr txBox="1"/>
                <p:nvPr/>
              </p:nvSpPr>
              <p:spPr>
                <a:xfrm>
                  <a:off x="6531285" y="3829601"/>
                  <a:ext cx="30418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0" name="ZoneTexte 19">
                  <a:extLst>
                    <a:ext uri="{FF2B5EF4-FFF2-40B4-BE49-F238E27FC236}">
                      <a16:creationId xmlns:a16="http://schemas.microsoft.com/office/drawing/2014/main" id="{9D6DB790-EBC8-1493-E81D-1435CDEB93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1285" y="3829601"/>
                  <a:ext cx="304186" cy="276999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ZoneTexte 108">
                  <a:extLst>
                    <a:ext uri="{FF2B5EF4-FFF2-40B4-BE49-F238E27FC236}">
                      <a16:creationId xmlns:a16="http://schemas.microsoft.com/office/drawing/2014/main" id="{6DB4AB63-C685-EEED-B58F-F94F5774A00F}"/>
                    </a:ext>
                  </a:extLst>
                </p:cNvPr>
                <p:cNvSpPr txBox="1"/>
                <p:nvPr/>
              </p:nvSpPr>
              <p:spPr>
                <a:xfrm>
                  <a:off x="5759440" y="4256870"/>
                  <a:ext cx="36875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1" name="ZoneTexte 20">
                  <a:extLst>
                    <a:ext uri="{FF2B5EF4-FFF2-40B4-BE49-F238E27FC236}">
                      <a16:creationId xmlns:a16="http://schemas.microsoft.com/office/drawing/2014/main" id="{D0591B87-F4E2-906E-B7E0-6D1408D3F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9440" y="4256870"/>
                  <a:ext cx="368755" cy="276999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Ellipse 109">
              <a:extLst>
                <a:ext uri="{FF2B5EF4-FFF2-40B4-BE49-F238E27FC236}">
                  <a16:creationId xmlns:a16="http://schemas.microsoft.com/office/drawing/2014/main" id="{EA1B6426-196E-91E2-66F2-F55D48C44A15}"/>
                </a:ext>
              </a:extLst>
            </p:cNvPr>
            <p:cNvSpPr/>
            <p:nvPr/>
          </p:nvSpPr>
          <p:spPr>
            <a:xfrm>
              <a:off x="5853398" y="4069873"/>
              <a:ext cx="158762" cy="15876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1" name="Ellipse 110">
              <a:extLst>
                <a:ext uri="{FF2B5EF4-FFF2-40B4-BE49-F238E27FC236}">
                  <a16:creationId xmlns:a16="http://schemas.microsoft.com/office/drawing/2014/main" id="{36561AC8-0C8F-E213-38EA-FB386BDB3BF6}"/>
                </a:ext>
              </a:extLst>
            </p:cNvPr>
            <p:cNvSpPr/>
            <p:nvPr/>
          </p:nvSpPr>
          <p:spPr>
            <a:xfrm flipV="1">
              <a:off x="5905779" y="4122254"/>
              <a:ext cx="54000" cy="540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41" name="Image 140">
            <a:extLst>
              <a:ext uri="{FF2B5EF4-FFF2-40B4-BE49-F238E27FC236}">
                <a16:creationId xmlns:a16="http://schemas.microsoft.com/office/drawing/2014/main" id="{1A75DA21-8734-E940-1019-1D4D533FAA7B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0" y="1023255"/>
            <a:ext cx="2101805" cy="13770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Espace réservé du contenu 2">
                <a:extLst>
                  <a:ext uri="{FF2B5EF4-FFF2-40B4-BE49-F238E27FC236}">
                    <a16:creationId xmlns:a16="http://schemas.microsoft.com/office/drawing/2014/main" id="{A6E8A5B7-FDD0-A611-F00F-E144F3585F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92289" y="981887"/>
                <a:ext cx="5181915" cy="5253339"/>
              </a:xfrm>
            </p:spPr>
            <p:txBody>
              <a:bodyPr/>
              <a:lstStyle/>
              <a:p>
                <a:r>
                  <a:rPr lang="fr-FR" dirty="0"/>
                  <a:t>Hypothèse</a:t>
                </a:r>
              </a:p>
              <a:p>
                <a:pPr lvl="1"/>
                <a:r>
                  <a:rPr lang="fr-FR" dirty="0"/>
                  <a:t>Masse ponctuelle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fr-FR" b="0" dirty="0"/>
                  <a:t> 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</m:oMath>
                </a14:m>
                <a:endParaRPr lang="fr-FR" b="0" dirty="0"/>
              </a:p>
              <a:p>
                <a:pPr lvl="1"/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𝑝𝑒𝑠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→4</m:t>
                        </m:r>
                        <m:r>
                          <m:rPr>
                            <m:lit/>
                          </m:r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⃗"/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Ω</m:t>
                                </m:r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acc>
                          </m:e>
                          <m:e>
                            <m:acc>
                              <m:accPr>
                                <m:chr m:val="⃗"/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V</m:t>
                                </m:r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acc>
                          </m:e>
                        </m:eqArr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</m:t>
                    </m:r>
                    <m:d>
                      <m:dPr>
                        <m:begChr m:val="{"/>
                        <m:endChr m:val="}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⃗"/>
                                <m:ctrlPr>
                                  <a:rPr lang="fr-F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R</m:t>
                                </m:r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𝑝𝑒𝑠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→4</m:t>
                                    </m:r>
                                  </m:e>
                                </m:d>
                              </m:e>
                            </m:acc>
                          </m:e>
                          <m:e>
                            <m:acc>
                              <m:accPr>
                                <m:chr m:val="⃗"/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𝑝𝑒𝑠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→4</m:t>
                                    </m:r>
                                  </m:e>
                                </m:d>
                              </m:e>
                            </m:acc>
                          </m:e>
                        </m:eqArr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̇"/>
                                <m:ctrlPr>
                                  <a:rPr lang="fr-F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acc>
                              <m:accPr>
                                <m:chr m:val="⃗"/>
                                <m:ctrlPr>
                                  <a:rPr lang="fr-F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acc>
                          </m:e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acc>
                              <m:accPr>
                                <m:chr m:val="̇"/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acc>
                              <m:accPr>
                                <m:chr m:val="⃗"/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acc>
                          </m:e>
                        </m:eqArr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</m:t>
                    </m:r>
                    <m:d>
                      <m:dPr>
                        <m:begChr m:val="{"/>
                        <m:endChr m:val="}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  <m:acc>
                              <m:accPr>
                                <m:chr m:val="⃗"/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acc>
                          </m:e>
                          <m:e>
                            <m:acc>
                              <m:accPr>
                                <m:chr m:val="⃗"/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acc>
                          </m:e>
                        </m:eqAr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acc>
                      <m:accPr>
                        <m:chr m:val="̇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fr-FR" dirty="0"/>
              </a:p>
              <a:p>
                <a:pPr lvl="1"/>
                <a:endParaRPr lang="fr-FR" b="0" dirty="0"/>
              </a:p>
              <a:p>
                <a:pPr lvl="1"/>
                <a:endParaRPr lang="fr-FR" dirty="0"/>
              </a:p>
            </p:txBody>
          </p:sp>
        </mc:Choice>
        <mc:Fallback xmlns="">
          <p:sp>
            <p:nvSpPr>
              <p:cNvPr id="166" name="Espace réservé du contenu 2">
                <a:extLst>
                  <a:ext uri="{FF2B5EF4-FFF2-40B4-BE49-F238E27FC236}">
                    <a16:creationId xmlns:a16="http://schemas.microsoft.com/office/drawing/2014/main" id="{A6E8A5B7-FDD0-A611-F00F-E144F3585F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92289" y="981887"/>
                <a:ext cx="5181915" cy="5253339"/>
              </a:xfrm>
              <a:blipFill>
                <a:blip r:embed="rId53"/>
                <a:stretch>
                  <a:fillRect l="-3176" t="-1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722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8FDE20-93E3-0D25-74B8-84694B246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MaxPID horizontal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57C7BD-D03F-35FF-CA8A-060B4E802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2445317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1121</Words>
  <Application>Microsoft Office PowerPoint</Application>
  <PresentationFormat>Grand écran</PresentationFormat>
  <Paragraphs>280</Paragraphs>
  <Slides>21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8" baseType="lpstr">
      <vt:lpstr>Arial Nova</vt:lpstr>
      <vt:lpstr>Calibri</vt:lpstr>
      <vt:lpstr>Calibri Light</vt:lpstr>
      <vt:lpstr>Cambria Math</vt:lpstr>
      <vt:lpstr>Wingdings</vt:lpstr>
      <vt:lpstr>Rétrospective</vt:lpstr>
      <vt:lpstr>Worksheet</vt:lpstr>
      <vt:lpstr>MaxPID</vt:lpstr>
      <vt:lpstr>Présentation PowerPoint</vt:lpstr>
      <vt:lpstr>02 Chaîne fonctionnelle</vt:lpstr>
      <vt:lpstr>Chaine fonctionnelle du MaxPID</vt:lpstr>
      <vt:lpstr>Chaine fonctionnelle du MaxPID</vt:lpstr>
      <vt:lpstr>04 Résolution géométrique et cinématique</vt:lpstr>
      <vt:lpstr>Loi indirecte – γ=f(θ)</vt:lpstr>
      <vt:lpstr>Loi directe – θ=f(γ)</vt:lpstr>
      <vt:lpstr>Tracer les courbes</vt:lpstr>
      <vt:lpstr>07 Modélisation composants ou phénomènes</vt:lpstr>
      <vt:lpstr>09 Dimensionnement d’un actionneur en dynamique</vt:lpstr>
      <vt:lpstr>Présentation PowerPoint</vt:lpstr>
      <vt:lpstr>Présentation PowerPoint</vt:lpstr>
      <vt:lpstr>Stratégie – TEC</vt:lpstr>
      <vt:lpstr>Stratégie TEC Energie cinétique</vt:lpstr>
      <vt:lpstr>Présentation PowerPoint</vt:lpstr>
      <vt:lpstr>Stratégie TEC Energie cinétique</vt:lpstr>
      <vt:lpstr>Stratégie TEC Puissances</vt:lpstr>
      <vt:lpstr>Stratégie TEC Evaluation de la puissance dissipée par frottement</vt:lpstr>
      <vt:lpstr>Puissance de la pesanteur</vt:lpstr>
      <vt:lpstr>MaxPID horizontal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88</cp:revision>
  <dcterms:created xsi:type="dcterms:W3CDTF">2023-03-22T10:05:05Z</dcterms:created>
  <dcterms:modified xsi:type="dcterms:W3CDTF">2026-03-09T19:53:06Z</dcterms:modified>
</cp:coreProperties>
</file>