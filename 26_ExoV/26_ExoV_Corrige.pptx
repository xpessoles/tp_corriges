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256" r:id="rId2"/>
    <p:sldId id="265" r:id="rId3"/>
    <p:sldId id="266" r:id="rId4"/>
    <p:sldId id="267" r:id="rId5"/>
    <p:sldId id="271" r:id="rId6"/>
    <p:sldId id="270" r:id="rId7"/>
  </p:sldIdLst>
  <p:sldSz cx="12192000" cy="6858000"/>
  <p:notesSz cx="7315200" cy="96012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83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547F"/>
    <a:srgbClr val="DFE3E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howGuides="1">
      <p:cViewPr>
        <p:scale>
          <a:sx n="66" d="100"/>
          <a:sy n="66" d="100"/>
        </p:scale>
        <p:origin x="568" y="16"/>
      </p:cViewPr>
      <p:guideLst>
        <p:guide orient="horz" pos="2183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fr-FR"/>
          </a:p>
        </p:txBody>
      </p:sp>
      <p:sp>
        <p:nvSpPr>
          <p:cNvPr id="8" name="Rectangle 7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fr-FR"/>
          </a:p>
        </p:txBody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097280" y="758952"/>
            <a:ext cx="10058400" cy="3566160"/>
          </a:xfrm>
        </p:spPr>
        <p:txBody>
          <a:bodyPr anchor="b">
            <a:normAutofit/>
          </a:bodyPr>
          <a:lstStyle>
            <a:lvl1pPr algn="l">
              <a:lnSpc>
                <a:spcPct val="85000"/>
              </a:lnSpc>
              <a:defRPr sz="8000" spc="-50" baseline="0"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</a:lstStyle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00051" y="4455620"/>
            <a:ext cx="10058400" cy="1143000"/>
          </a:xfrm>
        </p:spPr>
        <p:txBody>
          <a:bodyPr lIns="91440" rIns="91440">
            <a:normAutofit/>
          </a:bodyPr>
          <a:lstStyle>
            <a:lvl1pPr marL="0" indent="0" algn="l">
              <a:buNone/>
              <a:defRPr sz="2400" cap="all" spc="200" baseline="0">
                <a:solidFill>
                  <a:schemeClr val="tx2"/>
                </a:solidFill>
                <a:latin typeface="+mj-lt"/>
              </a:defRPr>
            </a:lvl1pPr>
            <a:lvl2pPr marL="457200" indent="0" algn="ctr">
              <a:buNone/>
              <a:defRPr sz="2400"/>
            </a:lvl2pPr>
            <a:lvl3pPr marL="914400" indent="0" algn="ctr">
              <a:buNone/>
              <a:defRPr sz="2400"/>
            </a:lvl3pPr>
            <a:lvl4pPr marL="1371600" indent="0" algn="ctr">
              <a:buNone/>
              <a:defRPr sz="2000"/>
            </a:lvl4pPr>
            <a:lvl5pPr marL="1828800" indent="0" algn="ctr">
              <a:buNone/>
              <a:defRPr sz="2000"/>
            </a:lvl5pPr>
            <a:lvl6pPr marL="2286000" indent="0" algn="ctr">
              <a:buNone/>
              <a:defRPr sz="2000"/>
            </a:lvl6pPr>
            <a:lvl7pPr marL="2743200" indent="0" algn="ctr">
              <a:buNone/>
              <a:defRPr sz="2000"/>
            </a:lvl7pPr>
            <a:lvl8pPr marL="3200400" indent="0" algn="ctr">
              <a:buNone/>
              <a:defRPr sz="2000"/>
            </a:lvl8pPr>
            <a:lvl9pPr marL="3657600" indent="0" algn="ctr">
              <a:buNone/>
              <a:defRPr sz="2000"/>
            </a:lvl9pPr>
          </a:lstStyle>
          <a:p>
            <a:r>
              <a:rPr lang="fr-FR"/>
              <a:t>Modifiez le style des sous-titres du masque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F135F6-2A09-4FDD-9ECA-096E230CA0FA}" type="datetimeFigureOut">
              <a:rPr lang="fr-FR" smtClean="0"/>
              <a:t>05/04/2026</a:t>
            </a:fld>
            <a:endParaRPr lang="fr-F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A6A38F-5C8E-497F-8761-3C4E0EEEA33A}" type="slidenum">
              <a:rPr lang="fr-FR" smtClean="0"/>
              <a:t>‹N°›</a:t>
            </a:fld>
            <a:endParaRPr lang="fr-FR"/>
          </a:p>
        </p:txBody>
      </p:sp>
      <p:cxnSp>
        <p:nvCxnSpPr>
          <p:cNvPr id="9" name="Straight Connector 8"/>
          <p:cNvCxnSpPr/>
          <p:nvPr/>
        </p:nvCxnSpPr>
        <p:spPr>
          <a:xfrm>
            <a:off x="1207658" y="4343400"/>
            <a:ext cx="9875520" cy="0"/>
          </a:xfrm>
          <a:prstGeom prst="line">
            <a:avLst/>
          </a:prstGeom>
          <a:ln w="635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11841314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 marL="0">
              <a:defRPr/>
            </a:lvl1pPr>
          </a:lstStyle>
          <a:p>
            <a:r>
              <a:rPr lang="fr-FR" dirty="0"/>
              <a:t>Modifiez le style du titre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1pPr marL="271463" indent="-269875">
              <a:defRPr/>
            </a:lvl1pPr>
            <a:lvl2pPr marL="449263" indent="-249238">
              <a:buClr>
                <a:schemeClr val="accent1"/>
              </a:buClr>
              <a:buSzPct val="80000"/>
              <a:defRPr/>
            </a:lvl2pPr>
            <a:lvl3pPr>
              <a:buClr>
                <a:schemeClr val="accent2"/>
              </a:buClr>
              <a:buSzPct val="80000"/>
              <a:defRPr/>
            </a:lvl3pPr>
            <a:lvl4pPr>
              <a:buClr>
                <a:schemeClr val="accent3"/>
              </a:buClr>
              <a:buSzPct val="80000"/>
              <a:defRPr/>
            </a:lvl4pPr>
            <a:lvl5pPr>
              <a:buClr>
                <a:schemeClr val="accent4"/>
              </a:buClr>
              <a:buSzPct val="80000"/>
              <a:defRPr/>
            </a:lvl5pPr>
          </a:lstStyle>
          <a:p>
            <a:pPr lvl="0"/>
            <a:r>
              <a:rPr lang="fr-FR" dirty="0"/>
              <a:t>Cliquez pour modifier les styles du texte du masque</a:t>
            </a:r>
          </a:p>
          <a:p>
            <a:pPr lvl="1"/>
            <a:r>
              <a:rPr lang="fr-FR" dirty="0"/>
              <a:t>Deuxième niveau</a:t>
            </a:r>
          </a:p>
          <a:p>
            <a:pPr lvl="2"/>
            <a:r>
              <a:rPr lang="fr-FR" dirty="0"/>
              <a:t>Troisième niveau</a:t>
            </a:r>
          </a:p>
          <a:p>
            <a:pPr lvl="3"/>
            <a:r>
              <a:rPr lang="fr-FR" dirty="0"/>
              <a:t>Quatrième niveau</a:t>
            </a:r>
          </a:p>
          <a:p>
            <a:pPr lvl="4"/>
            <a:r>
              <a:rPr lang="fr-FR" dirty="0"/>
              <a:t>Cinquième niveau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F135F6-2A09-4FDD-9ECA-096E230CA0FA}" type="datetimeFigureOut">
              <a:rPr lang="fr-FR" smtClean="0"/>
              <a:t>05/04/2026</a:t>
            </a:fld>
            <a:endParaRPr lang="fr-F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A6A38F-5C8E-497F-8761-3C4E0EEEA33A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20738594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Titre de section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fr-FR"/>
          </a:p>
        </p:txBody>
      </p:sp>
      <p:sp>
        <p:nvSpPr>
          <p:cNvPr id="8" name="Rectangle 7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fr-F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7280" y="758952"/>
            <a:ext cx="10058400" cy="3566160"/>
          </a:xfrm>
        </p:spPr>
        <p:txBody>
          <a:bodyPr anchor="b" anchorCtr="0">
            <a:normAutofit/>
          </a:bodyPr>
          <a:lstStyle>
            <a:lvl1pPr>
              <a:lnSpc>
                <a:spcPct val="85000"/>
              </a:lnSpc>
              <a:defRPr sz="8000" b="0"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</a:lstStyle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97280" y="4453128"/>
            <a:ext cx="10058400" cy="1143000"/>
          </a:xfrm>
        </p:spPr>
        <p:txBody>
          <a:bodyPr lIns="91440" rIns="91440" anchor="t" anchorCtr="0">
            <a:normAutofit/>
          </a:bodyPr>
          <a:lstStyle>
            <a:lvl1pPr marL="0" indent="0">
              <a:buNone/>
              <a:defRPr sz="2400" cap="all" spc="200" baseline="0">
                <a:solidFill>
                  <a:schemeClr val="tx2"/>
                </a:solidFill>
                <a:latin typeface="+mj-lt"/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F135F6-2A09-4FDD-9ECA-096E230CA0FA}" type="datetimeFigureOut">
              <a:rPr lang="fr-FR" smtClean="0"/>
              <a:t>05/04/2026</a:t>
            </a:fld>
            <a:endParaRPr lang="fr-F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A6A38F-5C8E-497F-8761-3C4E0EEEA33A}" type="slidenum">
              <a:rPr lang="fr-FR" smtClean="0"/>
              <a:t>‹N°›</a:t>
            </a:fld>
            <a:endParaRPr lang="fr-FR"/>
          </a:p>
        </p:txBody>
      </p:sp>
      <p:cxnSp>
        <p:nvCxnSpPr>
          <p:cNvPr id="9" name="Straight Connector 8"/>
          <p:cNvCxnSpPr/>
          <p:nvPr/>
        </p:nvCxnSpPr>
        <p:spPr>
          <a:xfrm>
            <a:off x="1207658" y="4343400"/>
            <a:ext cx="987552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40323692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/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</p:spPr>
        <p:txBody>
          <a:bodyPr/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097279" y="1845734"/>
            <a:ext cx="4937760" cy="4023360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17920" y="1845735"/>
            <a:ext cx="4937760" cy="4023360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F135F6-2A09-4FDD-9ECA-096E230CA0FA}" type="datetimeFigureOut">
              <a:rPr lang="fr-FR" smtClean="0"/>
              <a:t>05/04/2026</a:t>
            </a:fld>
            <a:endParaRPr lang="fr-F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A6A38F-5C8E-497F-8761-3C4E0EEEA33A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1582810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/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</p:spPr>
        <p:txBody>
          <a:bodyPr/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97280" y="1846052"/>
            <a:ext cx="4937760" cy="736282"/>
          </a:xfrm>
        </p:spPr>
        <p:txBody>
          <a:bodyPr lIns="91440" rIns="91440" anchor="ctr">
            <a:normAutofit/>
          </a:bodyPr>
          <a:lstStyle>
            <a:lvl1pPr marL="0" indent="0">
              <a:buNone/>
              <a:defRPr sz="2000" b="0" cap="all" baseline="0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097280" y="2582334"/>
            <a:ext cx="4937760" cy="3378200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217920" y="1846052"/>
            <a:ext cx="4937760" cy="736282"/>
          </a:xfrm>
        </p:spPr>
        <p:txBody>
          <a:bodyPr lIns="91440" rIns="91440" anchor="ctr">
            <a:normAutofit/>
          </a:bodyPr>
          <a:lstStyle>
            <a:lvl1pPr marL="0" indent="0">
              <a:buNone/>
              <a:defRPr sz="2000" b="0" cap="all" baseline="0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217920" y="2582334"/>
            <a:ext cx="4937760" cy="3378200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F135F6-2A09-4FDD-9ECA-096E230CA0FA}" type="datetimeFigureOut">
              <a:rPr lang="fr-FR" smtClean="0"/>
              <a:t>05/04/2026</a:t>
            </a:fld>
            <a:endParaRPr lang="fr-FR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A6A38F-5C8E-497F-8761-3C4E0EEEA33A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04571871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F135F6-2A09-4FDD-9ECA-096E230CA0FA}" type="datetimeFigureOut">
              <a:rPr lang="fr-FR" smtClean="0"/>
              <a:t>05/04/2026</a:t>
            </a:fld>
            <a:endParaRPr lang="fr-FR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A6A38F-5C8E-497F-8761-3C4E0EEEA33A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66238710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6" name="Rectangle 5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F135F6-2A09-4FDD-9ECA-096E230CA0FA}" type="datetimeFigureOut">
              <a:rPr lang="fr-FR" smtClean="0"/>
              <a:t>05/04/2026</a:t>
            </a:fld>
            <a:endParaRPr lang="fr-FR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rgbClr val="FFFFFF"/>
                </a:solidFill>
              </a:defRPr>
            </a:lvl1pPr>
          </a:lstStyle>
          <a:p>
            <a:endParaRPr lang="fr-FR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A6A38F-5C8E-497F-8761-3C4E0EEEA33A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52426194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Tx" preserve="1">
  <p:cSld name="Contenu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16" y="0"/>
            <a:ext cx="4050791" cy="6858000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" name="Rectangle 8"/>
          <p:cNvSpPr/>
          <p:nvPr/>
        </p:nvSpPr>
        <p:spPr>
          <a:xfrm>
            <a:off x="4040071" y="0"/>
            <a:ext cx="64008" cy="6858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594359"/>
            <a:ext cx="3200400" cy="2286000"/>
          </a:xfrm>
        </p:spPr>
        <p:txBody>
          <a:bodyPr anchor="b">
            <a:normAutofit/>
          </a:bodyPr>
          <a:lstStyle>
            <a:lvl1pPr>
              <a:defRPr sz="3600" b="0">
                <a:solidFill>
                  <a:srgbClr val="FFFFFF"/>
                </a:solidFill>
              </a:defRPr>
            </a:lvl1pPr>
          </a:lstStyle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800600" y="731520"/>
            <a:ext cx="6492240" cy="5257800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2926080"/>
            <a:ext cx="3200400" cy="3379124"/>
          </a:xfrm>
        </p:spPr>
        <p:txBody>
          <a:bodyPr lIns="91440" rIns="91440">
            <a:normAutofit/>
          </a:bodyPr>
          <a:lstStyle>
            <a:lvl1pPr marL="0" indent="0">
              <a:buNone/>
              <a:defRPr sz="1500">
                <a:solidFill>
                  <a:srgbClr val="FFFFFF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65512" y="6459785"/>
            <a:ext cx="2618510" cy="365125"/>
          </a:xfrm>
        </p:spPr>
        <p:txBody>
          <a:bodyPr/>
          <a:lstStyle>
            <a:lvl1pPr algn="l">
              <a:defRPr/>
            </a:lvl1pPr>
          </a:lstStyle>
          <a:p>
            <a:fld id="{D7F135F6-2A09-4FDD-9ECA-096E230CA0FA}" type="datetimeFigureOut">
              <a:rPr lang="fr-FR" smtClean="0"/>
              <a:t>05/04/2026</a:t>
            </a:fld>
            <a:endParaRPr lang="fr-F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4800600" y="6459785"/>
            <a:ext cx="4648200" cy="365125"/>
          </a:xfrm>
        </p:spPr>
        <p:txBody>
          <a:bodyPr/>
          <a:lstStyle>
            <a:lvl1pPr algn="l">
              <a:defRPr>
                <a:solidFill>
                  <a:schemeClr val="tx2"/>
                </a:solidFill>
              </a:defRPr>
            </a:lvl1pPr>
          </a:lstStyle>
          <a:p>
            <a:endParaRPr lang="fr-F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B7A6A38F-5C8E-497F-8761-3C4E0EEEA33A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94194691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Imag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0" y="4953000"/>
            <a:ext cx="12188825" cy="1905000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" name="Rectangle 8"/>
          <p:cNvSpPr/>
          <p:nvPr/>
        </p:nvSpPr>
        <p:spPr>
          <a:xfrm>
            <a:off x="15" y="4915076"/>
            <a:ext cx="12188825" cy="64008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7280" y="5074920"/>
            <a:ext cx="10113264" cy="822960"/>
          </a:xfrm>
        </p:spPr>
        <p:txBody>
          <a:bodyPr lIns="91440" tIns="0" rIns="91440" bIns="0" anchor="b">
            <a:noAutofit/>
          </a:bodyPr>
          <a:lstStyle>
            <a:lvl1pPr>
              <a:defRPr sz="3600" b="0">
                <a:solidFill>
                  <a:srgbClr val="FFFFFF"/>
                </a:solidFill>
              </a:defRPr>
            </a:lvl1pPr>
          </a:lstStyle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5" y="0"/>
            <a:ext cx="12191985" cy="4915076"/>
          </a:xfrm>
          <a:blipFill>
            <a:blip r:embed="rId2"/>
            <a:stretch>
              <a:fillRect/>
            </a:stretch>
          </a:blipFill>
        </p:spPr>
        <p:txBody>
          <a:bodyPr lIns="457200" tIns="457200" anchor="t"/>
          <a:lstStyle>
            <a:lvl1pPr marL="0" indent="0">
              <a:buNone/>
              <a:defRPr sz="3200">
                <a:solidFill>
                  <a:schemeClr val="bg1"/>
                </a:solidFill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fr-FR"/>
              <a:t>Cliquez sur l'icône pour ajouter une image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097280" y="5907023"/>
            <a:ext cx="10113264" cy="594360"/>
          </a:xfrm>
        </p:spPr>
        <p:txBody>
          <a:bodyPr lIns="91440" tIns="0" rIns="91440" bIns="0">
            <a:normAutofit/>
          </a:bodyPr>
          <a:lstStyle>
            <a:lvl1pPr marL="0" indent="0">
              <a:spcBef>
                <a:spcPts val="0"/>
              </a:spcBef>
              <a:spcAft>
                <a:spcPts val="600"/>
              </a:spcAft>
              <a:buNone/>
              <a:defRPr sz="1500">
                <a:solidFill>
                  <a:srgbClr val="FFFFFF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F135F6-2A09-4FDD-9ECA-096E230CA0FA}" type="datetimeFigureOut">
              <a:rPr lang="fr-FR" smtClean="0"/>
              <a:t>05/04/2026</a:t>
            </a:fld>
            <a:endParaRPr lang="fr-F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A6A38F-5C8E-497F-8761-3C4E0EEEA33A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81953417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re et texte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lIns="45720" tIns="0" rIns="45720" bIns="0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F135F6-2A09-4FDD-9ECA-096E230CA0FA}" type="datetimeFigureOut">
              <a:rPr lang="fr-FR" smtClean="0"/>
              <a:t>05/04/2026</a:t>
            </a:fld>
            <a:endParaRPr lang="fr-F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A6A38F-5C8E-497F-8761-3C4E0EEEA33A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55301073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Titre vertical et tex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8" name="Rectangle 7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414778"/>
            <a:ext cx="2628900" cy="5757421"/>
          </a:xfrm>
        </p:spPr>
        <p:txBody>
          <a:bodyPr vert="eaVert"/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414778"/>
            <a:ext cx="7734300" cy="5757422"/>
          </a:xfrm>
        </p:spPr>
        <p:txBody>
          <a:bodyPr vert="eaVert" lIns="45720" tIns="0" rIns="45720" bIns="0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F135F6-2A09-4FDD-9ECA-096E230CA0FA}" type="datetimeFigureOut">
              <a:rPr lang="fr-FR" smtClean="0"/>
              <a:t>05/04/2026</a:t>
            </a:fld>
            <a:endParaRPr lang="fr-F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A6A38F-5C8E-497F-8761-3C4E0EEEA33A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60112959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1" y="6400800"/>
            <a:ext cx="12192000" cy="457200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fr-FR"/>
          </a:p>
        </p:txBody>
      </p:sp>
      <p:sp>
        <p:nvSpPr>
          <p:cNvPr id="9" name="Rectangle 8"/>
          <p:cNvSpPr/>
          <p:nvPr/>
        </p:nvSpPr>
        <p:spPr>
          <a:xfrm>
            <a:off x="0" y="6334316"/>
            <a:ext cx="12192001" cy="65998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fr-FR"/>
          </a:p>
        </p:txBody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0" y="2"/>
            <a:ext cx="12192000" cy="882796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7795" y="981887"/>
            <a:ext cx="11956410" cy="5253339"/>
          </a:xfrm>
          <a:prstGeom prst="rect">
            <a:avLst/>
          </a:prstGeom>
        </p:spPr>
        <p:txBody>
          <a:bodyPr vert="horz" lIns="0" tIns="45720" rIns="0" bIns="45720" rtlCol="0">
            <a:normAutofit/>
          </a:bodyPr>
          <a:lstStyle/>
          <a:p>
            <a:pPr lvl="0"/>
            <a:r>
              <a:rPr lang="fr-FR" dirty="0"/>
              <a:t>Cliquez pour modifier les styles du texte du masque</a:t>
            </a:r>
          </a:p>
          <a:p>
            <a:pPr lvl="1"/>
            <a:r>
              <a:rPr lang="fr-FR" dirty="0"/>
              <a:t>Deuxième niveau</a:t>
            </a:r>
          </a:p>
          <a:p>
            <a:pPr lvl="2"/>
            <a:r>
              <a:rPr lang="fr-FR" dirty="0"/>
              <a:t>Troisième niveau</a:t>
            </a:r>
          </a:p>
          <a:p>
            <a:pPr lvl="3"/>
            <a:r>
              <a:rPr lang="fr-FR" dirty="0"/>
              <a:t>Quatrième niveau</a:t>
            </a:r>
          </a:p>
          <a:p>
            <a:pPr lvl="4"/>
            <a:r>
              <a:rPr lang="fr-FR" dirty="0"/>
              <a:t>Cinquième niveau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28450" y="6459785"/>
            <a:ext cx="2472271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rgbClr val="FFFFFF"/>
                </a:solidFill>
              </a:defRPr>
            </a:lvl1pPr>
          </a:lstStyle>
          <a:p>
            <a:fld id="{D7F135F6-2A09-4FDD-9ECA-096E230CA0FA}" type="datetimeFigureOut">
              <a:rPr lang="fr-FR" smtClean="0"/>
              <a:t>05/04/2026</a:t>
            </a:fld>
            <a:endParaRPr lang="fr-FR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784474" y="6459785"/>
            <a:ext cx="6626226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 cap="all" baseline="0">
                <a:solidFill>
                  <a:srgbClr val="FFFFFF"/>
                </a:solidFill>
              </a:defRPr>
            </a:lvl1pPr>
          </a:lstStyle>
          <a:p>
            <a:endParaRPr lang="fr-FR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760429" y="6459785"/>
            <a:ext cx="131202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rgbClr val="FFFFFF"/>
                </a:solidFill>
              </a:defRPr>
            </a:lvl1pPr>
          </a:lstStyle>
          <a:p>
            <a:fld id="{B7A6A38F-5C8E-497F-8761-3C4E0EEEA33A}" type="slidenum">
              <a:rPr lang="fr-FR" smtClean="0"/>
              <a:t>‹N°›</a:t>
            </a:fld>
            <a:endParaRPr lang="fr-FR" dirty="0"/>
          </a:p>
        </p:txBody>
      </p:sp>
      <p:cxnSp>
        <p:nvCxnSpPr>
          <p:cNvPr id="10" name="Straight Connector 9"/>
          <p:cNvCxnSpPr>
            <a:cxnSpLocks/>
          </p:cNvCxnSpPr>
          <p:nvPr/>
        </p:nvCxnSpPr>
        <p:spPr>
          <a:xfrm>
            <a:off x="117795" y="891152"/>
            <a:ext cx="11956410" cy="0"/>
          </a:xfrm>
          <a:prstGeom prst="line">
            <a:avLst/>
          </a:prstGeom>
          <a:ln w="635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14519996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914400" rtl="0" eaLnBrk="1" latinLnBrk="0" hangingPunct="1">
        <a:lnSpc>
          <a:spcPct val="85000"/>
        </a:lnSpc>
        <a:spcBef>
          <a:spcPct val="0"/>
        </a:spcBef>
        <a:buNone/>
        <a:defRPr sz="4400" kern="1200" spc="-50" baseline="0">
          <a:solidFill>
            <a:schemeClr val="tx1">
              <a:lumMod val="75000"/>
              <a:lumOff val="25000"/>
            </a:schemeClr>
          </a:solidFill>
          <a:latin typeface="+mj-lt"/>
          <a:ea typeface="+mj-ea"/>
          <a:cs typeface="+mj-cs"/>
        </a:defRPr>
      </a:lvl1pPr>
    </p:titleStyle>
    <p:bodyStyle>
      <a:lvl1pPr marL="271463" indent="-271463" algn="l" defTabSz="914400" rtl="0" eaLnBrk="1" latinLnBrk="0" hangingPunct="1">
        <a:lnSpc>
          <a:spcPct val="90000"/>
        </a:lnSpc>
        <a:spcBef>
          <a:spcPts val="1200"/>
        </a:spcBef>
        <a:spcAft>
          <a:spcPts val="200"/>
        </a:spcAft>
        <a:buClr>
          <a:schemeClr val="tx2"/>
        </a:buClr>
        <a:buSzPct val="80000"/>
        <a:buFont typeface="Wingdings" panose="05000000000000000000" pitchFamily="2" charset="2"/>
        <a:buChar char="q"/>
        <a:defRPr lang="fr-FR" sz="2800" kern="1200" dirty="0" smtClean="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449263" indent="-249238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SzPct val="80000"/>
        <a:buFont typeface="Wingdings" panose="05000000000000000000" pitchFamily="2" charset="2"/>
        <a:buChar char="q"/>
        <a:defRPr lang="fr-FR" sz="2400" kern="1200" dirty="0" smtClean="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627063" indent="-242888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2"/>
        </a:buClr>
        <a:buSzPct val="80000"/>
        <a:buFont typeface="Wingdings" panose="05000000000000000000" pitchFamily="2" charset="2"/>
        <a:buChar char="q"/>
        <a:defRPr lang="fr-FR" sz="1800" kern="1200" dirty="0" smtClean="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804863" indent="-238125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3"/>
        </a:buClr>
        <a:buSzPct val="80000"/>
        <a:buFont typeface="Wingdings" panose="05000000000000000000" pitchFamily="2" charset="2"/>
        <a:buChar char="q"/>
        <a:defRPr lang="fr-FR" sz="1800" kern="1200" dirty="0" smtClean="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982663" indent="-233363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4"/>
        </a:buClr>
        <a:buSzPct val="80000"/>
        <a:buFont typeface="Wingdings" panose="05000000000000000000" pitchFamily="2" charset="2"/>
        <a:buChar char="q"/>
        <a:defRPr lang="en-US" sz="1800" kern="1200" dirty="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11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marL="13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marL="15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marL="17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 userDrawn="1">
          <p15:clr>
            <a:srgbClr val="F26B43"/>
          </p15:clr>
        </p15:guide>
        <p15:guide id="2" pos="3840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8.png"/><Relationship Id="rId13" Type="http://schemas.openxmlformats.org/officeDocument/2006/relationships/image" Target="../media/image13.png"/><Relationship Id="rId18" Type="http://schemas.openxmlformats.org/officeDocument/2006/relationships/image" Target="../media/image18.png"/><Relationship Id="rId3" Type="http://schemas.openxmlformats.org/officeDocument/2006/relationships/image" Target="../media/image3.png"/><Relationship Id="rId7" Type="http://schemas.openxmlformats.org/officeDocument/2006/relationships/image" Target="../media/image7.png"/><Relationship Id="rId12" Type="http://schemas.openxmlformats.org/officeDocument/2006/relationships/image" Target="../media/image12.png"/><Relationship Id="rId17" Type="http://schemas.openxmlformats.org/officeDocument/2006/relationships/image" Target="../media/image17.png"/><Relationship Id="rId2" Type="http://schemas.openxmlformats.org/officeDocument/2006/relationships/image" Target="../media/image2.png"/><Relationship Id="rId16" Type="http://schemas.openxmlformats.org/officeDocument/2006/relationships/image" Target="../media/image16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.png"/><Relationship Id="rId11" Type="http://schemas.openxmlformats.org/officeDocument/2006/relationships/image" Target="../media/image11.png"/><Relationship Id="rId5" Type="http://schemas.openxmlformats.org/officeDocument/2006/relationships/image" Target="../media/image5.png"/><Relationship Id="rId15" Type="http://schemas.openxmlformats.org/officeDocument/2006/relationships/image" Target="../media/image15.png"/><Relationship Id="rId10" Type="http://schemas.openxmlformats.org/officeDocument/2006/relationships/image" Target="../media/image10.png"/><Relationship Id="rId4" Type="http://schemas.openxmlformats.org/officeDocument/2006/relationships/image" Target="../media/image4.png"/><Relationship Id="rId9" Type="http://schemas.openxmlformats.org/officeDocument/2006/relationships/image" Target="../media/image9.png"/><Relationship Id="rId14" Type="http://schemas.openxmlformats.org/officeDocument/2006/relationships/image" Target="../media/image14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8A169B8C-C613-5194-0894-54831B3305C1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3" name="Sous-titre 2">
            <a:extLst>
              <a:ext uri="{FF2B5EF4-FFF2-40B4-BE49-F238E27FC236}">
                <a16:creationId xmlns:a16="http://schemas.microsoft.com/office/drawing/2014/main" id="{12914DB3-05EE-DC10-8133-D85DE6A654F5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28984345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2B23CFB6-C96F-2738-656C-799A569A57D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63A0F49C-2000-CFFA-4CC2-9D86BC1329D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 err="1"/>
              <a:t>Lkj</a:t>
            </a:r>
            <a:r>
              <a:rPr lang="fr-FR" dirty="0"/>
              <a:t> 	</a:t>
            </a:r>
          </a:p>
          <a:p>
            <a:pPr lvl="1"/>
            <a:r>
              <a:rPr lang="fr-FR" dirty="0" err="1"/>
              <a:t>Lkj</a:t>
            </a:r>
            <a:endParaRPr lang="fr-FR" dirty="0"/>
          </a:p>
          <a:p>
            <a:pPr lvl="1"/>
            <a:r>
              <a:rPr lang="fr-FR" dirty="0" err="1"/>
              <a:t>Qcsdv</a:t>
            </a:r>
            <a:endParaRPr lang="fr-FR" dirty="0"/>
          </a:p>
          <a:p>
            <a:pPr lvl="1"/>
            <a:r>
              <a:rPr lang="fr-FR" dirty="0"/>
              <a:t>Cs:;m;</a:t>
            </a:r>
          </a:p>
          <a:p>
            <a:pPr lvl="2"/>
            <a:r>
              <a:rPr lang="fr-FR" dirty="0" err="1"/>
              <a:t>Mù;m</a:t>
            </a:r>
            <a:r>
              <a:rPr lang="fr-FR" dirty="0"/>
              <a:t>;</a:t>
            </a:r>
          </a:p>
          <a:p>
            <a:pPr lvl="2"/>
            <a:r>
              <a:rPr lang="fr-FR" dirty="0" err="1"/>
              <a:t>Ùm;ùm</a:t>
            </a:r>
            <a:endParaRPr lang="fr-FR" dirty="0"/>
          </a:p>
          <a:p>
            <a:pPr lvl="2"/>
            <a:r>
              <a:rPr lang="fr-FR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69668457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re 3">
            <a:extLst>
              <a:ext uri="{FF2B5EF4-FFF2-40B4-BE49-F238E27FC236}">
                <a16:creationId xmlns:a16="http://schemas.microsoft.com/office/drawing/2014/main" id="{B794E1E6-E0CB-0314-482E-A48AE59E088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02 Chaîne fonctionnelle</a:t>
            </a:r>
          </a:p>
        </p:txBody>
      </p:sp>
      <p:sp>
        <p:nvSpPr>
          <p:cNvPr id="5" name="Espace réservé du texte 4">
            <a:extLst>
              <a:ext uri="{FF2B5EF4-FFF2-40B4-BE49-F238E27FC236}">
                <a16:creationId xmlns:a16="http://schemas.microsoft.com/office/drawing/2014/main" id="{31164354-1A91-E980-2D9B-9062246D64F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6849442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2" name="ZoneTexte 1">
                <a:extLst>
                  <a:ext uri="{FF2B5EF4-FFF2-40B4-BE49-F238E27FC236}">
                    <a16:creationId xmlns:a16="http://schemas.microsoft.com/office/drawing/2014/main" id="{CE9B1931-07DA-0F46-7F7A-32594AF6DF26}"/>
                  </a:ext>
                </a:extLst>
              </p:cNvPr>
              <p:cNvSpPr txBox="1"/>
              <p:nvPr/>
            </p:nvSpPr>
            <p:spPr>
              <a:xfrm>
                <a:off x="4428769" y="3570697"/>
                <a:ext cx="1161960" cy="81560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fr-FR" sz="1200" b="1" dirty="0">
                    <a:solidFill>
                      <a:srgbClr val="FFB25A"/>
                    </a:solidFill>
                    <a:latin typeface="Arial Nova" panose="020B0504020202020204" pitchFamily="34" charset="0"/>
                  </a:rPr>
                  <a:t> </a:t>
                </a:r>
                <a:r>
                  <a:rPr lang="fr-FR" sz="900" b="1" dirty="0">
                    <a:solidFill>
                      <a:srgbClr val="FFB25A"/>
                    </a:solidFill>
                    <a:latin typeface="Arial Nova" panose="020B0504020202020204" pitchFamily="34" charset="0"/>
                  </a:rPr>
                  <a:t>[-9,+9V]=</a:t>
                </a:r>
                <a:endParaRPr lang="fr-FR" sz="900" b="1" dirty="0">
                  <a:solidFill>
                    <a:srgbClr val="FFB25A"/>
                  </a:solidFill>
                  <a:latin typeface="Arial Nova" panose="020B0504020202020204" pitchFamily="34" charset="0"/>
                  <a:ea typeface="Cambria Math" panose="02040503050406030204" pitchFamily="18" charset="0"/>
                  <a:cs typeface="Calibri" panose="020F0502020204030204" pitchFamily="34" charset="0"/>
                </a:endParaRPr>
              </a:p>
              <a:p>
                <a:pPr algn="ctr"/>
                <a:r>
                  <a:rPr lang="fr-FR" sz="900" b="1" dirty="0">
                    <a:solidFill>
                      <a:srgbClr val="FFB25A"/>
                    </a:solidFill>
                    <a:latin typeface="Arial Nova" panose="020B0504020202020204" pitchFamily="34" charset="0"/>
                  </a:rPr>
                  <a:t> [-0,38,0,38 A]</a:t>
                </a:r>
                <a:endParaRPr lang="fr-FR" sz="900" b="1" dirty="0">
                  <a:solidFill>
                    <a:srgbClr val="FFB25A"/>
                  </a:solidFill>
                  <a:latin typeface="Arial Nova" panose="020B0504020202020204" pitchFamily="34" charset="0"/>
                  <a:ea typeface="Cambria Math" panose="02040503050406030204" pitchFamily="18" charset="0"/>
                  <a:cs typeface="Calibri" panose="020F0502020204030204" pitchFamily="34" charset="0"/>
                </a:endParaRP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fr-FR" sz="1200" b="1" i="1" smtClean="0">
                              <a:solidFill>
                                <a:srgbClr val="FFB25A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200" b="1" i="1" smtClean="0">
                              <a:solidFill>
                                <a:srgbClr val="FFB25A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𝓟</m:t>
                          </m:r>
                        </m:e>
                        <m:sub>
                          <m:r>
                            <a:rPr lang="fr-FR" sz="1200" b="1" i="1" smtClean="0">
                              <a:solidFill>
                                <a:srgbClr val="FFB25A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𝒆𝒍𝒆𝒄</m:t>
                          </m:r>
                        </m:sub>
                      </m:sSub>
                      <m:r>
                        <a:rPr lang="fr-FR" sz="1200" b="1" i="1" smtClean="0">
                          <a:solidFill>
                            <a:srgbClr val="FFB25A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r>
                        <a:rPr lang="fr-FR" sz="1200" b="1" i="1" smtClean="0">
                          <a:solidFill>
                            <a:srgbClr val="FFB25A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𝑼𝑰</m:t>
                      </m:r>
                    </m:oMath>
                  </m:oMathPara>
                </a14:m>
                <a:endParaRPr lang="fr-FR" sz="1200" b="1" dirty="0">
                  <a:solidFill>
                    <a:srgbClr val="FFB25A"/>
                  </a:solidFill>
                  <a:latin typeface="Arial Nova" panose="020B0504020202020204" pitchFamily="34" charset="0"/>
                </a:endParaRPr>
              </a:p>
              <a:p>
                <a:pPr algn="ctr"/>
                <a:endParaRPr lang="fr-FR" sz="1200" b="1" dirty="0">
                  <a:solidFill>
                    <a:srgbClr val="FFB25A"/>
                  </a:solidFill>
                  <a:latin typeface="Arial Nova" panose="020B0504020202020204" pitchFamily="34" charset="0"/>
                </a:endParaRPr>
              </a:p>
            </p:txBody>
          </p:sp>
        </mc:Choice>
        <mc:Fallback>
          <p:sp>
            <p:nvSpPr>
              <p:cNvPr id="2" name="ZoneTexte 1">
                <a:extLst>
                  <a:ext uri="{FF2B5EF4-FFF2-40B4-BE49-F238E27FC236}">
                    <a16:creationId xmlns:a16="http://schemas.microsoft.com/office/drawing/2014/main" id="{CE9B1931-07DA-0F46-7F7A-32594AF6DF2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428769" y="3570697"/>
                <a:ext cx="1161960" cy="815608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Titre 3">
            <a:extLst>
              <a:ext uri="{FF2B5EF4-FFF2-40B4-BE49-F238E27FC236}">
                <a16:creationId xmlns:a16="http://schemas.microsoft.com/office/drawing/2014/main" id="{E5C1CAA4-BEC8-E034-06F5-82D8ED3BFB4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Exo-V</a:t>
            </a:r>
          </a:p>
        </p:txBody>
      </p:sp>
      <p:sp>
        <p:nvSpPr>
          <p:cNvPr id="6" name="Rectangle : coins arrondis 5">
            <a:extLst>
              <a:ext uri="{FF2B5EF4-FFF2-40B4-BE49-F238E27FC236}">
                <a16:creationId xmlns:a16="http://schemas.microsoft.com/office/drawing/2014/main" id="{F7822C3A-6752-03D9-8DF8-C9BF49763BD8}"/>
              </a:ext>
            </a:extLst>
          </p:cNvPr>
          <p:cNvSpPr/>
          <p:nvPr/>
        </p:nvSpPr>
        <p:spPr>
          <a:xfrm>
            <a:off x="1056905" y="1330378"/>
            <a:ext cx="1440000" cy="540000"/>
          </a:xfrm>
          <a:prstGeom prst="roundRect">
            <a:avLst>
              <a:gd name="adj" fmla="val 11914"/>
            </a:avLst>
          </a:prstGeom>
          <a:noFill/>
          <a:ln w="19050">
            <a:solidFill>
              <a:srgbClr val="004F77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400" dirty="0">
                <a:solidFill>
                  <a:srgbClr val="004F77"/>
                </a:solidFill>
                <a:latin typeface="Arial Nova" panose="020B0504020202020204" pitchFamily="34" charset="0"/>
              </a:rPr>
              <a:t>Acquérir</a:t>
            </a:r>
          </a:p>
        </p:txBody>
      </p:sp>
      <p:sp>
        <p:nvSpPr>
          <p:cNvPr id="7" name="Rectangle : coins arrondis 6">
            <a:extLst>
              <a:ext uri="{FF2B5EF4-FFF2-40B4-BE49-F238E27FC236}">
                <a16:creationId xmlns:a16="http://schemas.microsoft.com/office/drawing/2014/main" id="{FEC70D79-FF53-E1E6-8F5D-7DB4552BDEB8}"/>
              </a:ext>
            </a:extLst>
          </p:cNvPr>
          <p:cNvSpPr/>
          <p:nvPr/>
        </p:nvSpPr>
        <p:spPr>
          <a:xfrm>
            <a:off x="1056905" y="2105524"/>
            <a:ext cx="1440000" cy="859876"/>
          </a:xfrm>
          <a:prstGeom prst="roundRect">
            <a:avLst>
              <a:gd name="adj" fmla="val 11914"/>
            </a:avLst>
          </a:prstGeom>
          <a:solidFill>
            <a:srgbClr val="DFE3EB"/>
          </a:solidFill>
          <a:ln w="19050">
            <a:solidFill>
              <a:srgbClr val="DFE3EB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fr-FR" sz="800" dirty="0">
                <a:solidFill>
                  <a:srgbClr val="004F77"/>
                </a:solidFill>
                <a:latin typeface="Arial Nova" panose="020B0504020202020204" pitchFamily="34" charset="0"/>
              </a:rPr>
              <a:t>Potentiomètre linéaire</a:t>
            </a:r>
          </a:p>
          <a:p>
            <a:pPr algn="ctr"/>
            <a:endParaRPr lang="fr-FR" sz="800" dirty="0">
              <a:solidFill>
                <a:srgbClr val="004F77"/>
              </a:solidFill>
              <a:latin typeface="Arial Nova" panose="020B0504020202020204" pitchFamily="34" charset="0"/>
            </a:endParaRPr>
          </a:p>
          <a:p>
            <a:pPr algn="ctr"/>
            <a:r>
              <a:rPr lang="fr-FR" sz="800" dirty="0">
                <a:solidFill>
                  <a:srgbClr val="004F77"/>
                </a:solidFill>
                <a:latin typeface="Arial Nova" panose="020B0504020202020204" pitchFamily="34" charset="0"/>
              </a:rPr>
              <a:t>Capteur d’effort colonne</a:t>
            </a:r>
          </a:p>
          <a:p>
            <a:pPr algn="ctr"/>
            <a:endParaRPr lang="fr-FR" sz="800" dirty="0">
              <a:solidFill>
                <a:srgbClr val="004F77"/>
              </a:solidFill>
              <a:latin typeface="Arial Nova" panose="020B0504020202020204" pitchFamily="34" charset="0"/>
            </a:endParaRPr>
          </a:p>
          <a:p>
            <a:pPr algn="ctr"/>
            <a:r>
              <a:rPr lang="fr-FR" sz="800" dirty="0">
                <a:solidFill>
                  <a:srgbClr val="004F77"/>
                </a:solidFill>
                <a:latin typeface="Arial Nova" panose="020B0504020202020204" pitchFamily="34" charset="0"/>
              </a:rPr>
              <a:t>Capteur angulaire</a:t>
            </a:r>
          </a:p>
          <a:p>
            <a:pPr algn="ctr"/>
            <a:endParaRPr lang="fr-FR" sz="800" dirty="0">
              <a:solidFill>
                <a:srgbClr val="004F77"/>
              </a:solidFill>
              <a:latin typeface="Arial Nova" panose="020B0504020202020204" pitchFamily="34" charset="0"/>
            </a:endParaRPr>
          </a:p>
        </p:txBody>
      </p:sp>
      <p:sp>
        <p:nvSpPr>
          <p:cNvPr id="8" name="Rectangle : coins arrondis 7">
            <a:extLst>
              <a:ext uri="{FF2B5EF4-FFF2-40B4-BE49-F238E27FC236}">
                <a16:creationId xmlns:a16="http://schemas.microsoft.com/office/drawing/2014/main" id="{492C39D7-C7C7-3458-7E55-FC4FCBD955B0}"/>
              </a:ext>
            </a:extLst>
          </p:cNvPr>
          <p:cNvSpPr/>
          <p:nvPr/>
        </p:nvSpPr>
        <p:spPr>
          <a:xfrm>
            <a:off x="3229319" y="1328842"/>
            <a:ext cx="1440000" cy="540000"/>
          </a:xfrm>
          <a:prstGeom prst="roundRect">
            <a:avLst>
              <a:gd name="adj" fmla="val 11914"/>
            </a:avLst>
          </a:prstGeom>
          <a:noFill/>
          <a:ln w="19050">
            <a:solidFill>
              <a:srgbClr val="004F77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400" dirty="0">
                <a:solidFill>
                  <a:srgbClr val="0C7391"/>
                </a:solidFill>
                <a:latin typeface="Arial Nova" panose="020B0504020202020204" pitchFamily="34" charset="0"/>
              </a:rPr>
              <a:t>Traiter</a:t>
            </a:r>
          </a:p>
        </p:txBody>
      </p:sp>
      <p:sp>
        <p:nvSpPr>
          <p:cNvPr id="9" name="Rectangle : coins arrondis 8">
            <a:extLst>
              <a:ext uri="{FF2B5EF4-FFF2-40B4-BE49-F238E27FC236}">
                <a16:creationId xmlns:a16="http://schemas.microsoft.com/office/drawing/2014/main" id="{5E73C37F-4A2D-AB41-B3A3-7332F9A357A2}"/>
              </a:ext>
            </a:extLst>
          </p:cNvPr>
          <p:cNvSpPr/>
          <p:nvPr/>
        </p:nvSpPr>
        <p:spPr>
          <a:xfrm>
            <a:off x="3218894" y="2121703"/>
            <a:ext cx="1440000" cy="540000"/>
          </a:xfrm>
          <a:prstGeom prst="roundRect">
            <a:avLst>
              <a:gd name="adj" fmla="val 11914"/>
            </a:avLst>
          </a:prstGeom>
          <a:solidFill>
            <a:srgbClr val="E4EBF0"/>
          </a:solidFill>
          <a:ln w="19050">
            <a:solidFill>
              <a:srgbClr val="E4EBF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200" dirty="0">
                <a:solidFill>
                  <a:srgbClr val="0C7391"/>
                </a:solidFill>
                <a:latin typeface="Arial Nova" panose="020B0504020202020204" pitchFamily="34" charset="0"/>
              </a:rPr>
              <a:t>Carte ESCON</a:t>
            </a:r>
          </a:p>
        </p:txBody>
      </p:sp>
      <p:sp>
        <p:nvSpPr>
          <p:cNvPr id="10" name="Rectangle : coins arrondis 9">
            <a:extLst>
              <a:ext uri="{FF2B5EF4-FFF2-40B4-BE49-F238E27FC236}">
                <a16:creationId xmlns:a16="http://schemas.microsoft.com/office/drawing/2014/main" id="{8BE8DB55-CD2C-9609-869B-BFB5FBA5A6D3}"/>
              </a:ext>
            </a:extLst>
          </p:cNvPr>
          <p:cNvSpPr/>
          <p:nvPr/>
        </p:nvSpPr>
        <p:spPr>
          <a:xfrm>
            <a:off x="5389319" y="1306501"/>
            <a:ext cx="1440000" cy="576000"/>
          </a:xfrm>
          <a:prstGeom prst="roundRect">
            <a:avLst>
              <a:gd name="adj" fmla="val 11914"/>
            </a:avLst>
          </a:prstGeom>
          <a:noFill/>
          <a:ln w="19050">
            <a:solidFill>
              <a:srgbClr val="08A55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400" dirty="0">
                <a:solidFill>
                  <a:srgbClr val="08A559"/>
                </a:solidFill>
                <a:latin typeface="Arial Nova" panose="020B0504020202020204" pitchFamily="34" charset="0"/>
              </a:rPr>
              <a:t>Communiquer</a:t>
            </a:r>
          </a:p>
        </p:txBody>
      </p:sp>
      <p:sp>
        <p:nvSpPr>
          <p:cNvPr id="11" name="Rectangle : coins arrondis 10">
            <a:extLst>
              <a:ext uri="{FF2B5EF4-FFF2-40B4-BE49-F238E27FC236}">
                <a16:creationId xmlns:a16="http://schemas.microsoft.com/office/drawing/2014/main" id="{E7C50B13-9945-267C-9C0F-3901C1922B55}"/>
              </a:ext>
            </a:extLst>
          </p:cNvPr>
          <p:cNvSpPr/>
          <p:nvPr/>
        </p:nvSpPr>
        <p:spPr>
          <a:xfrm>
            <a:off x="5389319" y="2100470"/>
            <a:ext cx="1406281" cy="534390"/>
          </a:xfrm>
          <a:prstGeom prst="roundRect">
            <a:avLst>
              <a:gd name="adj" fmla="val 11914"/>
            </a:avLst>
          </a:prstGeom>
          <a:solidFill>
            <a:srgbClr val="E8F3E8"/>
          </a:solidFill>
          <a:ln w="19050">
            <a:solidFill>
              <a:srgbClr val="E8F3E8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200" dirty="0" err="1">
                <a:solidFill>
                  <a:srgbClr val="08A559"/>
                </a:solidFill>
                <a:latin typeface="Arial Nova" panose="020B0504020202020204" pitchFamily="34" charset="0"/>
              </a:rPr>
              <a:t>Leds</a:t>
            </a:r>
            <a:endParaRPr lang="fr-FR" sz="1200" dirty="0">
              <a:solidFill>
                <a:srgbClr val="08A559"/>
              </a:solidFill>
              <a:latin typeface="Arial Nova" panose="020B0504020202020204" pitchFamily="34" charset="0"/>
            </a:endParaRPr>
          </a:p>
        </p:txBody>
      </p:sp>
      <p:sp>
        <p:nvSpPr>
          <p:cNvPr id="12" name="Rectangle : coins arrondis 11">
            <a:extLst>
              <a:ext uri="{FF2B5EF4-FFF2-40B4-BE49-F238E27FC236}">
                <a16:creationId xmlns:a16="http://schemas.microsoft.com/office/drawing/2014/main" id="{8CFBB7BE-C306-859A-CF41-F04DD9BC455C}"/>
              </a:ext>
            </a:extLst>
          </p:cNvPr>
          <p:cNvSpPr/>
          <p:nvPr/>
        </p:nvSpPr>
        <p:spPr>
          <a:xfrm>
            <a:off x="1056905" y="3323232"/>
            <a:ext cx="1440000" cy="540000"/>
          </a:xfrm>
          <a:prstGeom prst="roundRect">
            <a:avLst>
              <a:gd name="adj" fmla="val 11914"/>
            </a:avLst>
          </a:prstGeom>
          <a:noFill/>
          <a:ln w="19050">
            <a:solidFill>
              <a:srgbClr val="FDAD57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400" dirty="0">
                <a:solidFill>
                  <a:srgbClr val="FDAD57"/>
                </a:solidFill>
                <a:latin typeface="Arial Nova" panose="020B0504020202020204" pitchFamily="34" charset="0"/>
              </a:rPr>
              <a:t>Alimenter</a:t>
            </a:r>
          </a:p>
        </p:txBody>
      </p:sp>
      <p:sp>
        <p:nvSpPr>
          <p:cNvPr id="13" name="Rectangle : coins arrondis 12">
            <a:extLst>
              <a:ext uri="{FF2B5EF4-FFF2-40B4-BE49-F238E27FC236}">
                <a16:creationId xmlns:a16="http://schemas.microsoft.com/office/drawing/2014/main" id="{D364B3FD-91A8-1B5F-5FD3-55E164E3B9AE}"/>
              </a:ext>
            </a:extLst>
          </p:cNvPr>
          <p:cNvSpPr/>
          <p:nvPr/>
        </p:nvSpPr>
        <p:spPr>
          <a:xfrm>
            <a:off x="1056905" y="4017987"/>
            <a:ext cx="1440000" cy="540000"/>
          </a:xfrm>
          <a:prstGeom prst="roundRect">
            <a:avLst>
              <a:gd name="adj" fmla="val 11914"/>
            </a:avLst>
          </a:prstGeom>
          <a:solidFill>
            <a:srgbClr val="FEE6CC"/>
          </a:solidFill>
          <a:ln w="19050">
            <a:solidFill>
              <a:srgbClr val="FEE6CC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200" dirty="0">
                <a:solidFill>
                  <a:srgbClr val="FDAD57"/>
                </a:solidFill>
                <a:latin typeface="Arial Nova" panose="020B0504020202020204" pitchFamily="34" charset="0"/>
              </a:rPr>
              <a:t>Alimentation</a:t>
            </a:r>
          </a:p>
        </p:txBody>
      </p:sp>
      <p:sp>
        <p:nvSpPr>
          <p:cNvPr id="14" name="Rectangle : coins arrondis 13">
            <a:extLst>
              <a:ext uri="{FF2B5EF4-FFF2-40B4-BE49-F238E27FC236}">
                <a16:creationId xmlns:a16="http://schemas.microsoft.com/office/drawing/2014/main" id="{96A2B729-7EE6-8CA6-72B2-5A16AA5A785A}"/>
              </a:ext>
            </a:extLst>
          </p:cNvPr>
          <p:cNvSpPr/>
          <p:nvPr/>
        </p:nvSpPr>
        <p:spPr>
          <a:xfrm>
            <a:off x="3218894" y="3318469"/>
            <a:ext cx="1440000" cy="540000"/>
          </a:xfrm>
          <a:prstGeom prst="roundRect">
            <a:avLst>
              <a:gd name="adj" fmla="val 11914"/>
            </a:avLst>
          </a:prstGeom>
          <a:noFill/>
          <a:ln w="19050">
            <a:solidFill>
              <a:srgbClr val="0C739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400" dirty="0">
                <a:solidFill>
                  <a:srgbClr val="0C7391"/>
                </a:solidFill>
                <a:latin typeface="Arial Nova" panose="020B0504020202020204" pitchFamily="34" charset="0"/>
              </a:rPr>
              <a:t>Distribuer</a:t>
            </a:r>
          </a:p>
        </p:txBody>
      </p:sp>
      <p:sp>
        <p:nvSpPr>
          <p:cNvPr id="15" name="Rectangle : coins arrondis 14">
            <a:extLst>
              <a:ext uri="{FF2B5EF4-FFF2-40B4-BE49-F238E27FC236}">
                <a16:creationId xmlns:a16="http://schemas.microsoft.com/office/drawing/2014/main" id="{3841B1B6-C546-170C-78BF-906D65F5DAA8}"/>
              </a:ext>
            </a:extLst>
          </p:cNvPr>
          <p:cNvSpPr/>
          <p:nvPr/>
        </p:nvSpPr>
        <p:spPr>
          <a:xfrm>
            <a:off x="3229319" y="4003689"/>
            <a:ext cx="1440000" cy="572255"/>
          </a:xfrm>
          <a:prstGeom prst="roundRect">
            <a:avLst>
              <a:gd name="adj" fmla="val 11914"/>
            </a:avLst>
          </a:prstGeom>
          <a:solidFill>
            <a:srgbClr val="9EC7D3"/>
          </a:solidFill>
          <a:ln w="19050">
            <a:solidFill>
              <a:srgbClr val="9EC7D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100" dirty="0">
                <a:solidFill>
                  <a:srgbClr val="0C7391"/>
                </a:solidFill>
                <a:latin typeface="Arial Nova" panose="020B0504020202020204" pitchFamily="34" charset="0"/>
              </a:rPr>
              <a:t>Carte ESCON</a:t>
            </a:r>
          </a:p>
          <a:p>
            <a:pPr algn="ctr"/>
            <a:r>
              <a:rPr lang="fr-FR" sz="1100" dirty="0" err="1">
                <a:solidFill>
                  <a:srgbClr val="0C7391"/>
                </a:solidFill>
                <a:latin typeface="Arial Nova" panose="020B0504020202020204" pitchFamily="34" charset="0"/>
              </a:rPr>
              <a:t>Maxon</a:t>
            </a:r>
            <a:endParaRPr lang="fr-FR" dirty="0">
              <a:solidFill>
                <a:srgbClr val="0C7391"/>
              </a:solidFill>
              <a:latin typeface="Arial Nova" panose="020B0504020202020204" pitchFamily="34" charset="0"/>
            </a:endParaRPr>
          </a:p>
        </p:txBody>
      </p:sp>
      <p:sp>
        <p:nvSpPr>
          <p:cNvPr id="16" name="Rectangle : coins arrondis 15">
            <a:extLst>
              <a:ext uri="{FF2B5EF4-FFF2-40B4-BE49-F238E27FC236}">
                <a16:creationId xmlns:a16="http://schemas.microsoft.com/office/drawing/2014/main" id="{B8181AD4-9AB8-CA7B-EFBF-8B9CD4369264}"/>
              </a:ext>
            </a:extLst>
          </p:cNvPr>
          <p:cNvSpPr/>
          <p:nvPr/>
        </p:nvSpPr>
        <p:spPr>
          <a:xfrm>
            <a:off x="5380883" y="3323232"/>
            <a:ext cx="1440000" cy="540000"/>
          </a:xfrm>
          <a:prstGeom prst="roundRect">
            <a:avLst>
              <a:gd name="adj" fmla="val 11914"/>
            </a:avLst>
          </a:prstGeom>
          <a:noFill/>
          <a:ln w="19050">
            <a:solidFill>
              <a:srgbClr val="68348B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400" dirty="0">
                <a:solidFill>
                  <a:srgbClr val="68348B"/>
                </a:solidFill>
                <a:latin typeface="Arial Nova" panose="020B0504020202020204" pitchFamily="34" charset="0"/>
              </a:rPr>
              <a:t>Convertir</a:t>
            </a:r>
          </a:p>
        </p:txBody>
      </p:sp>
      <p:sp>
        <p:nvSpPr>
          <p:cNvPr id="17" name="Rectangle : coins arrondis 16">
            <a:extLst>
              <a:ext uri="{FF2B5EF4-FFF2-40B4-BE49-F238E27FC236}">
                <a16:creationId xmlns:a16="http://schemas.microsoft.com/office/drawing/2014/main" id="{7E462E27-42D7-734B-5E6F-B78EF40987B6}"/>
              </a:ext>
            </a:extLst>
          </p:cNvPr>
          <p:cNvSpPr/>
          <p:nvPr/>
        </p:nvSpPr>
        <p:spPr>
          <a:xfrm>
            <a:off x="5389319" y="4003690"/>
            <a:ext cx="1440000" cy="540000"/>
          </a:xfrm>
          <a:prstGeom prst="roundRect">
            <a:avLst>
              <a:gd name="adj" fmla="val 11914"/>
            </a:avLst>
          </a:prstGeom>
          <a:solidFill>
            <a:srgbClr val="C3AED1"/>
          </a:solidFill>
          <a:ln w="19050">
            <a:solidFill>
              <a:srgbClr val="C3AED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200" dirty="0">
                <a:solidFill>
                  <a:srgbClr val="68348B"/>
                </a:solidFill>
                <a:latin typeface="Arial Nova" panose="020B0504020202020204" pitchFamily="34" charset="0"/>
              </a:rPr>
              <a:t>Moteur</a:t>
            </a:r>
          </a:p>
        </p:txBody>
      </p:sp>
      <p:sp>
        <p:nvSpPr>
          <p:cNvPr id="18" name="Rectangle : coins arrondis 17">
            <a:extLst>
              <a:ext uri="{FF2B5EF4-FFF2-40B4-BE49-F238E27FC236}">
                <a16:creationId xmlns:a16="http://schemas.microsoft.com/office/drawing/2014/main" id="{AA76E29F-1BCE-DD76-499C-CE8F3E850A8E}"/>
              </a:ext>
            </a:extLst>
          </p:cNvPr>
          <p:cNvSpPr/>
          <p:nvPr/>
        </p:nvSpPr>
        <p:spPr>
          <a:xfrm>
            <a:off x="7542872" y="3326339"/>
            <a:ext cx="1365662" cy="534390"/>
          </a:xfrm>
          <a:prstGeom prst="roundRect">
            <a:avLst>
              <a:gd name="adj" fmla="val 11914"/>
            </a:avLst>
          </a:prstGeom>
          <a:noFill/>
          <a:ln w="19050">
            <a:solidFill>
              <a:srgbClr val="EE685D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400" dirty="0">
                <a:solidFill>
                  <a:srgbClr val="EE685D"/>
                </a:solidFill>
                <a:latin typeface="Arial Nova" panose="020B0504020202020204" pitchFamily="34" charset="0"/>
              </a:rPr>
              <a:t>Transmettre</a:t>
            </a:r>
          </a:p>
        </p:txBody>
      </p:sp>
      <p:sp>
        <p:nvSpPr>
          <p:cNvPr id="19" name="Rectangle : coins arrondis 18">
            <a:extLst>
              <a:ext uri="{FF2B5EF4-FFF2-40B4-BE49-F238E27FC236}">
                <a16:creationId xmlns:a16="http://schemas.microsoft.com/office/drawing/2014/main" id="{A66FC087-C9BC-9FD1-6C13-AD7571852AD4}"/>
              </a:ext>
            </a:extLst>
          </p:cNvPr>
          <p:cNvSpPr/>
          <p:nvPr/>
        </p:nvSpPr>
        <p:spPr>
          <a:xfrm>
            <a:off x="7549319" y="3983186"/>
            <a:ext cx="1365662" cy="652851"/>
          </a:xfrm>
          <a:prstGeom prst="roundRect">
            <a:avLst>
              <a:gd name="adj" fmla="val 11914"/>
            </a:avLst>
          </a:prstGeom>
          <a:solidFill>
            <a:srgbClr val="F7B8B3"/>
          </a:solidFill>
          <a:ln w="19050">
            <a:solidFill>
              <a:srgbClr val="F7B8B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900" dirty="0">
                <a:solidFill>
                  <a:srgbClr val="EE685D"/>
                </a:solidFill>
                <a:latin typeface="Arial Nova" panose="020B0504020202020204" pitchFamily="34" charset="0"/>
              </a:rPr>
              <a:t>Réducteur</a:t>
            </a:r>
          </a:p>
          <a:p>
            <a:pPr algn="ctr"/>
            <a:r>
              <a:rPr lang="fr-FR" sz="900" dirty="0">
                <a:solidFill>
                  <a:srgbClr val="EE685D"/>
                </a:solidFill>
                <a:latin typeface="Arial Nova" panose="020B0504020202020204" pitchFamily="34" charset="0"/>
              </a:rPr>
              <a:t>Rapport 28</a:t>
            </a:r>
          </a:p>
        </p:txBody>
      </p:sp>
      <p:pic>
        <p:nvPicPr>
          <p:cNvPr id="20" name="Image 19">
            <a:extLst>
              <a:ext uri="{FF2B5EF4-FFF2-40B4-BE49-F238E27FC236}">
                <a16:creationId xmlns:a16="http://schemas.microsoft.com/office/drawing/2014/main" id="{7282EFC0-8E54-A4E0-6953-44E98A7B8B6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24826" y="1384349"/>
            <a:ext cx="434918" cy="152010"/>
          </a:xfrm>
          <a:prstGeom prst="rect">
            <a:avLst/>
          </a:prstGeom>
        </p:spPr>
      </p:pic>
      <p:cxnSp>
        <p:nvCxnSpPr>
          <p:cNvPr id="21" name="Connecteur droit avec flèche 20">
            <a:extLst>
              <a:ext uri="{FF2B5EF4-FFF2-40B4-BE49-F238E27FC236}">
                <a16:creationId xmlns:a16="http://schemas.microsoft.com/office/drawing/2014/main" id="{BE599621-6A35-D218-9184-0073520A41FC}"/>
              </a:ext>
            </a:extLst>
          </p:cNvPr>
          <p:cNvCxnSpPr>
            <a:cxnSpLocks/>
          </p:cNvCxnSpPr>
          <p:nvPr/>
        </p:nvCxnSpPr>
        <p:spPr>
          <a:xfrm flipV="1">
            <a:off x="2496905" y="1608451"/>
            <a:ext cx="720000" cy="1536"/>
          </a:xfrm>
          <a:prstGeom prst="straightConnector1">
            <a:avLst/>
          </a:prstGeom>
          <a:ln w="25400" cap="rnd">
            <a:solidFill>
              <a:srgbClr val="004F77"/>
            </a:solidFill>
            <a:tailEnd type="triangl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Connecteur droit avec flèche 21">
            <a:extLst>
              <a:ext uri="{FF2B5EF4-FFF2-40B4-BE49-F238E27FC236}">
                <a16:creationId xmlns:a16="http://schemas.microsoft.com/office/drawing/2014/main" id="{25CB3708-D27C-9C0F-920D-E2174EF1D3C1}"/>
              </a:ext>
            </a:extLst>
          </p:cNvPr>
          <p:cNvCxnSpPr/>
          <p:nvPr/>
        </p:nvCxnSpPr>
        <p:spPr>
          <a:xfrm flipV="1">
            <a:off x="4669319" y="1594501"/>
            <a:ext cx="720000" cy="1536"/>
          </a:xfrm>
          <a:prstGeom prst="straightConnector1">
            <a:avLst/>
          </a:prstGeom>
          <a:ln w="25400" cap="rnd">
            <a:solidFill>
              <a:srgbClr val="004F77"/>
            </a:solidFill>
            <a:tailEnd type="triangl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3" name="Image 22">
            <a:extLst>
              <a:ext uri="{FF2B5EF4-FFF2-40B4-BE49-F238E27FC236}">
                <a16:creationId xmlns:a16="http://schemas.microsoft.com/office/drawing/2014/main" id="{6B85577F-75F2-AC91-9B29-7674830D4F9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38894" y="1199142"/>
            <a:ext cx="360000" cy="360000"/>
          </a:xfrm>
          <a:prstGeom prst="rect">
            <a:avLst/>
          </a:prstGeom>
        </p:spPr>
      </p:pic>
      <p:cxnSp>
        <p:nvCxnSpPr>
          <p:cNvPr id="24" name="Connecteur droit avec flèche 23">
            <a:extLst>
              <a:ext uri="{FF2B5EF4-FFF2-40B4-BE49-F238E27FC236}">
                <a16:creationId xmlns:a16="http://schemas.microsoft.com/office/drawing/2014/main" id="{4D3E9C84-1558-D9D2-B9AE-51FFDFD2ACAC}"/>
              </a:ext>
            </a:extLst>
          </p:cNvPr>
          <p:cNvCxnSpPr>
            <a:cxnSpLocks/>
          </p:cNvCxnSpPr>
          <p:nvPr/>
        </p:nvCxnSpPr>
        <p:spPr>
          <a:xfrm flipV="1">
            <a:off x="2509319" y="3591696"/>
            <a:ext cx="720000" cy="1536"/>
          </a:xfrm>
          <a:prstGeom prst="straightConnector1">
            <a:avLst/>
          </a:prstGeom>
          <a:ln w="25400" cap="rnd">
            <a:solidFill>
              <a:srgbClr val="FDAD57"/>
            </a:solidFill>
            <a:tailEnd type="triangl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25" name="Groupe 24">
            <a:extLst>
              <a:ext uri="{FF2B5EF4-FFF2-40B4-BE49-F238E27FC236}">
                <a16:creationId xmlns:a16="http://schemas.microsoft.com/office/drawing/2014/main" id="{F7A18018-C728-6B01-3037-0421AF781FBB}"/>
              </a:ext>
            </a:extLst>
          </p:cNvPr>
          <p:cNvGrpSpPr/>
          <p:nvPr/>
        </p:nvGrpSpPr>
        <p:grpSpPr>
          <a:xfrm>
            <a:off x="1596905" y="3760610"/>
            <a:ext cx="360000" cy="360000"/>
            <a:chOff x="4197400" y="3547713"/>
            <a:chExt cx="1800000" cy="1800000"/>
          </a:xfrm>
        </p:grpSpPr>
        <p:sp>
          <p:nvSpPr>
            <p:cNvPr id="26" name="Ellipse 25">
              <a:extLst>
                <a:ext uri="{FF2B5EF4-FFF2-40B4-BE49-F238E27FC236}">
                  <a16:creationId xmlns:a16="http://schemas.microsoft.com/office/drawing/2014/main" id="{AF615AC5-8CF6-FF34-1EF7-5C5D2FE5B9E8}"/>
                </a:ext>
              </a:extLst>
            </p:cNvPr>
            <p:cNvSpPr/>
            <p:nvPr/>
          </p:nvSpPr>
          <p:spPr>
            <a:xfrm>
              <a:off x="4197400" y="3547713"/>
              <a:ext cx="1800000" cy="1800000"/>
            </a:xfrm>
            <a:prstGeom prst="ellipse">
              <a:avLst/>
            </a:prstGeom>
            <a:solidFill>
              <a:srgbClr val="FFB25A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pic>
          <p:nvPicPr>
            <p:cNvPr id="27" name="Image 26">
              <a:extLst>
                <a:ext uri="{FF2B5EF4-FFF2-40B4-BE49-F238E27FC236}">
                  <a16:creationId xmlns:a16="http://schemas.microsoft.com/office/drawing/2014/main" id="{D99F6707-A222-D5E1-C4A9-E878E9F04E6C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4526157" y="3876470"/>
              <a:ext cx="1142486" cy="1142486"/>
            </a:xfrm>
            <a:prstGeom prst="rect">
              <a:avLst/>
            </a:prstGeom>
          </p:spPr>
        </p:pic>
      </p:grpSp>
      <p:pic>
        <p:nvPicPr>
          <p:cNvPr id="28" name="Image 27">
            <a:extLst>
              <a:ext uri="{FF2B5EF4-FFF2-40B4-BE49-F238E27FC236}">
                <a16:creationId xmlns:a16="http://schemas.microsoft.com/office/drawing/2014/main" id="{35145E60-25D8-7A86-65AE-7F3729EC7848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98044" y="3669015"/>
            <a:ext cx="360000" cy="360000"/>
          </a:xfrm>
          <a:prstGeom prst="rect">
            <a:avLst/>
          </a:prstGeom>
        </p:spPr>
      </p:pic>
      <p:pic>
        <p:nvPicPr>
          <p:cNvPr id="29" name="Image 28">
            <a:extLst>
              <a:ext uri="{FF2B5EF4-FFF2-40B4-BE49-F238E27FC236}">
                <a16:creationId xmlns:a16="http://schemas.microsoft.com/office/drawing/2014/main" id="{3C7DD139-EB5F-1D13-171E-251FB77C6B32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676905" y="3173953"/>
            <a:ext cx="360000" cy="360000"/>
          </a:xfrm>
          <a:prstGeom prst="rect">
            <a:avLst/>
          </a:prstGeom>
        </p:spPr>
      </p:pic>
      <p:cxnSp>
        <p:nvCxnSpPr>
          <p:cNvPr id="34" name="Connecteur droit avec flèche 33">
            <a:extLst>
              <a:ext uri="{FF2B5EF4-FFF2-40B4-BE49-F238E27FC236}">
                <a16:creationId xmlns:a16="http://schemas.microsoft.com/office/drawing/2014/main" id="{6E52C4D0-B55B-30AA-F92B-6E09F0A4D9C9}"/>
              </a:ext>
            </a:extLst>
          </p:cNvPr>
          <p:cNvCxnSpPr>
            <a:cxnSpLocks/>
          </p:cNvCxnSpPr>
          <p:nvPr/>
        </p:nvCxnSpPr>
        <p:spPr>
          <a:xfrm flipV="1">
            <a:off x="4669319" y="3578864"/>
            <a:ext cx="720000" cy="1536"/>
          </a:xfrm>
          <a:prstGeom prst="straightConnector1">
            <a:avLst/>
          </a:prstGeom>
          <a:ln w="25400" cap="rnd">
            <a:solidFill>
              <a:srgbClr val="0C7391"/>
            </a:solidFill>
            <a:tailEnd type="triangl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35" name="Image 34">
            <a:extLst>
              <a:ext uri="{FF2B5EF4-FFF2-40B4-BE49-F238E27FC236}">
                <a16:creationId xmlns:a16="http://schemas.microsoft.com/office/drawing/2014/main" id="{F31071D2-3D9A-9512-E018-EA9EA1D5A07B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838894" y="3173953"/>
            <a:ext cx="360000" cy="360000"/>
          </a:xfrm>
          <a:prstGeom prst="rect">
            <a:avLst/>
          </a:prstGeom>
        </p:spPr>
      </p:pic>
      <p:cxnSp>
        <p:nvCxnSpPr>
          <p:cNvPr id="39" name="Connecteur droit avec flèche 38">
            <a:extLst>
              <a:ext uri="{FF2B5EF4-FFF2-40B4-BE49-F238E27FC236}">
                <a16:creationId xmlns:a16="http://schemas.microsoft.com/office/drawing/2014/main" id="{75B4C387-2DFC-8DD6-0817-E4B93F7F3F85}"/>
              </a:ext>
            </a:extLst>
          </p:cNvPr>
          <p:cNvCxnSpPr>
            <a:cxnSpLocks/>
          </p:cNvCxnSpPr>
          <p:nvPr/>
        </p:nvCxnSpPr>
        <p:spPr>
          <a:xfrm flipV="1">
            <a:off x="6829319" y="3588469"/>
            <a:ext cx="720000" cy="1536"/>
          </a:xfrm>
          <a:prstGeom prst="straightConnector1">
            <a:avLst/>
          </a:prstGeom>
          <a:ln w="25400" cap="rnd">
            <a:solidFill>
              <a:srgbClr val="68348B"/>
            </a:solidFill>
            <a:tailEnd type="triangl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43" name="Image 42">
            <a:extLst>
              <a:ext uri="{FF2B5EF4-FFF2-40B4-BE49-F238E27FC236}">
                <a16:creationId xmlns:a16="http://schemas.microsoft.com/office/drawing/2014/main" id="{F1B5964F-3473-92A5-6A3A-F03DA766A90A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993108" y="3199220"/>
            <a:ext cx="360000" cy="360000"/>
          </a:xfrm>
          <a:prstGeom prst="rect">
            <a:avLst/>
          </a:prstGeom>
        </p:spPr>
      </p:pic>
      <p:cxnSp>
        <p:nvCxnSpPr>
          <p:cNvPr id="44" name="Connecteur : en angle 43">
            <a:extLst>
              <a:ext uri="{FF2B5EF4-FFF2-40B4-BE49-F238E27FC236}">
                <a16:creationId xmlns:a16="http://schemas.microsoft.com/office/drawing/2014/main" id="{2C5943AA-979A-103D-FC4E-264A925A4FF0}"/>
              </a:ext>
            </a:extLst>
          </p:cNvPr>
          <p:cNvCxnSpPr>
            <a:cxnSpLocks/>
            <a:endCxn id="45" idx="0"/>
          </p:cNvCxnSpPr>
          <p:nvPr/>
        </p:nvCxnSpPr>
        <p:spPr>
          <a:xfrm rot="16200000" flipH="1">
            <a:off x="4200437" y="2191368"/>
            <a:ext cx="977134" cy="323911"/>
          </a:xfrm>
          <a:prstGeom prst="bentConnector3">
            <a:avLst>
              <a:gd name="adj1" fmla="val 5673"/>
            </a:avLst>
          </a:prstGeom>
          <a:ln w="25400">
            <a:solidFill>
              <a:srgbClr val="08A559"/>
            </a:solidFill>
            <a:headEnd type="non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5" name="Rectangle : coins arrondis 44">
            <a:extLst>
              <a:ext uri="{FF2B5EF4-FFF2-40B4-BE49-F238E27FC236}">
                <a16:creationId xmlns:a16="http://schemas.microsoft.com/office/drawing/2014/main" id="{4EDA86AC-B60C-0765-FBC6-4E7119B8D620}"/>
              </a:ext>
            </a:extLst>
          </p:cNvPr>
          <p:cNvSpPr/>
          <p:nvPr/>
        </p:nvSpPr>
        <p:spPr>
          <a:xfrm>
            <a:off x="4147819" y="2841891"/>
            <a:ext cx="1406281" cy="331358"/>
          </a:xfrm>
          <a:prstGeom prst="roundRect">
            <a:avLst>
              <a:gd name="adj" fmla="val 11914"/>
            </a:avLst>
          </a:prstGeom>
          <a:solidFill>
            <a:srgbClr val="08A559"/>
          </a:solidFill>
          <a:ln w="190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200" dirty="0">
                <a:solidFill>
                  <a:schemeClr val="bg1"/>
                </a:solidFill>
                <a:latin typeface="Arial Nova" panose="020B0504020202020204" pitchFamily="34" charset="0"/>
              </a:rPr>
              <a:t>Ordres (PWM)</a:t>
            </a:r>
          </a:p>
        </p:txBody>
      </p:sp>
      <p:cxnSp>
        <p:nvCxnSpPr>
          <p:cNvPr id="46" name="Connecteur : en angle 45">
            <a:extLst>
              <a:ext uri="{FF2B5EF4-FFF2-40B4-BE49-F238E27FC236}">
                <a16:creationId xmlns:a16="http://schemas.microsoft.com/office/drawing/2014/main" id="{C9DF5005-6531-4D0B-0B32-A0A73479B4F0}"/>
              </a:ext>
            </a:extLst>
          </p:cNvPr>
          <p:cNvCxnSpPr>
            <a:cxnSpLocks/>
            <a:stCxn id="45" idx="1"/>
            <a:endCxn id="14" idx="0"/>
          </p:cNvCxnSpPr>
          <p:nvPr/>
        </p:nvCxnSpPr>
        <p:spPr>
          <a:xfrm rot="10800000" flipV="1">
            <a:off x="3938895" y="3007569"/>
            <a:ext cx="208925" cy="310899"/>
          </a:xfrm>
          <a:prstGeom prst="bentConnector2">
            <a:avLst/>
          </a:prstGeom>
          <a:ln w="25400">
            <a:solidFill>
              <a:srgbClr val="08A559"/>
            </a:solidFill>
            <a:headEnd type="non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47" name="Image 46">
            <a:extLst>
              <a:ext uri="{FF2B5EF4-FFF2-40B4-BE49-F238E27FC236}">
                <a16:creationId xmlns:a16="http://schemas.microsoft.com/office/drawing/2014/main" id="{5684C887-250C-3EE4-51A9-97E49BAEEC4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90155" y="2249121"/>
            <a:ext cx="180000" cy="180000"/>
          </a:xfrm>
          <a:prstGeom prst="rect">
            <a:avLst/>
          </a:prstGeom>
        </p:spPr>
      </p:pic>
      <p:pic>
        <p:nvPicPr>
          <p:cNvPr id="48" name="Image 47">
            <a:extLst>
              <a:ext uri="{FF2B5EF4-FFF2-40B4-BE49-F238E27FC236}">
                <a16:creationId xmlns:a16="http://schemas.microsoft.com/office/drawing/2014/main" id="{A2DBB512-E0D6-1DCF-AD42-945E6145301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05152" y="2999093"/>
            <a:ext cx="180000" cy="180000"/>
          </a:xfrm>
          <a:prstGeom prst="rect">
            <a:avLst/>
          </a:prstGeom>
        </p:spPr>
      </p:pic>
      <p:cxnSp>
        <p:nvCxnSpPr>
          <p:cNvPr id="50" name="Connecteur droit avec flèche 49">
            <a:extLst>
              <a:ext uri="{FF2B5EF4-FFF2-40B4-BE49-F238E27FC236}">
                <a16:creationId xmlns:a16="http://schemas.microsoft.com/office/drawing/2014/main" id="{505D6021-1B16-1674-733B-C648AC112904}"/>
              </a:ext>
            </a:extLst>
          </p:cNvPr>
          <p:cNvCxnSpPr>
            <a:cxnSpLocks/>
          </p:cNvCxnSpPr>
          <p:nvPr/>
        </p:nvCxnSpPr>
        <p:spPr>
          <a:xfrm flipV="1">
            <a:off x="11016855" y="3588469"/>
            <a:ext cx="720000" cy="1536"/>
          </a:xfrm>
          <a:prstGeom prst="straightConnector1">
            <a:avLst/>
          </a:prstGeom>
          <a:ln w="25400" cap="rnd">
            <a:solidFill>
              <a:srgbClr val="68348B"/>
            </a:solidFill>
            <a:tailEnd type="triangl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52" name="Groupe 51">
            <a:extLst>
              <a:ext uri="{FF2B5EF4-FFF2-40B4-BE49-F238E27FC236}">
                <a16:creationId xmlns:a16="http://schemas.microsoft.com/office/drawing/2014/main" id="{C3681FD9-BFE4-7350-1964-9C093DDF1B5E}"/>
              </a:ext>
            </a:extLst>
          </p:cNvPr>
          <p:cNvGrpSpPr/>
          <p:nvPr/>
        </p:nvGrpSpPr>
        <p:grpSpPr>
          <a:xfrm>
            <a:off x="3770117" y="1810931"/>
            <a:ext cx="360000" cy="360000"/>
            <a:chOff x="6138169" y="4069439"/>
            <a:chExt cx="1800000" cy="1800000"/>
          </a:xfrm>
        </p:grpSpPr>
        <p:sp>
          <p:nvSpPr>
            <p:cNvPr id="53" name="Ellipse 52">
              <a:extLst>
                <a:ext uri="{FF2B5EF4-FFF2-40B4-BE49-F238E27FC236}">
                  <a16:creationId xmlns:a16="http://schemas.microsoft.com/office/drawing/2014/main" id="{599396A5-DEE6-FF8C-4576-A72DC9E6130D}"/>
                </a:ext>
              </a:extLst>
            </p:cNvPr>
            <p:cNvSpPr/>
            <p:nvPr/>
          </p:nvSpPr>
          <p:spPr>
            <a:xfrm>
              <a:off x="6138169" y="4069439"/>
              <a:ext cx="1800000" cy="1800000"/>
            </a:xfrm>
            <a:prstGeom prst="ellipse">
              <a:avLst/>
            </a:prstGeom>
            <a:solidFill>
              <a:srgbClr val="00547F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pic>
          <p:nvPicPr>
            <p:cNvPr id="54" name="Image 53">
              <a:extLst>
                <a:ext uri="{FF2B5EF4-FFF2-40B4-BE49-F238E27FC236}">
                  <a16:creationId xmlns:a16="http://schemas.microsoft.com/office/drawing/2014/main" id="{F05DEF27-F929-BD20-2E07-1628A11DB346}"/>
                </a:ext>
              </a:extLst>
            </p:cNvPr>
            <p:cNvPicPr>
              <a:picLocks noChangeAspect="1"/>
            </p:cNvPicPr>
            <p:nvPr/>
          </p:nvPicPr>
          <p:blipFill>
            <a:blip r:embed="rId8"/>
            <a:stretch>
              <a:fillRect/>
            </a:stretch>
          </p:blipFill>
          <p:spPr>
            <a:xfrm>
              <a:off x="6243433" y="4174703"/>
              <a:ext cx="1589472" cy="1589472"/>
            </a:xfrm>
            <a:prstGeom prst="rect">
              <a:avLst/>
            </a:prstGeom>
          </p:spPr>
        </p:pic>
      </p:grpSp>
      <p:cxnSp>
        <p:nvCxnSpPr>
          <p:cNvPr id="55" name="Connecteur droit avec flèche 54">
            <a:extLst>
              <a:ext uri="{FF2B5EF4-FFF2-40B4-BE49-F238E27FC236}">
                <a16:creationId xmlns:a16="http://schemas.microsoft.com/office/drawing/2014/main" id="{CEC25A5B-4B64-B67F-296D-04E6B189266D}"/>
              </a:ext>
            </a:extLst>
          </p:cNvPr>
          <p:cNvCxnSpPr/>
          <p:nvPr/>
        </p:nvCxnSpPr>
        <p:spPr>
          <a:xfrm flipV="1">
            <a:off x="6829319" y="1516430"/>
            <a:ext cx="720000" cy="1536"/>
          </a:xfrm>
          <a:prstGeom prst="straightConnector1">
            <a:avLst/>
          </a:prstGeom>
          <a:ln w="25400">
            <a:solidFill>
              <a:srgbClr val="08A559"/>
            </a:solidFill>
            <a:headEnd type="non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56" name="Image 55">
            <a:extLst>
              <a:ext uri="{FF2B5EF4-FFF2-40B4-BE49-F238E27FC236}">
                <a16:creationId xmlns:a16="http://schemas.microsoft.com/office/drawing/2014/main" id="{16A8AD74-A603-AD54-1D93-18C13D94435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893" y="4244203"/>
            <a:ext cx="288000" cy="100660"/>
          </a:xfrm>
          <a:prstGeom prst="rect">
            <a:avLst/>
          </a:prstGeom>
        </p:spPr>
      </p:pic>
      <p:grpSp>
        <p:nvGrpSpPr>
          <p:cNvPr id="57" name="Groupe 56">
            <a:extLst>
              <a:ext uri="{FF2B5EF4-FFF2-40B4-BE49-F238E27FC236}">
                <a16:creationId xmlns:a16="http://schemas.microsoft.com/office/drawing/2014/main" id="{CA7F3E2C-9FA7-42D8-DEF0-9439478A5709}"/>
              </a:ext>
            </a:extLst>
          </p:cNvPr>
          <p:cNvGrpSpPr/>
          <p:nvPr/>
        </p:nvGrpSpPr>
        <p:grpSpPr>
          <a:xfrm rot="5400000" flipV="1">
            <a:off x="12287199" y="3934713"/>
            <a:ext cx="835963" cy="1617775"/>
            <a:chOff x="9150640" y="2423323"/>
            <a:chExt cx="835963" cy="2135794"/>
          </a:xfrm>
        </p:grpSpPr>
        <p:sp>
          <p:nvSpPr>
            <p:cNvPr id="58" name="Flèche : virage 57">
              <a:extLst>
                <a:ext uri="{FF2B5EF4-FFF2-40B4-BE49-F238E27FC236}">
                  <a16:creationId xmlns:a16="http://schemas.microsoft.com/office/drawing/2014/main" id="{A404FB7A-E23C-BD6A-6263-4B2DE2013DB7}"/>
                </a:ext>
              </a:extLst>
            </p:cNvPr>
            <p:cNvSpPr/>
            <p:nvPr/>
          </p:nvSpPr>
          <p:spPr>
            <a:xfrm rot="5400000">
              <a:off x="8500725" y="3073238"/>
              <a:ext cx="2135794" cy="835963"/>
            </a:xfrm>
            <a:prstGeom prst="bentArrow">
              <a:avLst>
                <a:gd name="adj1" fmla="val 31434"/>
                <a:gd name="adj2" fmla="val 25000"/>
                <a:gd name="adj3" fmla="val 17852"/>
                <a:gd name="adj4" fmla="val 20160"/>
              </a:avLst>
            </a:prstGeom>
            <a:solidFill>
              <a:srgbClr val="B2CAD6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 dirty="0">
                <a:solidFill>
                  <a:schemeClr val="tx1"/>
                </a:solidFill>
              </a:endParaRPr>
            </a:p>
          </p:txBody>
        </p:sp>
        <p:sp>
          <p:nvSpPr>
            <p:cNvPr id="59" name="ZoneTexte 58">
              <a:extLst>
                <a:ext uri="{FF2B5EF4-FFF2-40B4-BE49-F238E27FC236}">
                  <a16:creationId xmlns:a16="http://schemas.microsoft.com/office/drawing/2014/main" id="{D9969D2B-BFBA-54A7-C4C5-06DFD5138BC1}"/>
                </a:ext>
              </a:extLst>
            </p:cNvPr>
            <p:cNvSpPr txBox="1"/>
            <p:nvPr/>
          </p:nvSpPr>
          <p:spPr>
            <a:xfrm rot="16200000">
              <a:off x="8815678" y="3317013"/>
              <a:ext cx="1918043" cy="230832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rtlCol="0">
              <a:spAutoFit/>
            </a:bodyPr>
            <a:lstStyle/>
            <a:p>
              <a:r>
                <a:rPr lang="fr-FR" sz="900" dirty="0">
                  <a:solidFill>
                    <a:schemeClr val="bg1"/>
                  </a:solidFill>
                  <a:latin typeface="Arial Nova" panose="020B0504020202020204" pitchFamily="34" charset="0"/>
                </a:rPr>
                <a:t>Lombaires soulagées</a:t>
              </a:r>
            </a:p>
          </p:txBody>
        </p:sp>
      </p:grpSp>
      <p:grpSp>
        <p:nvGrpSpPr>
          <p:cNvPr id="60" name="Groupe 59">
            <a:extLst>
              <a:ext uri="{FF2B5EF4-FFF2-40B4-BE49-F238E27FC236}">
                <a16:creationId xmlns:a16="http://schemas.microsoft.com/office/drawing/2014/main" id="{32A82909-C4F5-9AA0-D150-C388F421C774}"/>
              </a:ext>
            </a:extLst>
          </p:cNvPr>
          <p:cNvGrpSpPr/>
          <p:nvPr/>
        </p:nvGrpSpPr>
        <p:grpSpPr>
          <a:xfrm>
            <a:off x="10700179" y="2722269"/>
            <a:ext cx="1566153" cy="577809"/>
            <a:chOff x="9058474" y="2836569"/>
            <a:chExt cx="1566153" cy="577809"/>
          </a:xfrm>
        </p:grpSpPr>
        <p:sp>
          <p:nvSpPr>
            <p:cNvPr id="61" name="Flèche : virage 60">
              <a:extLst>
                <a:ext uri="{FF2B5EF4-FFF2-40B4-BE49-F238E27FC236}">
                  <a16:creationId xmlns:a16="http://schemas.microsoft.com/office/drawing/2014/main" id="{FED08932-ADD7-D2A1-8E5A-D62CEEB1B93F}"/>
                </a:ext>
              </a:extLst>
            </p:cNvPr>
            <p:cNvSpPr/>
            <p:nvPr/>
          </p:nvSpPr>
          <p:spPr>
            <a:xfrm rot="5400000">
              <a:off x="9563593" y="2353345"/>
              <a:ext cx="572849" cy="1549218"/>
            </a:xfrm>
            <a:prstGeom prst="bentArrow">
              <a:avLst>
                <a:gd name="adj1" fmla="val 38639"/>
                <a:gd name="adj2" fmla="val 38302"/>
                <a:gd name="adj3" fmla="val 16744"/>
                <a:gd name="adj4" fmla="val 20160"/>
              </a:avLst>
            </a:prstGeom>
            <a:solidFill>
              <a:srgbClr val="B2CAD6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 dirty="0">
                <a:solidFill>
                  <a:schemeClr val="tx1"/>
                </a:solidFill>
              </a:endParaRPr>
            </a:p>
          </p:txBody>
        </p:sp>
        <p:sp>
          <p:nvSpPr>
            <p:cNvPr id="62" name="ZoneTexte 61">
              <a:extLst>
                <a:ext uri="{FF2B5EF4-FFF2-40B4-BE49-F238E27FC236}">
                  <a16:creationId xmlns:a16="http://schemas.microsoft.com/office/drawing/2014/main" id="{2C25BFE2-5262-D3BC-BDD8-923C0B8002AD}"/>
                </a:ext>
              </a:extLst>
            </p:cNvPr>
            <p:cNvSpPr txBox="1"/>
            <p:nvPr/>
          </p:nvSpPr>
          <p:spPr>
            <a:xfrm>
              <a:off x="9058474" y="2836569"/>
              <a:ext cx="1473718" cy="215444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rtlCol="0">
              <a:spAutoFit/>
            </a:bodyPr>
            <a:lstStyle/>
            <a:p>
              <a:r>
                <a:rPr lang="fr-FR" sz="800" dirty="0">
                  <a:solidFill>
                    <a:schemeClr val="bg1"/>
                  </a:solidFill>
                  <a:latin typeface="Arial Nova" panose="020B0504020202020204" pitchFamily="34" charset="0"/>
                </a:rPr>
                <a:t>Lombaires sous contrainte</a:t>
              </a:r>
            </a:p>
          </p:txBody>
        </p:sp>
      </p:grpSp>
      <mc:AlternateContent xmlns:mc="http://schemas.openxmlformats.org/markup-compatibility/2006">
        <mc:Choice xmlns:a14="http://schemas.microsoft.com/office/drawing/2010/main" Requires="a14">
          <p:sp>
            <p:nvSpPr>
              <p:cNvPr id="64" name="ZoneTexte 63">
                <a:extLst>
                  <a:ext uri="{FF2B5EF4-FFF2-40B4-BE49-F238E27FC236}">
                    <a16:creationId xmlns:a16="http://schemas.microsoft.com/office/drawing/2014/main" id="{A29D106A-C634-EC49-818B-7FFD6B86043E}"/>
                  </a:ext>
                </a:extLst>
              </p:cNvPr>
              <p:cNvSpPr txBox="1"/>
              <p:nvPr/>
            </p:nvSpPr>
            <p:spPr>
              <a:xfrm>
                <a:off x="170158" y="4007066"/>
                <a:ext cx="1161960" cy="2769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fr-FR" sz="1200" b="1" dirty="0">
                    <a:solidFill>
                      <a:srgbClr val="FFB25A"/>
                    </a:solidFill>
                    <a:latin typeface="Arial Nova" panose="020B0504020202020204" pitchFamily="34" charset="0"/>
                  </a:rPr>
                  <a:t>230 V </a:t>
                </a:r>
                <a14:m>
                  <m:oMath xmlns:m="http://schemas.openxmlformats.org/officeDocument/2006/math">
                    <m:r>
                      <a:rPr lang="fr-FR" sz="1200" b="1" i="1" smtClean="0">
                        <a:solidFill>
                          <a:srgbClr val="FFB25A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  <a:cs typeface="Calibri" panose="020F0502020204030204" pitchFamily="34" charset="0"/>
                      </a:rPr>
                      <m:t>~</m:t>
                    </m:r>
                  </m:oMath>
                </a14:m>
                <a:endParaRPr lang="fr-FR" sz="1200" b="1" dirty="0">
                  <a:solidFill>
                    <a:srgbClr val="FFB25A"/>
                  </a:solidFill>
                  <a:latin typeface="Arial Nova" panose="020B0504020202020204" pitchFamily="34" charset="0"/>
                </a:endParaRPr>
              </a:p>
            </p:txBody>
          </p:sp>
        </mc:Choice>
        <mc:Fallback>
          <p:sp>
            <p:nvSpPr>
              <p:cNvPr id="64" name="ZoneTexte 63">
                <a:extLst>
                  <a:ext uri="{FF2B5EF4-FFF2-40B4-BE49-F238E27FC236}">
                    <a16:creationId xmlns:a16="http://schemas.microsoft.com/office/drawing/2014/main" id="{A29D106A-C634-EC49-818B-7FFD6B86043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70158" y="4007066"/>
                <a:ext cx="1161960" cy="276999"/>
              </a:xfrm>
              <a:prstGeom prst="rect">
                <a:avLst/>
              </a:prstGeom>
              <a:blipFill>
                <a:blip r:embed="rId9"/>
                <a:stretch>
                  <a:fillRect b="-15217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65" name="ZoneTexte 64">
                <a:extLst>
                  <a:ext uri="{FF2B5EF4-FFF2-40B4-BE49-F238E27FC236}">
                    <a16:creationId xmlns:a16="http://schemas.microsoft.com/office/drawing/2014/main" id="{98529472-463C-B655-7D36-3F43A14EC5EF}"/>
                  </a:ext>
                </a:extLst>
              </p:cNvPr>
              <p:cNvSpPr txBox="1"/>
              <p:nvPr/>
            </p:nvSpPr>
            <p:spPr>
              <a:xfrm>
                <a:off x="2282648" y="3611652"/>
                <a:ext cx="1161960" cy="64633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fr-FR" sz="1200" b="1" dirty="0">
                    <a:solidFill>
                      <a:srgbClr val="FFB25A"/>
                    </a:solidFill>
                    <a:latin typeface="Arial Nova" panose="020B0504020202020204" pitchFamily="34" charset="0"/>
                  </a:rPr>
                  <a:t> 12 V </a:t>
                </a:r>
                <a14:m>
                  <m:oMath xmlns:m="http://schemas.openxmlformats.org/officeDocument/2006/math">
                    <m:r>
                      <a:rPr lang="fr-FR" sz="1200" b="1" i="0" smtClean="0">
                        <a:solidFill>
                          <a:srgbClr val="FFB25A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  <a:cs typeface="Calibri" panose="020F0502020204030204" pitchFamily="34" charset="0"/>
                      </a:rPr>
                      <m:t>=</m:t>
                    </m:r>
                  </m:oMath>
                </a14:m>
                <a:endParaRPr lang="fr-FR" sz="1200" b="1" dirty="0">
                  <a:solidFill>
                    <a:srgbClr val="FFB25A"/>
                  </a:solidFill>
                  <a:latin typeface="Arial Nova" panose="020B0504020202020204" pitchFamily="34" charset="0"/>
                  <a:ea typeface="Cambria Math" panose="02040503050406030204" pitchFamily="18" charset="0"/>
                  <a:cs typeface="Calibri" panose="020F0502020204030204" pitchFamily="34" charset="0"/>
                </a:endParaRP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fr-FR" sz="1200" b="1" i="1" smtClean="0">
                              <a:solidFill>
                                <a:srgbClr val="FFB25A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200" b="1" i="1" smtClean="0">
                              <a:solidFill>
                                <a:srgbClr val="FFB25A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𝓟</m:t>
                          </m:r>
                        </m:e>
                        <m:sub>
                          <m:r>
                            <a:rPr lang="fr-FR" sz="1200" b="1" i="1" smtClean="0">
                              <a:solidFill>
                                <a:srgbClr val="FFB25A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𝒆𝒍𝒆𝒄</m:t>
                          </m:r>
                        </m:sub>
                      </m:sSub>
                      <m:r>
                        <a:rPr lang="fr-FR" sz="1200" b="1" i="1" smtClean="0">
                          <a:solidFill>
                            <a:srgbClr val="FFB25A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r>
                        <a:rPr lang="fr-FR" sz="1200" b="1" i="1" smtClean="0">
                          <a:solidFill>
                            <a:srgbClr val="FFB25A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𝑼𝑰</m:t>
                      </m:r>
                    </m:oMath>
                  </m:oMathPara>
                </a14:m>
                <a:endParaRPr lang="fr-FR" sz="1200" b="1" dirty="0">
                  <a:solidFill>
                    <a:srgbClr val="FFB25A"/>
                  </a:solidFill>
                  <a:latin typeface="Arial Nova" panose="020B0504020202020204" pitchFamily="34" charset="0"/>
                </a:endParaRPr>
              </a:p>
              <a:p>
                <a:pPr algn="ctr"/>
                <a:endParaRPr lang="fr-FR" sz="1200" b="1" dirty="0">
                  <a:solidFill>
                    <a:srgbClr val="FFB25A"/>
                  </a:solidFill>
                  <a:latin typeface="Arial Nova" panose="020B0504020202020204" pitchFamily="34" charset="0"/>
                </a:endParaRPr>
              </a:p>
            </p:txBody>
          </p:sp>
        </mc:Choice>
        <mc:Fallback>
          <p:sp>
            <p:nvSpPr>
              <p:cNvPr id="65" name="ZoneTexte 64">
                <a:extLst>
                  <a:ext uri="{FF2B5EF4-FFF2-40B4-BE49-F238E27FC236}">
                    <a16:creationId xmlns:a16="http://schemas.microsoft.com/office/drawing/2014/main" id="{98529472-463C-B655-7D36-3F43A14EC5E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282648" y="3611652"/>
                <a:ext cx="1161960" cy="646331"/>
              </a:xfrm>
              <a:prstGeom prst="rect">
                <a:avLst/>
              </a:prstGeom>
              <a:blipFill>
                <a:blip r:embed="rId1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75" name="Image 74">
            <a:extLst>
              <a:ext uri="{FF2B5EF4-FFF2-40B4-BE49-F238E27FC236}">
                <a16:creationId xmlns:a16="http://schemas.microsoft.com/office/drawing/2014/main" id="{C3984323-3DB7-9552-D8F6-CC335C93653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71699" y="4642941"/>
            <a:ext cx="288000" cy="100660"/>
          </a:xfrm>
          <a:prstGeom prst="rect">
            <a:avLst/>
          </a:prstGeom>
        </p:spPr>
      </p:pic>
      <p:grpSp>
        <p:nvGrpSpPr>
          <p:cNvPr id="79" name="Groupe 78">
            <a:extLst>
              <a:ext uri="{FF2B5EF4-FFF2-40B4-BE49-F238E27FC236}">
                <a16:creationId xmlns:a16="http://schemas.microsoft.com/office/drawing/2014/main" id="{E5E8BA72-62F0-623B-BB03-9C97E1215258}"/>
              </a:ext>
            </a:extLst>
          </p:cNvPr>
          <p:cNvGrpSpPr/>
          <p:nvPr/>
        </p:nvGrpSpPr>
        <p:grpSpPr>
          <a:xfrm rot="5400000">
            <a:off x="7557744" y="1266359"/>
            <a:ext cx="540000" cy="540000"/>
            <a:chOff x="8494276" y="748802"/>
            <a:chExt cx="1800000" cy="1800000"/>
          </a:xfrm>
        </p:grpSpPr>
        <p:sp>
          <p:nvSpPr>
            <p:cNvPr id="80" name="Ellipse 79">
              <a:extLst>
                <a:ext uri="{FF2B5EF4-FFF2-40B4-BE49-F238E27FC236}">
                  <a16:creationId xmlns:a16="http://schemas.microsoft.com/office/drawing/2014/main" id="{8797782F-D293-857F-9535-3AEEA223291C}"/>
                </a:ext>
              </a:extLst>
            </p:cNvPr>
            <p:cNvSpPr/>
            <p:nvPr/>
          </p:nvSpPr>
          <p:spPr>
            <a:xfrm>
              <a:off x="8494276" y="748802"/>
              <a:ext cx="1800000" cy="1800000"/>
            </a:xfrm>
            <a:prstGeom prst="ellipse">
              <a:avLst/>
            </a:prstGeom>
            <a:solidFill>
              <a:srgbClr val="08AF5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 dirty="0"/>
            </a:p>
          </p:txBody>
        </p:sp>
        <p:pic>
          <p:nvPicPr>
            <p:cNvPr id="81" name="Image 80">
              <a:extLst>
                <a:ext uri="{FF2B5EF4-FFF2-40B4-BE49-F238E27FC236}">
                  <a16:creationId xmlns:a16="http://schemas.microsoft.com/office/drawing/2014/main" id="{3C056DE1-E9CB-4E8C-3E56-45F4E72EDF5E}"/>
                </a:ext>
              </a:extLst>
            </p:cNvPr>
            <p:cNvPicPr>
              <a:picLocks noChangeAspect="1"/>
            </p:cNvPicPr>
            <p:nvPr/>
          </p:nvPicPr>
          <p:blipFill>
            <a:blip r:embed="rId11"/>
            <a:stretch>
              <a:fillRect/>
            </a:stretch>
          </p:blipFill>
          <p:spPr>
            <a:xfrm>
              <a:off x="8943232" y="938192"/>
              <a:ext cx="902088" cy="1440000"/>
            </a:xfrm>
            <a:prstGeom prst="rect">
              <a:avLst/>
            </a:prstGeom>
          </p:spPr>
        </p:pic>
      </p:grpSp>
      <p:pic>
        <p:nvPicPr>
          <p:cNvPr id="110" name="Image 109">
            <a:extLst>
              <a:ext uri="{FF2B5EF4-FFF2-40B4-BE49-F238E27FC236}">
                <a16:creationId xmlns:a16="http://schemas.microsoft.com/office/drawing/2014/main" id="{85C6EE0C-C52A-6134-EB1B-6F3C57492332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1188026" y="3441988"/>
            <a:ext cx="288000" cy="105516"/>
          </a:xfrm>
          <a:prstGeom prst="rect">
            <a:avLst/>
          </a:prstGeom>
        </p:spPr>
      </p:pic>
      <p:grpSp>
        <p:nvGrpSpPr>
          <p:cNvPr id="113" name="Groupe 112">
            <a:extLst>
              <a:ext uri="{FF2B5EF4-FFF2-40B4-BE49-F238E27FC236}">
                <a16:creationId xmlns:a16="http://schemas.microsoft.com/office/drawing/2014/main" id="{52C089C3-9AA9-094F-E8FA-BEC6C5F80797}"/>
              </a:ext>
            </a:extLst>
          </p:cNvPr>
          <p:cNvGrpSpPr/>
          <p:nvPr/>
        </p:nvGrpSpPr>
        <p:grpSpPr>
          <a:xfrm>
            <a:off x="398883" y="5155235"/>
            <a:ext cx="6954225" cy="770947"/>
            <a:chOff x="1363795" y="4921533"/>
            <a:chExt cx="6954225" cy="770947"/>
          </a:xfrm>
        </p:grpSpPr>
        <p:sp>
          <p:nvSpPr>
            <p:cNvPr id="72" name="Rectangle 71">
              <a:extLst>
                <a:ext uri="{FF2B5EF4-FFF2-40B4-BE49-F238E27FC236}">
                  <a16:creationId xmlns:a16="http://schemas.microsoft.com/office/drawing/2014/main" id="{22DFAA51-C6D3-9FCC-9035-87E9C9207526}"/>
                </a:ext>
              </a:extLst>
            </p:cNvPr>
            <p:cNvSpPr/>
            <p:nvPr/>
          </p:nvSpPr>
          <p:spPr>
            <a:xfrm>
              <a:off x="1363795" y="4921533"/>
              <a:ext cx="6954225" cy="770947"/>
            </a:xfrm>
            <a:prstGeom prst="rect">
              <a:avLst/>
            </a:prstGeom>
            <a:solidFill>
              <a:srgbClr val="DFE3EB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449263" algn="just">
                <a:lnSpc>
                  <a:spcPct val="150000"/>
                </a:lnSpc>
              </a:pPr>
              <a:r>
                <a:rPr lang="fr-FR" sz="1400" dirty="0">
                  <a:solidFill>
                    <a:srgbClr val="00547F"/>
                  </a:solidFill>
                </a:rPr>
                <a:t>Les détecteurs de fin de course permettent l’initialisation des codeurs. </a:t>
              </a:r>
            </a:p>
            <a:p>
              <a:pPr marL="449263" algn="just">
                <a:lnSpc>
                  <a:spcPct val="150000"/>
                </a:lnSpc>
              </a:pPr>
              <a:r>
                <a:rPr lang="fr-FR" sz="1400" dirty="0">
                  <a:solidFill>
                    <a:srgbClr val="00547F"/>
                  </a:solidFill>
                </a:rPr>
                <a:t>Tous les autres capteurs sont à but pédagogique</a:t>
              </a:r>
            </a:p>
          </p:txBody>
        </p:sp>
        <p:grpSp>
          <p:nvGrpSpPr>
            <p:cNvPr id="90" name="Groupe 89">
              <a:extLst>
                <a:ext uri="{FF2B5EF4-FFF2-40B4-BE49-F238E27FC236}">
                  <a16:creationId xmlns:a16="http://schemas.microsoft.com/office/drawing/2014/main" id="{39CA4F3A-0CC6-5041-12E4-236CABBCDF7A}"/>
                </a:ext>
              </a:extLst>
            </p:cNvPr>
            <p:cNvGrpSpPr/>
            <p:nvPr/>
          </p:nvGrpSpPr>
          <p:grpSpPr>
            <a:xfrm>
              <a:off x="1484641" y="5053530"/>
              <a:ext cx="288000" cy="288000"/>
              <a:chOff x="262758" y="1884674"/>
              <a:chExt cx="720000" cy="720000"/>
            </a:xfrm>
          </p:grpSpPr>
          <p:sp>
            <p:nvSpPr>
              <p:cNvPr id="111" name="Ellipse 110">
                <a:extLst>
                  <a:ext uri="{FF2B5EF4-FFF2-40B4-BE49-F238E27FC236}">
                    <a16:creationId xmlns:a16="http://schemas.microsoft.com/office/drawing/2014/main" id="{5430EF8A-90C1-B3D1-26FF-6D15AFB32F38}"/>
                  </a:ext>
                </a:extLst>
              </p:cNvPr>
              <p:cNvSpPr/>
              <p:nvPr/>
            </p:nvSpPr>
            <p:spPr>
              <a:xfrm>
                <a:off x="262758" y="1884674"/>
                <a:ext cx="720000" cy="720000"/>
              </a:xfrm>
              <a:prstGeom prst="ellipse">
                <a:avLst/>
              </a:prstGeom>
              <a:solidFill>
                <a:srgbClr val="00547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  <p:pic>
            <p:nvPicPr>
              <p:cNvPr id="112" name="Image 111">
                <a:extLst>
                  <a:ext uri="{FF2B5EF4-FFF2-40B4-BE49-F238E27FC236}">
                    <a16:creationId xmlns:a16="http://schemas.microsoft.com/office/drawing/2014/main" id="{6A5B490D-606A-9BCA-4A3E-4EB37ACA7C32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3"/>
              <a:stretch>
                <a:fillRect/>
              </a:stretch>
            </p:blipFill>
            <p:spPr>
              <a:xfrm>
                <a:off x="363558" y="1985474"/>
                <a:ext cx="518400" cy="518400"/>
              </a:xfrm>
              <a:prstGeom prst="rect">
                <a:avLst/>
              </a:prstGeom>
            </p:spPr>
          </p:pic>
        </p:grpSp>
      </p:grpSp>
      <p:grpSp>
        <p:nvGrpSpPr>
          <p:cNvPr id="103" name="Groupe 102">
            <a:extLst>
              <a:ext uri="{FF2B5EF4-FFF2-40B4-BE49-F238E27FC236}">
                <a16:creationId xmlns:a16="http://schemas.microsoft.com/office/drawing/2014/main" id="{58AD15BE-FF0B-AB8F-1B32-BB8FEEBA2DEA}"/>
              </a:ext>
            </a:extLst>
          </p:cNvPr>
          <p:cNvGrpSpPr/>
          <p:nvPr/>
        </p:nvGrpSpPr>
        <p:grpSpPr>
          <a:xfrm>
            <a:off x="4230625" y="3701815"/>
            <a:ext cx="360000" cy="360000"/>
            <a:chOff x="4235640" y="2696679"/>
            <a:chExt cx="1800000" cy="1800000"/>
          </a:xfrm>
        </p:grpSpPr>
        <p:sp>
          <p:nvSpPr>
            <p:cNvPr id="104" name="Ellipse 103">
              <a:extLst>
                <a:ext uri="{FF2B5EF4-FFF2-40B4-BE49-F238E27FC236}">
                  <a16:creationId xmlns:a16="http://schemas.microsoft.com/office/drawing/2014/main" id="{617E9B91-42CB-D7A6-CB9D-2F41FFC4BB96}"/>
                </a:ext>
              </a:extLst>
            </p:cNvPr>
            <p:cNvSpPr/>
            <p:nvPr/>
          </p:nvSpPr>
          <p:spPr>
            <a:xfrm>
              <a:off x="4235640" y="2696679"/>
              <a:ext cx="1800000" cy="1800000"/>
            </a:xfrm>
            <a:prstGeom prst="ellipse">
              <a:avLst/>
            </a:prstGeom>
            <a:solidFill>
              <a:srgbClr val="0C739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 dirty="0"/>
            </a:p>
          </p:txBody>
        </p:sp>
        <p:pic>
          <p:nvPicPr>
            <p:cNvPr id="105" name="Image 104">
              <a:extLst>
                <a:ext uri="{FF2B5EF4-FFF2-40B4-BE49-F238E27FC236}">
                  <a16:creationId xmlns:a16="http://schemas.microsoft.com/office/drawing/2014/main" id="{99E60331-B84D-5566-9183-29714B6CECF8}"/>
                </a:ext>
              </a:extLst>
            </p:cNvPr>
            <p:cNvPicPr>
              <a:picLocks noChangeAspect="1"/>
            </p:cNvPicPr>
            <p:nvPr/>
          </p:nvPicPr>
          <p:blipFill>
            <a:blip r:embed="rId14"/>
            <a:stretch>
              <a:fillRect/>
            </a:stretch>
          </p:blipFill>
          <p:spPr>
            <a:xfrm>
              <a:off x="4451640" y="3100228"/>
              <a:ext cx="1368000" cy="992903"/>
            </a:xfrm>
            <a:prstGeom prst="rect">
              <a:avLst/>
            </a:prstGeom>
          </p:spPr>
        </p:pic>
      </p:grpSp>
      <p:grpSp>
        <p:nvGrpSpPr>
          <p:cNvPr id="127" name="Groupe 126">
            <a:extLst>
              <a:ext uri="{FF2B5EF4-FFF2-40B4-BE49-F238E27FC236}">
                <a16:creationId xmlns:a16="http://schemas.microsoft.com/office/drawing/2014/main" id="{05AD0AAD-BA57-A328-1C1A-FA8CC814DA79}"/>
              </a:ext>
            </a:extLst>
          </p:cNvPr>
          <p:cNvGrpSpPr/>
          <p:nvPr/>
        </p:nvGrpSpPr>
        <p:grpSpPr>
          <a:xfrm>
            <a:off x="2436565" y="1780222"/>
            <a:ext cx="360000" cy="360000"/>
            <a:chOff x="8493814" y="3375317"/>
            <a:chExt cx="1800000" cy="1800000"/>
          </a:xfrm>
        </p:grpSpPr>
        <p:sp>
          <p:nvSpPr>
            <p:cNvPr id="128" name="Ellipse 127">
              <a:extLst>
                <a:ext uri="{FF2B5EF4-FFF2-40B4-BE49-F238E27FC236}">
                  <a16:creationId xmlns:a16="http://schemas.microsoft.com/office/drawing/2014/main" id="{B597B9C0-BD7D-805D-F2A4-0E0749172DC9}"/>
                </a:ext>
              </a:extLst>
            </p:cNvPr>
            <p:cNvSpPr/>
            <p:nvPr/>
          </p:nvSpPr>
          <p:spPr>
            <a:xfrm>
              <a:off x="8493814" y="3375317"/>
              <a:ext cx="1800000" cy="1800000"/>
            </a:xfrm>
            <a:prstGeom prst="ellipse">
              <a:avLst/>
            </a:prstGeom>
            <a:solidFill>
              <a:srgbClr val="00517A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 dirty="0"/>
            </a:p>
          </p:txBody>
        </p:sp>
        <p:pic>
          <p:nvPicPr>
            <p:cNvPr id="129" name="Image 128">
              <a:extLst>
                <a:ext uri="{FF2B5EF4-FFF2-40B4-BE49-F238E27FC236}">
                  <a16:creationId xmlns:a16="http://schemas.microsoft.com/office/drawing/2014/main" id="{50E41E25-A595-736E-C376-396BA43580A1}"/>
                </a:ext>
              </a:extLst>
            </p:cNvPr>
            <p:cNvPicPr>
              <a:picLocks noChangeAspect="1"/>
            </p:cNvPicPr>
            <p:nvPr/>
          </p:nvPicPr>
          <p:blipFill>
            <a:blip r:embed="rId15"/>
            <a:stretch>
              <a:fillRect/>
            </a:stretch>
          </p:blipFill>
          <p:spPr>
            <a:xfrm>
              <a:off x="8673814" y="3583777"/>
              <a:ext cx="1440000" cy="1440000"/>
            </a:xfrm>
            <a:prstGeom prst="rect">
              <a:avLst/>
            </a:prstGeom>
          </p:spPr>
        </p:pic>
      </p:grpSp>
      <p:cxnSp>
        <p:nvCxnSpPr>
          <p:cNvPr id="3" name="Connecteur : en angle 2">
            <a:extLst>
              <a:ext uri="{FF2B5EF4-FFF2-40B4-BE49-F238E27FC236}">
                <a16:creationId xmlns:a16="http://schemas.microsoft.com/office/drawing/2014/main" id="{AA27AC90-662E-BAC2-579B-0C9FBD7535F9}"/>
              </a:ext>
            </a:extLst>
          </p:cNvPr>
          <p:cNvCxnSpPr>
            <a:cxnSpLocks/>
            <a:stCxn id="17" idx="2"/>
            <a:endCxn id="6" idx="1"/>
          </p:cNvCxnSpPr>
          <p:nvPr/>
        </p:nvCxnSpPr>
        <p:spPr>
          <a:xfrm rot="5400000" flipH="1">
            <a:off x="2111456" y="545827"/>
            <a:ext cx="2943312" cy="5052414"/>
          </a:xfrm>
          <a:prstGeom prst="bentConnector4">
            <a:avLst>
              <a:gd name="adj1" fmla="val -7767"/>
              <a:gd name="adj2" fmla="val 118242"/>
            </a:avLst>
          </a:prstGeom>
          <a:ln w="25400" cap="rnd">
            <a:solidFill>
              <a:srgbClr val="004F77"/>
            </a:solidFill>
            <a:tailEnd type="triangl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Connecteur : en angle 36">
            <a:extLst>
              <a:ext uri="{FF2B5EF4-FFF2-40B4-BE49-F238E27FC236}">
                <a16:creationId xmlns:a16="http://schemas.microsoft.com/office/drawing/2014/main" id="{ACA503E6-976B-D586-F3E7-2F63C859C483}"/>
              </a:ext>
            </a:extLst>
          </p:cNvPr>
          <p:cNvCxnSpPr>
            <a:cxnSpLocks/>
          </p:cNvCxnSpPr>
          <p:nvPr/>
        </p:nvCxnSpPr>
        <p:spPr>
          <a:xfrm rot="10800000">
            <a:off x="1046450" y="1460355"/>
            <a:ext cx="6567210" cy="3153113"/>
          </a:xfrm>
          <a:prstGeom prst="bentConnector3">
            <a:avLst>
              <a:gd name="adj1" fmla="val 111997"/>
            </a:avLst>
          </a:prstGeom>
          <a:ln w="25400" cap="rnd">
            <a:solidFill>
              <a:srgbClr val="004F77"/>
            </a:solidFill>
            <a:tailEnd type="triangl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0" name="Connecteur : en angle 69">
            <a:extLst>
              <a:ext uri="{FF2B5EF4-FFF2-40B4-BE49-F238E27FC236}">
                <a16:creationId xmlns:a16="http://schemas.microsoft.com/office/drawing/2014/main" id="{CC4F027C-53EF-44D4-17E7-77E8D55FFCF3}"/>
              </a:ext>
            </a:extLst>
          </p:cNvPr>
          <p:cNvCxnSpPr>
            <a:cxnSpLocks/>
            <a:endCxn id="6" idx="0"/>
          </p:cNvCxnSpPr>
          <p:nvPr/>
        </p:nvCxnSpPr>
        <p:spPr>
          <a:xfrm rot="10800000">
            <a:off x="1776905" y="1330379"/>
            <a:ext cx="10620266" cy="1987609"/>
          </a:xfrm>
          <a:prstGeom prst="bentConnector4">
            <a:avLst>
              <a:gd name="adj1" fmla="val -156"/>
              <a:gd name="adj2" fmla="val 111501"/>
            </a:avLst>
          </a:prstGeom>
          <a:ln w="25400" cap="rnd">
            <a:solidFill>
              <a:srgbClr val="004F77"/>
            </a:solidFill>
            <a:tailEnd type="triangl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6" name="Connecteur : en angle 85">
            <a:extLst>
              <a:ext uri="{FF2B5EF4-FFF2-40B4-BE49-F238E27FC236}">
                <a16:creationId xmlns:a16="http://schemas.microsoft.com/office/drawing/2014/main" id="{FF62F8F4-26D5-C1C0-F968-0D9C8E6202CE}"/>
              </a:ext>
            </a:extLst>
          </p:cNvPr>
          <p:cNvCxnSpPr>
            <a:cxnSpLocks/>
          </p:cNvCxnSpPr>
          <p:nvPr/>
        </p:nvCxnSpPr>
        <p:spPr>
          <a:xfrm rot="16200000" flipV="1">
            <a:off x="5864148" y="-3004930"/>
            <a:ext cx="2304000" cy="11016000"/>
          </a:xfrm>
          <a:prstGeom prst="bentConnector3">
            <a:avLst>
              <a:gd name="adj1" fmla="val 115098"/>
            </a:avLst>
          </a:prstGeom>
          <a:ln w="25400" cap="rnd">
            <a:solidFill>
              <a:srgbClr val="004F77"/>
            </a:solidFill>
            <a:tailEnd type="triangl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97" name="Image 96">
            <a:extLst>
              <a:ext uri="{FF2B5EF4-FFF2-40B4-BE49-F238E27FC236}">
                <a16:creationId xmlns:a16="http://schemas.microsoft.com/office/drawing/2014/main" id="{8DF50777-D213-0DD6-8E57-5C0488497C2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rot="5400000">
            <a:off x="12156712" y="2188574"/>
            <a:ext cx="288000" cy="100660"/>
          </a:xfrm>
          <a:prstGeom prst="rect">
            <a:avLst/>
          </a:prstGeom>
        </p:spPr>
      </p:pic>
      <p:pic>
        <p:nvPicPr>
          <p:cNvPr id="98" name="Image 97">
            <a:extLst>
              <a:ext uri="{FF2B5EF4-FFF2-40B4-BE49-F238E27FC236}">
                <a16:creationId xmlns:a16="http://schemas.microsoft.com/office/drawing/2014/main" id="{24FD3C5D-FF5E-2EAC-8A1E-ABB221A8714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rot="5400000">
            <a:off x="12607735" y="2188574"/>
            <a:ext cx="288000" cy="100660"/>
          </a:xfrm>
          <a:prstGeom prst="rect">
            <a:avLst/>
          </a:prstGeom>
        </p:spPr>
      </p:pic>
      <p:sp>
        <p:nvSpPr>
          <p:cNvPr id="30" name="Rectangle : coins arrondis 29">
            <a:extLst>
              <a:ext uri="{FF2B5EF4-FFF2-40B4-BE49-F238E27FC236}">
                <a16:creationId xmlns:a16="http://schemas.microsoft.com/office/drawing/2014/main" id="{18444911-74AE-D179-35B8-83A1D92415D8}"/>
              </a:ext>
            </a:extLst>
          </p:cNvPr>
          <p:cNvSpPr/>
          <p:nvPr/>
        </p:nvSpPr>
        <p:spPr>
          <a:xfrm>
            <a:off x="9645287" y="3321440"/>
            <a:ext cx="1365662" cy="534390"/>
          </a:xfrm>
          <a:prstGeom prst="roundRect">
            <a:avLst>
              <a:gd name="adj" fmla="val 11914"/>
            </a:avLst>
          </a:prstGeom>
          <a:noFill/>
          <a:ln w="19050">
            <a:solidFill>
              <a:srgbClr val="EE685D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400" dirty="0">
                <a:solidFill>
                  <a:srgbClr val="EE685D"/>
                </a:solidFill>
                <a:latin typeface="Arial Nova" panose="020B0504020202020204" pitchFamily="34" charset="0"/>
              </a:rPr>
              <a:t>Transmettre</a:t>
            </a:r>
          </a:p>
        </p:txBody>
      </p:sp>
      <p:cxnSp>
        <p:nvCxnSpPr>
          <p:cNvPr id="31" name="Connecteur droit avec flèche 30">
            <a:extLst>
              <a:ext uri="{FF2B5EF4-FFF2-40B4-BE49-F238E27FC236}">
                <a16:creationId xmlns:a16="http://schemas.microsoft.com/office/drawing/2014/main" id="{1971488B-12D3-3192-1B12-471588960EAC}"/>
              </a:ext>
            </a:extLst>
          </p:cNvPr>
          <p:cNvCxnSpPr>
            <a:cxnSpLocks/>
          </p:cNvCxnSpPr>
          <p:nvPr/>
        </p:nvCxnSpPr>
        <p:spPr>
          <a:xfrm flipV="1">
            <a:off x="8931734" y="3583570"/>
            <a:ext cx="720000" cy="1536"/>
          </a:xfrm>
          <a:prstGeom prst="straightConnector1">
            <a:avLst/>
          </a:prstGeom>
          <a:ln w="25400" cap="rnd">
            <a:solidFill>
              <a:srgbClr val="68348B"/>
            </a:solidFill>
            <a:tailEnd type="triangl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0" name="Rectangle : coins arrondis 39">
            <a:extLst>
              <a:ext uri="{FF2B5EF4-FFF2-40B4-BE49-F238E27FC236}">
                <a16:creationId xmlns:a16="http://schemas.microsoft.com/office/drawing/2014/main" id="{6AAACCB8-3C45-C1AD-84DC-3D1813D022CD}"/>
              </a:ext>
            </a:extLst>
          </p:cNvPr>
          <p:cNvSpPr/>
          <p:nvPr/>
        </p:nvSpPr>
        <p:spPr>
          <a:xfrm>
            <a:off x="9653155" y="3971373"/>
            <a:ext cx="1365662" cy="652851"/>
          </a:xfrm>
          <a:prstGeom prst="roundRect">
            <a:avLst>
              <a:gd name="adj" fmla="val 11914"/>
            </a:avLst>
          </a:prstGeom>
          <a:solidFill>
            <a:srgbClr val="F7B8B3"/>
          </a:solidFill>
          <a:ln w="19050">
            <a:solidFill>
              <a:srgbClr val="F7B8B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900" dirty="0">
                <a:solidFill>
                  <a:srgbClr val="EE685D"/>
                </a:solidFill>
                <a:latin typeface="Arial Nova" panose="020B0504020202020204" pitchFamily="34" charset="0"/>
              </a:rPr>
              <a:t>Vis – écrou </a:t>
            </a:r>
          </a:p>
          <a:p>
            <a:pPr algn="ctr"/>
            <a:r>
              <a:rPr lang="fr-FR" sz="900" dirty="0">
                <a:solidFill>
                  <a:srgbClr val="EE685D"/>
                </a:solidFill>
                <a:latin typeface="Arial Nova" panose="020B0504020202020204" pitchFamily="34" charset="0"/>
              </a:rPr>
              <a:t>Pas : 5 mm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84" name="ZoneTexte 83">
                <a:extLst>
                  <a:ext uri="{FF2B5EF4-FFF2-40B4-BE49-F238E27FC236}">
                    <a16:creationId xmlns:a16="http://schemas.microsoft.com/office/drawing/2014/main" id="{62D95F2C-DD11-4F84-03B0-C2672AFF58D6}"/>
                  </a:ext>
                </a:extLst>
              </p:cNvPr>
              <p:cNvSpPr txBox="1"/>
              <p:nvPr/>
            </p:nvSpPr>
            <p:spPr>
              <a:xfrm>
                <a:off x="6617430" y="3753957"/>
                <a:ext cx="1161960" cy="2769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fr-FR" sz="1200" b="1" i="1" smtClean="0">
                              <a:solidFill>
                                <a:srgbClr val="FFB25A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200" b="1" i="1" smtClean="0">
                              <a:solidFill>
                                <a:srgbClr val="FFB25A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𝓟</m:t>
                          </m:r>
                        </m:e>
                        <m:sub>
                          <m:r>
                            <a:rPr lang="fr-FR" sz="1200" b="1" i="1" smtClean="0">
                              <a:solidFill>
                                <a:srgbClr val="FFB25A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𝒎</m:t>
                          </m:r>
                        </m:sub>
                      </m:sSub>
                      <m:r>
                        <a:rPr lang="fr-FR" sz="1200" b="1" i="1" smtClean="0">
                          <a:solidFill>
                            <a:srgbClr val="FFB25A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fr-FR" sz="1200" b="1" i="1" smtClean="0">
                              <a:solidFill>
                                <a:srgbClr val="FFB25A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200" b="1" i="1" smtClean="0">
                              <a:solidFill>
                                <a:srgbClr val="FFB25A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𝑪</m:t>
                          </m:r>
                        </m:e>
                        <m:sub>
                          <m:r>
                            <a:rPr lang="fr-FR" sz="1200" b="1" i="1" smtClean="0">
                              <a:solidFill>
                                <a:srgbClr val="FFB25A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𝒎</m:t>
                          </m:r>
                        </m:sub>
                      </m:sSub>
                      <m:sSub>
                        <m:sSubPr>
                          <m:ctrlPr>
                            <a:rPr lang="fr-FR" sz="1200" b="1" i="1" smtClean="0">
                              <a:solidFill>
                                <a:srgbClr val="FFB25A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200" b="1" i="1" smtClean="0">
                              <a:solidFill>
                                <a:srgbClr val="FFB25A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𝝎</m:t>
                          </m:r>
                        </m:e>
                        <m:sub>
                          <m:r>
                            <a:rPr lang="fr-FR" sz="1200" b="1" i="1" smtClean="0">
                              <a:solidFill>
                                <a:srgbClr val="FFB25A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𝒎</m:t>
                          </m:r>
                        </m:sub>
                      </m:sSub>
                    </m:oMath>
                  </m:oMathPara>
                </a14:m>
                <a:endParaRPr lang="fr-FR" sz="1200" b="1" dirty="0">
                  <a:solidFill>
                    <a:srgbClr val="FFB25A"/>
                  </a:solidFill>
                  <a:latin typeface="Arial Nova" panose="020B0504020202020204" pitchFamily="34" charset="0"/>
                </a:endParaRPr>
              </a:p>
            </p:txBody>
          </p:sp>
        </mc:Choice>
        <mc:Fallback>
          <p:sp>
            <p:nvSpPr>
              <p:cNvPr id="84" name="ZoneTexte 83">
                <a:extLst>
                  <a:ext uri="{FF2B5EF4-FFF2-40B4-BE49-F238E27FC236}">
                    <a16:creationId xmlns:a16="http://schemas.microsoft.com/office/drawing/2014/main" id="{62D95F2C-DD11-4F84-03B0-C2672AFF58D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617430" y="3753957"/>
                <a:ext cx="1161960" cy="276999"/>
              </a:xfrm>
              <a:prstGeom prst="rect">
                <a:avLst/>
              </a:prstGeom>
              <a:blipFill>
                <a:blip r:embed="rId1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96" name="ZoneTexte 95">
                <a:extLst>
                  <a:ext uri="{FF2B5EF4-FFF2-40B4-BE49-F238E27FC236}">
                    <a16:creationId xmlns:a16="http://schemas.microsoft.com/office/drawing/2014/main" id="{FE6E6DD2-37B6-5AFE-C8A0-6BC2560C5063}"/>
                  </a:ext>
                </a:extLst>
              </p:cNvPr>
              <p:cNvSpPr txBox="1"/>
              <p:nvPr/>
            </p:nvSpPr>
            <p:spPr>
              <a:xfrm>
                <a:off x="10815115" y="3653490"/>
                <a:ext cx="1161960" cy="55393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fr-FR" sz="1050" b="1" i="1" smtClean="0">
                              <a:solidFill>
                                <a:srgbClr val="FFB25A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050" b="1" i="1" smtClean="0">
                              <a:solidFill>
                                <a:srgbClr val="FFB25A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𝓟</m:t>
                          </m:r>
                        </m:e>
                        <m:sub>
                          <m:r>
                            <a:rPr lang="fr-FR" sz="1050" b="1" i="1" smtClean="0">
                              <a:solidFill>
                                <a:srgbClr val="FFB25A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𝒆</m:t>
                          </m:r>
                        </m:sub>
                      </m:sSub>
                      <m:r>
                        <a:rPr lang="fr-FR" sz="1050" b="1" i="1" smtClean="0">
                          <a:solidFill>
                            <a:srgbClr val="FFB25A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r>
                        <a:rPr lang="fr-FR" sz="1050" b="1" i="1" smtClean="0">
                          <a:solidFill>
                            <a:srgbClr val="FFB25A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𝑭𝑽</m:t>
                      </m:r>
                    </m:oMath>
                  </m:oMathPara>
                </a14:m>
                <a:endParaRPr lang="fr-FR" sz="1050" b="1" dirty="0">
                  <a:solidFill>
                    <a:srgbClr val="FFB25A"/>
                  </a:solidFill>
                  <a:latin typeface="Arial Nova" panose="020B0504020202020204" pitchFamily="34" charset="0"/>
                  <a:ea typeface="Cambria Math" panose="02040503050406030204" pitchFamily="18" charset="0"/>
                </a:endParaRP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050" b="1" i="1" smtClean="0">
                          <a:solidFill>
                            <a:srgbClr val="FFB25A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𝑽</m:t>
                      </m:r>
                      <m:r>
                        <a:rPr lang="fr-FR" sz="1050" b="1" i="1" smtClean="0">
                          <a:solidFill>
                            <a:srgbClr val="FFB25A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fr-FR" sz="1050" b="1" i="1">
                              <a:solidFill>
                                <a:srgbClr val="FFB25A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050" b="1" i="1">
                              <a:solidFill>
                                <a:srgbClr val="FFB25A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𝝎</m:t>
                          </m:r>
                        </m:e>
                        <m:sub>
                          <m:r>
                            <a:rPr lang="fr-FR" sz="1050" b="1" i="1">
                              <a:solidFill>
                                <a:srgbClr val="FFB25A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𝒓</m:t>
                          </m:r>
                        </m:sub>
                      </m:sSub>
                      <m:f>
                        <m:fPr>
                          <m:ctrlPr>
                            <a:rPr lang="fr-FR" sz="1050" b="1" i="1" smtClean="0">
                              <a:solidFill>
                                <a:srgbClr val="FFB25A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050" b="1" i="1" smtClean="0">
                              <a:solidFill>
                                <a:srgbClr val="FFB25A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𝒑𝒂𝒔</m:t>
                          </m:r>
                        </m:num>
                        <m:den>
                          <m:r>
                            <a:rPr lang="fr-FR" sz="1050" b="1" i="1" smtClean="0">
                              <a:solidFill>
                                <a:srgbClr val="FFB25A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𝟐</m:t>
                          </m:r>
                          <m:r>
                            <a:rPr lang="fr-FR" sz="1050" b="1" i="1" smtClean="0">
                              <a:solidFill>
                                <a:srgbClr val="FFB25A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𝝅</m:t>
                          </m:r>
                        </m:den>
                      </m:f>
                    </m:oMath>
                  </m:oMathPara>
                </a14:m>
                <a:endParaRPr lang="fr-FR" sz="1050" b="1" dirty="0">
                  <a:solidFill>
                    <a:srgbClr val="FFB25A"/>
                  </a:solidFill>
                  <a:latin typeface="Arial Nova" panose="020B0504020202020204" pitchFamily="34" charset="0"/>
                  <a:ea typeface="Cambria Math" panose="02040503050406030204" pitchFamily="18" charset="0"/>
                </a:endParaRPr>
              </a:p>
            </p:txBody>
          </p:sp>
        </mc:Choice>
        <mc:Fallback>
          <p:sp>
            <p:nvSpPr>
              <p:cNvPr id="96" name="ZoneTexte 95">
                <a:extLst>
                  <a:ext uri="{FF2B5EF4-FFF2-40B4-BE49-F238E27FC236}">
                    <a16:creationId xmlns:a16="http://schemas.microsoft.com/office/drawing/2014/main" id="{FE6E6DD2-37B6-5AFE-C8A0-6BC2560C506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815115" y="3653490"/>
                <a:ext cx="1161960" cy="553934"/>
              </a:xfrm>
              <a:prstGeom prst="rect">
                <a:avLst/>
              </a:prstGeom>
              <a:blipFill>
                <a:blip r:embed="rId1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2" name="Connecteur droit avec flèche 31">
            <a:extLst>
              <a:ext uri="{FF2B5EF4-FFF2-40B4-BE49-F238E27FC236}">
                <a16:creationId xmlns:a16="http://schemas.microsoft.com/office/drawing/2014/main" id="{453C4B9F-D574-5791-9142-8BD1EE0A1CA1}"/>
              </a:ext>
            </a:extLst>
          </p:cNvPr>
          <p:cNvCxnSpPr>
            <a:cxnSpLocks/>
          </p:cNvCxnSpPr>
          <p:nvPr/>
        </p:nvCxnSpPr>
        <p:spPr>
          <a:xfrm flipV="1">
            <a:off x="330999" y="3626765"/>
            <a:ext cx="720000" cy="1536"/>
          </a:xfrm>
          <a:prstGeom prst="straightConnector1">
            <a:avLst/>
          </a:prstGeom>
          <a:ln w="25400" cap="rnd">
            <a:solidFill>
              <a:srgbClr val="FDAD57"/>
            </a:solidFill>
            <a:tailEnd type="triangl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33" name="Image 32">
            <a:extLst>
              <a:ext uri="{FF2B5EF4-FFF2-40B4-BE49-F238E27FC236}">
                <a16:creationId xmlns:a16="http://schemas.microsoft.com/office/drawing/2014/main" id="{5A707F1C-162A-AFCF-2EFA-FD2193ED8416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117169" y="3163203"/>
            <a:ext cx="360000" cy="360000"/>
          </a:xfrm>
          <a:prstGeom prst="rect">
            <a:avLst/>
          </a:prstGeom>
        </p:spPr>
      </p:pic>
      <mc:AlternateContent xmlns:mc="http://schemas.openxmlformats.org/markup-compatibility/2006">
        <mc:Choice xmlns:a14="http://schemas.microsoft.com/office/drawing/2010/main" Requires="a14">
          <p:sp>
            <p:nvSpPr>
              <p:cNvPr id="36" name="ZoneTexte 35">
                <a:extLst>
                  <a:ext uri="{FF2B5EF4-FFF2-40B4-BE49-F238E27FC236}">
                    <a16:creationId xmlns:a16="http://schemas.microsoft.com/office/drawing/2014/main" id="{0005B98B-A299-90E8-0579-3C3055ED324A}"/>
                  </a:ext>
                </a:extLst>
              </p:cNvPr>
              <p:cNvSpPr txBox="1"/>
              <p:nvPr/>
            </p:nvSpPr>
            <p:spPr>
              <a:xfrm>
                <a:off x="8702117" y="3745824"/>
                <a:ext cx="1161960" cy="2769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fr-FR" sz="1200" b="1" i="1" smtClean="0">
                              <a:solidFill>
                                <a:srgbClr val="FFB25A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200" b="1" i="1" smtClean="0">
                              <a:solidFill>
                                <a:srgbClr val="FFB25A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𝓟</m:t>
                          </m:r>
                        </m:e>
                        <m:sub>
                          <m:r>
                            <a:rPr lang="fr-FR" sz="1200" b="1" i="1" smtClean="0">
                              <a:solidFill>
                                <a:srgbClr val="FFB25A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𝒓</m:t>
                          </m:r>
                        </m:sub>
                      </m:sSub>
                      <m:r>
                        <a:rPr lang="fr-FR" sz="1200" b="1" i="1" smtClean="0">
                          <a:solidFill>
                            <a:srgbClr val="FFB25A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fr-FR" sz="1200" b="1" i="1" smtClean="0">
                              <a:solidFill>
                                <a:srgbClr val="FFB25A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200" b="1" i="1" smtClean="0">
                              <a:solidFill>
                                <a:srgbClr val="FFB25A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𝑪</m:t>
                          </m:r>
                        </m:e>
                        <m:sub>
                          <m:r>
                            <a:rPr lang="fr-FR" sz="1200" b="1" i="1" smtClean="0">
                              <a:solidFill>
                                <a:srgbClr val="FFB25A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𝒓</m:t>
                          </m:r>
                        </m:sub>
                      </m:sSub>
                      <m:sSub>
                        <m:sSubPr>
                          <m:ctrlPr>
                            <a:rPr lang="fr-FR" sz="1200" b="1" i="1" smtClean="0">
                              <a:solidFill>
                                <a:srgbClr val="FFB25A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200" b="1" i="1" smtClean="0">
                              <a:solidFill>
                                <a:srgbClr val="FFB25A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𝝎</m:t>
                          </m:r>
                        </m:e>
                        <m:sub>
                          <m:r>
                            <a:rPr lang="fr-FR" sz="1200" b="1" i="1" smtClean="0">
                              <a:solidFill>
                                <a:srgbClr val="FFB25A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𝒓</m:t>
                          </m:r>
                        </m:sub>
                      </m:sSub>
                    </m:oMath>
                  </m:oMathPara>
                </a14:m>
                <a:endParaRPr lang="fr-FR" sz="1200" b="1" dirty="0">
                  <a:solidFill>
                    <a:srgbClr val="FFB25A"/>
                  </a:solidFill>
                  <a:latin typeface="Arial Nova" panose="020B0504020202020204" pitchFamily="34" charset="0"/>
                </a:endParaRPr>
              </a:p>
            </p:txBody>
          </p:sp>
        </mc:Choice>
        <mc:Fallback>
          <p:sp>
            <p:nvSpPr>
              <p:cNvPr id="36" name="ZoneTexte 35">
                <a:extLst>
                  <a:ext uri="{FF2B5EF4-FFF2-40B4-BE49-F238E27FC236}">
                    <a16:creationId xmlns:a16="http://schemas.microsoft.com/office/drawing/2014/main" id="{0005B98B-A299-90E8-0579-3C3055ED324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702117" y="3745824"/>
                <a:ext cx="1161960" cy="276999"/>
              </a:xfrm>
              <a:prstGeom prst="rect">
                <a:avLst/>
              </a:prstGeom>
              <a:blipFill>
                <a:blip r:embed="rId1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9" name="Rectangle : coins arrondis 48">
            <a:extLst>
              <a:ext uri="{FF2B5EF4-FFF2-40B4-BE49-F238E27FC236}">
                <a16:creationId xmlns:a16="http://schemas.microsoft.com/office/drawing/2014/main" id="{41C8C10B-28B1-AAD9-17B3-48F680D32BCC}"/>
              </a:ext>
            </a:extLst>
          </p:cNvPr>
          <p:cNvSpPr/>
          <p:nvPr/>
        </p:nvSpPr>
        <p:spPr>
          <a:xfrm>
            <a:off x="11740216" y="3314700"/>
            <a:ext cx="1365662" cy="1194790"/>
          </a:xfrm>
          <a:prstGeom prst="roundRect">
            <a:avLst>
              <a:gd name="adj" fmla="val 11914"/>
            </a:avLst>
          </a:prstGeom>
          <a:solidFill>
            <a:srgbClr val="B2CAD6"/>
          </a:solidFill>
          <a:ln w="19050">
            <a:solidFill>
              <a:srgbClr val="B2CAD6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200" dirty="0">
                <a:solidFill>
                  <a:srgbClr val="0D587E"/>
                </a:solidFill>
                <a:latin typeface="Arial Nova" panose="020B0504020202020204" pitchFamily="34" charset="0"/>
              </a:rPr>
              <a:t>Ceinture</a:t>
            </a:r>
          </a:p>
        </p:txBody>
      </p:sp>
    </p:spTree>
    <p:extLst>
      <p:ext uri="{BB962C8B-B14F-4D97-AF65-F5344CB8AC3E}">
        <p14:creationId xmlns:p14="http://schemas.microsoft.com/office/powerpoint/2010/main" val="28406087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6DE951B-567F-7AAD-0206-E8E6FA968B1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4" name="Titre 3">
                <a:extLst>
                  <a:ext uri="{FF2B5EF4-FFF2-40B4-BE49-F238E27FC236}">
                    <a16:creationId xmlns:a16="http://schemas.microsoft.com/office/drawing/2014/main" id="{B00B1A4C-09A8-7AFB-B153-C416AEA978AD}"/>
                  </a:ext>
                </a:extLst>
              </p:cNvPr>
              <p:cNvSpPr>
                <a:spLocks noGrp="1"/>
              </p:cNvSpPr>
              <p:nvPr>
                <p:ph type="title"/>
              </p:nvPr>
            </p:nvSpPr>
            <p:spPr/>
            <p:txBody>
              <a:bodyPr/>
              <a:lstStyle/>
              <a:p>
                <a:r>
                  <a:rPr lang="fr-FR" dirty="0"/>
                  <a:t>I3D – Chaine fonctionnelle de l’axe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fr-FR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𝑍</m:t>
                        </m:r>
                      </m:e>
                      <m:sub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𝛾</m:t>
                        </m:r>
                      </m:sub>
                    </m:sSub>
                  </m:oMath>
                </a14:m>
                <a:endParaRPr lang="fr-FR" dirty="0"/>
              </a:p>
            </p:txBody>
          </p:sp>
        </mc:Choice>
        <mc:Fallback xmlns="">
          <p:sp>
            <p:nvSpPr>
              <p:cNvPr id="4" name="Titre 3">
                <a:extLst>
                  <a:ext uri="{FF2B5EF4-FFF2-40B4-BE49-F238E27FC236}">
                    <a16:creationId xmlns:a16="http://schemas.microsoft.com/office/drawing/2014/main" id="{E5C1CAA4-BEC8-E034-06F5-82D8ED3BFB4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blipFill>
                <a:blip r:embed="rId3"/>
                <a:stretch>
                  <a:fillRect l="-2000" t="-5517" b="-27586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75373256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re 3">
            <a:extLst>
              <a:ext uri="{FF2B5EF4-FFF2-40B4-BE49-F238E27FC236}">
                <a16:creationId xmlns:a16="http://schemas.microsoft.com/office/drawing/2014/main" id="{3A142C0F-762F-F7C3-85B0-162AF0F22A5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04 – Résolution cinématique </a:t>
            </a:r>
          </a:p>
        </p:txBody>
      </p:sp>
      <p:sp>
        <p:nvSpPr>
          <p:cNvPr id="5" name="Espace réservé du texte 4">
            <a:extLst>
              <a:ext uri="{FF2B5EF4-FFF2-40B4-BE49-F238E27FC236}">
                <a16:creationId xmlns:a16="http://schemas.microsoft.com/office/drawing/2014/main" id="{98718FE7-7CCF-D195-D629-A4D1524A315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409120367"/>
      </p:ext>
    </p:extLst>
  </p:cSld>
  <p:clrMapOvr>
    <a:masterClrMapping/>
  </p:clrMapOvr>
</p:sld>
</file>

<file path=ppt/theme/theme1.xml><?xml version="1.0" encoding="utf-8"?>
<a:theme xmlns:a="http://schemas.openxmlformats.org/drawingml/2006/main" name="Rétrospective">
  <a:themeElements>
    <a:clrScheme name="Bleu vert">
      <a:dk1>
        <a:sysClr val="windowText" lastClr="000000"/>
      </a:dk1>
      <a:lt1>
        <a:sysClr val="window" lastClr="FFFFFF"/>
      </a:lt1>
      <a:dk2>
        <a:srgbClr val="373545"/>
      </a:dk2>
      <a:lt2>
        <a:srgbClr val="CEDBE6"/>
      </a:lt2>
      <a:accent1>
        <a:srgbClr val="3494BA"/>
      </a:accent1>
      <a:accent2>
        <a:srgbClr val="58B6C0"/>
      </a:accent2>
      <a:accent3>
        <a:srgbClr val="75BDA7"/>
      </a:accent3>
      <a:accent4>
        <a:srgbClr val="7A8C8E"/>
      </a:accent4>
      <a:accent5>
        <a:srgbClr val="84ACB6"/>
      </a:accent5>
      <a:accent6>
        <a:srgbClr val="2683C6"/>
      </a:accent6>
      <a:hlink>
        <a:srgbClr val="6B9F25"/>
      </a:hlink>
      <a:folHlink>
        <a:srgbClr val="9F6715"/>
      </a:folHlink>
    </a:clrScheme>
    <a:fontScheme name="Rétrospectiv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Rétrospective">
      <a:fillStyleLst>
        <a:solidFill>
          <a:schemeClr val="phClr"/>
        </a:solidFill>
        <a:gradFill rotWithShape="1">
          <a:gsLst>
            <a:gs pos="0">
              <a:schemeClr val="phClr">
                <a:tint val="65000"/>
                <a:shade val="92000"/>
                <a:satMod val="130000"/>
              </a:schemeClr>
            </a:gs>
            <a:gs pos="45000">
              <a:schemeClr val="phClr">
                <a:tint val="60000"/>
                <a:shade val="99000"/>
                <a:satMod val="120000"/>
              </a:schemeClr>
            </a:gs>
            <a:gs pos="100000">
              <a:schemeClr val="phClr">
                <a:tint val="55000"/>
                <a:satMod val="140000"/>
              </a:schemeClr>
            </a:gs>
          </a:gsLst>
          <a:path path="circle">
            <a:fillToRect l="100000" t="100000" r="100000" b="100000"/>
          </a:path>
        </a:gradFill>
        <a:gradFill rotWithShape="1">
          <a:gsLst>
            <a:gs pos="0">
              <a:schemeClr val="phClr">
                <a:shade val="85000"/>
                <a:satMod val="130000"/>
              </a:schemeClr>
            </a:gs>
            <a:gs pos="34000">
              <a:schemeClr val="phClr">
                <a:shade val="87000"/>
                <a:satMod val="125000"/>
              </a:schemeClr>
            </a:gs>
            <a:gs pos="70000">
              <a:schemeClr val="phClr">
                <a:tint val="100000"/>
                <a:shade val="90000"/>
                <a:satMod val="130000"/>
              </a:schemeClr>
            </a:gs>
            <a:gs pos="100000">
              <a:schemeClr val="phClr">
                <a:tint val="100000"/>
                <a:shade val="100000"/>
                <a:satMod val="110000"/>
              </a:schemeClr>
            </a:gs>
          </a:gsLst>
          <a:path path="circle">
            <a:fillToRect l="100000" t="100000" r="100000" b="100000"/>
          </a:path>
        </a:gradFill>
      </a:fillStyleLst>
      <a:lnStyleLst>
        <a:ln w="12700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2700000" algn="br" rotWithShape="0">
              <a:srgbClr val="000000">
                <a:alpha val="60000"/>
              </a:srgbClr>
            </a:outerShdw>
          </a:effectLst>
        </a:effectStyle>
        <a:effectStyle>
          <a:effectLst>
            <a:outerShdw blurRad="44450" dist="25400" dir="2700000" algn="br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9800000"/>
            </a:lightRig>
          </a:scene3d>
          <a:sp3d prstMaterial="flat">
            <a:bevelT w="25400" h="31750"/>
          </a:sp3d>
        </a:effectStyle>
      </a:effectStyleLst>
      <a:bgFillStyleLst>
        <a:solidFill>
          <a:schemeClr val="phClr"/>
        </a:solidFill>
        <a:solidFill>
          <a:schemeClr val="phClr">
            <a:tint val="90000"/>
            <a:shade val="97000"/>
            <a:satMod val="130000"/>
          </a:schemeClr>
        </a:solidFill>
        <a:gradFill rotWithShape="1">
          <a:gsLst>
            <a:gs pos="0">
              <a:schemeClr val="phClr">
                <a:tint val="96000"/>
                <a:shade val="99000"/>
                <a:satMod val="140000"/>
              </a:schemeClr>
            </a:gs>
            <a:gs pos="65000">
              <a:schemeClr val="phClr">
                <a:tint val="100000"/>
                <a:shade val="80000"/>
                <a:satMod val="130000"/>
              </a:schemeClr>
            </a:gs>
            <a:gs pos="100000">
              <a:schemeClr val="phClr">
                <a:tint val="100000"/>
                <a:shade val="48000"/>
                <a:satMod val="120000"/>
              </a:schemeClr>
            </a:gs>
          </a:gsLst>
          <a:lin ang="162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Retrospect" id="{5F128B03-DCCA-4EEB-AB3B-CF2899314A46}" vid="{3F1AAB62-24C6-49D2-8E01-B56FAC9A3DCD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Retrospect</Template>
  <TotalTime>0</TotalTime>
  <Words>132</Words>
  <Application>Microsoft Office PowerPoint</Application>
  <PresentationFormat>Grand écran</PresentationFormat>
  <Paragraphs>50</Paragraphs>
  <Slides>6</Slides>
  <Notes>0</Notes>
  <HiddenSlides>0</HiddenSlides>
  <MMClips>0</MMClips>
  <ScaleCrop>false</ScaleCrop>
  <HeadingPairs>
    <vt:vector size="6" baseType="variant">
      <vt:variant>
        <vt:lpstr>Polices utilisées</vt:lpstr>
      </vt:variant>
      <vt:variant>
        <vt:i4>5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6</vt:i4>
      </vt:variant>
    </vt:vector>
  </HeadingPairs>
  <TitlesOfParts>
    <vt:vector size="12" baseType="lpstr">
      <vt:lpstr>Arial Nova</vt:lpstr>
      <vt:lpstr>Calibri</vt:lpstr>
      <vt:lpstr>Calibri Light</vt:lpstr>
      <vt:lpstr>Cambria Math</vt:lpstr>
      <vt:lpstr>Wingdings</vt:lpstr>
      <vt:lpstr>Rétrospective</vt:lpstr>
      <vt:lpstr>Présentation PowerPoint</vt:lpstr>
      <vt:lpstr>Présentation PowerPoint</vt:lpstr>
      <vt:lpstr>02 Chaîne fonctionnelle</vt:lpstr>
      <vt:lpstr>Exo-V</vt:lpstr>
      <vt:lpstr>I3D – Chaine fonctionnelle de l’axe Z_γ</vt:lpstr>
      <vt:lpstr>04 – Résolution cinématique 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Présentation PowerPoint</dc:title>
  <dc:creator>Xavier Pessoles</dc:creator>
  <cp:lastModifiedBy>Xavier Pessoles</cp:lastModifiedBy>
  <cp:revision>51</cp:revision>
  <cp:lastPrinted>2024-06-03T12:48:55Z</cp:lastPrinted>
  <dcterms:created xsi:type="dcterms:W3CDTF">2023-03-22T10:05:05Z</dcterms:created>
  <dcterms:modified xsi:type="dcterms:W3CDTF">2026-04-05T18:58:30Z</dcterms:modified>
</cp:coreProperties>
</file>