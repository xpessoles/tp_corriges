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66" r:id="rId4"/>
    <p:sldId id="267" r:id="rId5"/>
    <p:sldId id="270" r:id="rId6"/>
    <p:sldId id="273" r:id="rId7"/>
    <p:sldId id="272" r:id="rId8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47F"/>
    <a:srgbClr val="DFE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6" d="100"/>
          <a:sy n="56" d="100"/>
        </p:scale>
        <p:origin x="976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413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1463" indent="-269875">
              <a:defRPr/>
            </a:lvl1pPr>
            <a:lvl2pPr marL="449263" indent="-249238">
              <a:buClr>
                <a:schemeClr val="accent1"/>
              </a:buClr>
              <a:buSzPct val="80000"/>
              <a:defRPr/>
            </a:lvl2pPr>
            <a:lvl3pPr>
              <a:buClr>
                <a:schemeClr val="accent2"/>
              </a:buClr>
              <a:buSzPct val="80000"/>
              <a:defRPr/>
            </a:lvl3pPr>
            <a:lvl4pPr>
              <a:buClr>
                <a:schemeClr val="accent3"/>
              </a:buClr>
              <a:buSzPct val="80000"/>
              <a:defRPr/>
            </a:lvl4pPr>
            <a:lvl5pPr>
              <a:buClr>
                <a:schemeClr val="accent4"/>
              </a:buClr>
              <a:buSzPct val="80000"/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7385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236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828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718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2387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4261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7F135F6-2A09-4FDD-9ECA-096E230CA0FA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1946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9534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3010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1129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8827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795" y="981887"/>
            <a:ext cx="11956410" cy="525333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45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7F135F6-2A09-4FDD-9ECA-096E230CA0FA}" type="datetimeFigureOut">
              <a:rPr lang="fr-FR" smtClean="0"/>
              <a:t>06/04/2026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4474" y="6459785"/>
            <a:ext cx="66262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0429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7A6A38F-5C8E-497F-8761-3C4E0EEEA33A}" type="slidenum">
              <a:rPr lang="fr-FR" smtClean="0"/>
              <a:t>‹N°›</a:t>
            </a:fld>
            <a:endParaRPr lang="fr-FR" dirty="0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117795" y="891152"/>
            <a:ext cx="1195641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5199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71463" indent="-271463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2"/>
        </a:buClr>
        <a:buSzPct val="80000"/>
        <a:buFont typeface="Wingdings" panose="05000000000000000000" pitchFamily="2" charset="2"/>
        <a:buChar char="q"/>
        <a:defRPr lang="fr-FR" sz="2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49263" indent="-249238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Wingdings" panose="05000000000000000000" pitchFamily="2" charset="2"/>
        <a:buChar char="q"/>
        <a:defRPr lang="fr-FR" sz="24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27063" indent="-242888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SzPct val="80000"/>
        <a:buFont typeface="Wingdings" panose="05000000000000000000" pitchFamily="2" charset="2"/>
        <a:buChar char="q"/>
        <a:defRPr lang="fr-FR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4863" indent="-2381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SzPct val="80000"/>
        <a:buFont typeface="Wingdings" panose="05000000000000000000" pitchFamily="2" charset="2"/>
        <a:buChar char="q"/>
        <a:defRPr lang="fr-FR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82663" indent="-23336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4"/>
        </a:buClr>
        <a:buSzPct val="80000"/>
        <a:buFont typeface="Wingdings" panose="05000000000000000000" pitchFamily="2" charset="2"/>
        <a:buChar char="q"/>
        <a:defRPr lang="en-US" sz="18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169B8C-C613-5194-0894-54831B3305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2914DB3-05EE-DC10-8133-D85DE6A654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9843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23CFB6-C96F-2738-656C-799A569A5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A0F49C-2000-CFFA-4CC2-9D86BC132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Lkj</a:t>
            </a:r>
            <a:r>
              <a:rPr lang="fr-FR" dirty="0"/>
              <a:t> 	</a:t>
            </a:r>
          </a:p>
          <a:p>
            <a:pPr lvl="1"/>
            <a:r>
              <a:rPr lang="fr-FR" dirty="0" err="1"/>
              <a:t>Lkj</a:t>
            </a:r>
            <a:endParaRPr lang="fr-FR" dirty="0"/>
          </a:p>
          <a:p>
            <a:pPr lvl="1"/>
            <a:r>
              <a:rPr lang="fr-FR" dirty="0" err="1"/>
              <a:t>Qcsdv</a:t>
            </a:r>
            <a:endParaRPr lang="fr-FR" dirty="0"/>
          </a:p>
          <a:p>
            <a:pPr lvl="1"/>
            <a:r>
              <a:rPr lang="fr-FR" dirty="0"/>
              <a:t>Cs:;m;</a:t>
            </a:r>
          </a:p>
          <a:p>
            <a:pPr lvl="2"/>
            <a:r>
              <a:rPr lang="fr-FR" dirty="0" err="1"/>
              <a:t>Mù;m</a:t>
            </a:r>
            <a:r>
              <a:rPr lang="fr-FR" dirty="0"/>
              <a:t>;</a:t>
            </a:r>
          </a:p>
          <a:p>
            <a:pPr lvl="2"/>
            <a:r>
              <a:rPr lang="fr-FR" dirty="0" err="1"/>
              <a:t>Ùm;ùm</a:t>
            </a:r>
            <a:endParaRPr lang="fr-FR" dirty="0"/>
          </a:p>
          <a:p>
            <a:pPr lvl="2"/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6684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794E1E6-E0CB-0314-482E-A48AE59E0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02 Chaîne fonctionnelle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1164354-1A91-E980-2D9B-9062246D6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494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CE9B1931-07DA-0F46-7F7A-32594AF6DF26}"/>
                  </a:ext>
                </a:extLst>
              </p:cNvPr>
              <p:cNvSpPr txBox="1"/>
              <p:nvPr/>
            </p:nvSpPr>
            <p:spPr>
              <a:xfrm>
                <a:off x="4428769" y="3570697"/>
                <a:ext cx="1161960" cy="8156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rPr>
                  <a:t> </a:t>
                </a:r>
                <a:r>
                  <a:rPr lang="fr-FR" sz="900" b="1" dirty="0">
                    <a:solidFill>
                      <a:srgbClr val="FFB25A"/>
                    </a:solidFill>
                    <a:latin typeface="Arial Nova" panose="020B0504020202020204" pitchFamily="34" charset="0"/>
                  </a:rPr>
                  <a:t>[-9,+9V]=</a:t>
                </a:r>
                <a:endParaRPr lang="fr-FR" sz="900" b="1" dirty="0">
                  <a:solidFill>
                    <a:srgbClr val="FFB25A"/>
                  </a:solidFill>
                  <a:latin typeface="Arial Nova" panose="020B050402020202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algn="ctr"/>
                <a:r>
                  <a:rPr lang="fr-FR" sz="900" b="1" dirty="0">
                    <a:solidFill>
                      <a:srgbClr val="FFB25A"/>
                    </a:solidFill>
                    <a:latin typeface="Arial Nova" panose="020B0504020202020204" pitchFamily="34" charset="0"/>
                  </a:rPr>
                  <a:t> [-0,38,0,38 A]</a:t>
                </a:r>
                <a:endParaRPr lang="fr-FR" sz="900" b="1" dirty="0">
                  <a:solidFill>
                    <a:srgbClr val="FFB25A"/>
                  </a:solidFill>
                  <a:latin typeface="Arial Nova" panose="020B050402020202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𝓟</m:t>
                          </m:r>
                        </m:e>
                        <m:sub>
                          <m: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𝒆𝒍𝒆𝒄</m:t>
                          </m:r>
                        </m:sub>
                      </m:sSub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𝑼𝑰</m:t>
                      </m:r>
                    </m:oMath>
                  </m:oMathPara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  <a:p>
                <a:pPr algn="ctr"/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CE9B1931-07DA-0F46-7F7A-32594AF6D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8769" y="3570697"/>
                <a:ext cx="1161960" cy="8156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re 3">
            <a:extLst>
              <a:ext uri="{FF2B5EF4-FFF2-40B4-BE49-F238E27FC236}">
                <a16:creationId xmlns:a16="http://schemas.microsoft.com/office/drawing/2014/main" id="{E5C1CAA4-BEC8-E034-06F5-82D8ED3B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Exo-V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7822C3A-6752-03D9-8DF8-C9BF49763BD8}"/>
              </a:ext>
            </a:extLst>
          </p:cNvPr>
          <p:cNvSpPr/>
          <p:nvPr/>
        </p:nvSpPr>
        <p:spPr>
          <a:xfrm>
            <a:off x="1056905" y="1330378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04F77"/>
                </a:solidFill>
                <a:latin typeface="Arial Nova" panose="020B0504020202020204" pitchFamily="34" charset="0"/>
              </a:rPr>
              <a:t>Acquérir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EC70D79-FF53-E1E6-8F5D-7DB4552BDEB8}"/>
              </a:ext>
            </a:extLst>
          </p:cNvPr>
          <p:cNvSpPr/>
          <p:nvPr/>
        </p:nvSpPr>
        <p:spPr>
          <a:xfrm>
            <a:off x="1056905" y="2105524"/>
            <a:ext cx="1440000" cy="859876"/>
          </a:xfrm>
          <a:prstGeom prst="roundRect">
            <a:avLst>
              <a:gd name="adj" fmla="val 11914"/>
            </a:avLst>
          </a:prstGeom>
          <a:solidFill>
            <a:srgbClr val="DFE3EB"/>
          </a:solidFill>
          <a:ln w="19050">
            <a:solidFill>
              <a:srgbClr val="DFE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Potentiomètre linéaire</a:t>
            </a:r>
          </a:p>
          <a:p>
            <a:pPr algn="ctr"/>
            <a:endParaRPr lang="fr-FR" sz="800" dirty="0">
              <a:solidFill>
                <a:srgbClr val="004F77"/>
              </a:solidFill>
              <a:latin typeface="Arial Nova" panose="020B0504020202020204" pitchFamily="34" charset="0"/>
            </a:endParaRPr>
          </a:p>
          <a:p>
            <a:pPr algn="ctr"/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Capteur d’effort colonne</a:t>
            </a:r>
          </a:p>
          <a:p>
            <a:pPr algn="ctr"/>
            <a:endParaRPr lang="fr-FR" sz="800" dirty="0">
              <a:solidFill>
                <a:srgbClr val="004F77"/>
              </a:solidFill>
              <a:latin typeface="Arial Nova" panose="020B0504020202020204" pitchFamily="34" charset="0"/>
            </a:endParaRPr>
          </a:p>
          <a:p>
            <a:pPr algn="ctr"/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Capteur angulaire</a:t>
            </a:r>
          </a:p>
          <a:p>
            <a:pPr algn="ctr"/>
            <a:endParaRPr lang="fr-FR" sz="800" dirty="0">
              <a:solidFill>
                <a:srgbClr val="004F77"/>
              </a:solidFill>
              <a:latin typeface="Arial Nova" panose="020B0504020202020204" pitchFamily="34" charset="0"/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92C39D7-C7C7-3458-7E55-FC4FCBD955B0}"/>
              </a:ext>
            </a:extLst>
          </p:cNvPr>
          <p:cNvSpPr/>
          <p:nvPr/>
        </p:nvSpPr>
        <p:spPr>
          <a:xfrm>
            <a:off x="3229319" y="1328842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C7391"/>
                </a:solidFill>
                <a:latin typeface="Arial Nova" panose="020B0504020202020204" pitchFamily="34" charset="0"/>
              </a:rPr>
              <a:t>Traiter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5E73C37F-4A2D-AB41-B3A3-7332F9A357A2}"/>
              </a:ext>
            </a:extLst>
          </p:cNvPr>
          <p:cNvSpPr/>
          <p:nvPr/>
        </p:nvSpPr>
        <p:spPr>
          <a:xfrm>
            <a:off x="3218894" y="2121703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E4EBF0"/>
          </a:solidFill>
          <a:ln w="19050">
            <a:solidFill>
              <a:srgbClr val="E4EB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C7391"/>
                </a:solidFill>
                <a:latin typeface="Arial Nova" panose="020B0504020202020204" pitchFamily="34" charset="0"/>
              </a:rPr>
              <a:t>Carte ESCON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8BE8DB55-CD2C-9609-869B-BFB5FBA5A6D3}"/>
              </a:ext>
            </a:extLst>
          </p:cNvPr>
          <p:cNvSpPr/>
          <p:nvPr/>
        </p:nvSpPr>
        <p:spPr>
          <a:xfrm>
            <a:off x="5389319" y="1306501"/>
            <a:ext cx="1440000" cy="576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8A5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8A559"/>
                </a:solidFill>
                <a:latin typeface="Arial Nova" panose="020B0504020202020204" pitchFamily="34" charset="0"/>
              </a:rPr>
              <a:t>Communiquer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E7C50B13-9945-267C-9C0F-3901C1922B55}"/>
              </a:ext>
            </a:extLst>
          </p:cNvPr>
          <p:cNvSpPr/>
          <p:nvPr/>
        </p:nvSpPr>
        <p:spPr>
          <a:xfrm>
            <a:off x="5389319" y="2100470"/>
            <a:ext cx="1406281" cy="534390"/>
          </a:xfrm>
          <a:prstGeom prst="roundRect">
            <a:avLst>
              <a:gd name="adj" fmla="val 11914"/>
            </a:avLst>
          </a:prstGeom>
          <a:solidFill>
            <a:srgbClr val="E8F3E8"/>
          </a:solidFill>
          <a:ln w="19050">
            <a:solidFill>
              <a:srgbClr val="E8F3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srgbClr val="08A559"/>
                </a:solidFill>
                <a:latin typeface="Arial Nova" panose="020B0504020202020204" pitchFamily="34" charset="0"/>
              </a:rPr>
              <a:t>Leds</a:t>
            </a:r>
            <a:endParaRPr lang="fr-FR" sz="1200" dirty="0">
              <a:solidFill>
                <a:srgbClr val="08A559"/>
              </a:solidFill>
              <a:latin typeface="Arial Nova" panose="020B0504020202020204" pitchFamily="34" charset="0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8CFBB7BE-C306-859A-CF41-F04DD9BC455C}"/>
              </a:ext>
            </a:extLst>
          </p:cNvPr>
          <p:cNvSpPr/>
          <p:nvPr/>
        </p:nvSpPr>
        <p:spPr>
          <a:xfrm>
            <a:off x="1056905" y="3323232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FDAD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FDAD57"/>
                </a:solidFill>
                <a:latin typeface="Arial Nova" panose="020B0504020202020204" pitchFamily="34" charset="0"/>
              </a:rPr>
              <a:t>Alimenter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D364B3FD-91A8-1B5F-5FD3-55E164E3B9AE}"/>
              </a:ext>
            </a:extLst>
          </p:cNvPr>
          <p:cNvSpPr/>
          <p:nvPr/>
        </p:nvSpPr>
        <p:spPr>
          <a:xfrm>
            <a:off x="1056905" y="4017987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FEE6CC"/>
          </a:solidFill>
          <a:ln w="19050">
            <a:solidFill>
              <a:srgbClr val="FEE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FDAD57"/>
                </a:solidFill>
                <a:latin typeface="Arial Nova" panose="020B0504020202020204" pitchFamily="34" charset="0"/>
              </a:rPr>
              <a:t>Alimentation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96A2B729-7EE6-8CA6-72B2-5A16AA5A785A}"/>
              </a:ext>
            </a:extLst>
          </p:cNvPr>
          <p:cNvSpPr/>
          <p:nvPr/>
        </p:nvSpPr>
        <p:spPr>
          <a:xfrm>
            <a:off x="3218894" y="3318469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C73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C7391"/>
                </a:solidFill>
                <a:latin typeface="Arial Nova" panose="020B0504020202020204" pitchFamily="34" charset="0"/>
              </a:rPr>
              <a:t>Distribuer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3841B1B6-C546-170C-78BF-906D65F5DAA8}"/>
              </a:ext>
            </a:extLst>
          </p:cNvPr>
          <p:cNvSpPr/>
          <p:nvPr/>
        </p:nvSpPr>
        <p:spPr>
          <a:xfrm>
            <a:off x="3229319" y="4003689"/>
            <a:ext cx="1440000" cy="572255"/>
          </a:xfrm>
          <a:prstGeom prst="roundRect">
            <a:avLst>
              <a:gd name="adj" fmla="val 11914"/>
            </a:avLst>
          </a:prstGeom>
          <a:solidFill>
            <a:srgbClr val="9EC7D3"/>
          </a:solidFill>
          <a:ln w="19050">
            <a:solidFill>
              <a:srgbClr val="9EC7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0C7391"/>
                </a:solidFill>
                <a:latin typeface="Arial Nova" panose="020B0504020202020204" pitchFamily="34" charset="0"/>
              </a:rPr>
              <a:t>Carte ESCON</a:t>
            </a:r>
          </a:p>
          <a:p>
            <a:pPr algn="ctr"/>
            <a:r>
              <a:rPr lang="fr-FR" sz="1100" dirty="0" err="1">
                <a:solidFill>
                  <a:srgbClr val="0C7391"/>
                </a:solidFill>
                <a:latin typeface="Arial Nova" panose="020B0504020202020204" pitchFamily="34" charset="0"/>
              </a:rPr>
              <a:t>Maxon</a:t>
            </a:r>
            <a:endParaRPr lang="fr-FR" dirty="0">
              <a:solidFill>
                <a:srgbClr val="0C7391"/>
              </a:solidFill>
              <a:latin typeface="Arial Nova" panose="020B05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B8181AD4-9AB8-CA7B-EFBF-8B9CD4369264}"/>
              </a:ext>
            </a:extLst>
          </p:cNvPr>
          <p:cNvSpPr/>
          <p:nvPr/>
        </p:nvSpPr>
        <p:spPr>
          <a:xfrm>
            <a:off x="5380883" y="3323232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6834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68348B"/>
                </a:solidFill>
                <a:latin typeface="Arial Nova" panose="020B0504020202020204" pitchFamily="34" charset="0"/>
              </a:rPr>
              <a:t>Convertir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7E462E27-42D7-734B-5E6F-B78EF40987B6}"/>
              </a:ext>
            </a:extLst>
          </p:cNvPr>
          <p:cNvSpPr/>
          <p:nvPr/>
        </p:nvSpPr>
        <p:spPr>
          <a:xfrm>
            <a:off x="5389319" y="4003690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C3AED1"/>
          </a:solidFill>
          <a:ln w="19050">
            <a:solidFill>
              <a:srgbClr val="C3AE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68348B"/>
                </a:solidFill>
                <a:latin typeface="Arial Nova" panose="020B0504020202020204" pitchFamily="34" charset="0"/>
              </a:rPr>
              <a:t>Moteur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AA76E29F-1BCE-DD76-499C-CE8F3E850A8E}"/>
              </a:ext>
            </a:extLst>
          </p:cNvPr>
          <p:cNvSpPr/>
          <p:nvPr/>
        </p:nvSpPr>
        <p:spPr>
          <a:xfrm>
            <a:off x="7542872" y="3326339"/>
            <a:ext cx="1365662" cy="53439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EE68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EE685D"/>
                </a:solidFill>
                <a:latin typeface="Arial Nova" panose="020B0504020202020204" pitchFamily="34" charset="0"/>
              </a:rPr>
              <a:t>Transmettre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A66FC087-C9BC-9FD1-6C13-AD7571852AD4}"/>
              </a:ext>
            </a:extLst>
          </p:cNvPr>
          <p:cNvSpPr/>
          <p:nvPr/>
        </p:nvSpPr>
        <p:spPr>
          <a:xfrm>
            <a:off x="7549319" y="3983186"/>
            <a:ext cx="1365662" cy="652851"/>
          </a:xfrm>
          <a:prstGeom prst="roundRect">
            <a:avLst>
              <a:gd name="adj" fmla="val 11914"/>
            </a:avLst>
          </a:prstGeom>
          <a:solidFill>
            <a:srgbClr val="F7B8B3"/>
          </a:solidFill>
          <a:ln w="19050">
            <a:solidFill>
              <a:srgbClr val="F7B8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>
                <a:solidFill>
                  <a:srgbClr val="EE685D"/>
                </a:solidFill>
                <a:latin typeface="Arial Nova" panose="020B0504020202020204" pitchFamily="34" charset="0"/>
              </a:rPr>
              <a:t>Réducteur</a:t>
            </a:r>
          </a:p>
          <a:p>
            <a:pPr algn="ctr"/>
            <a:r>
              <a:rPr lang="fr-FR" sz="900" dirty="0">
                <a:solidFill>
                  <a:srgbClr val="EE685D"/>
                </a:solidFill>
                <a:latin typeface="Arial Nova" panose="020B0504020202020204" pitchFamily="34" charset="0"/>
              </a:rPr>
              <a:t>Rapport 28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7282EFC0-8E54-A4E0-6953-44E98A7B8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826" y="1384349"/>
            <a:ext cx="434918" cy="152010"/>
          </a:xfrm>
          <a:prstGeom prst="rect">
            <a:avLst/>
          </a:prstGeom>
        </p:spPr>
      </p:pic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BE599621-6A35-D218-9184-0073520A41FC}"/>
              </a:ext>
            </a:extLst>
          </p:cNvPr>
          <p:cNvCxnSpPr>
            <a:cxnSpLocks/>
          </p:cNvCxnSpPr>
          <p:nvPr/>
        </p:nvCxnSpPr>
        <p:spPr>
          <a:xfrm flipV="1">
            <a:off x="2496905" y="1608451"/>
            <a:ext cx="720000" cy="1536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25CB3708-D27C-9C0F-920D-E2174EF1D3C1}"/>
              </a:ext>
            </a:extLst>
          </p:cNvPr>
          <p:cNvCxnSpPr/>
          <p:nvPr/>
        </p:nvCxnSpPr>
        <p:spPr>
          <a:xfrm flipV="1">
            <a:off x="4669319" y="1594501"/>
            <a:ext cx="720000" cy="1536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Image 22">
            <a:extLst>
              <a:ext uri="{FF2B5EF4-FFF2-40B4-BE49-F238E27FC236}">
                <a16:creationId xmlns:a16="http://schemas.microsoft.com/office/drawing/2014/main" id="{6B85577F-75F2-AC91-9B29-7674830D4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8894" y="1199142"/>
            <a:ext cx="360000" cy="360000"/>
          </a:xfrm>
          <a:prstGeom prst="rect">
            <a:avLst/>
          </a:prstGeom>
        </p:spPr>
      </p:pic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4D3E9C84-1558-D9D2-B9AE-51FFDFD2ACAC}"/>
              </a:ext>
            </a:extLst>
          </p:cNvPr>
          <p:cNvCxnSpPr>
            <a:cxnSpLocks/>
          </p:cNvCxnSpPr>
          <p:nvPr/>
        </p:nvCxnSpPr>
        <p:spPr>
          <a:xfrm flipV="1">
            <a:off x="2509319" y="3591696"/>
            <a:ext cx="720000" cy="1536"/>
          </a:xfrm>
          <a:prstGeom prst="straightConnector1">
            <a:avLst/>
          </a:prstGeom>
          <a:ln w="25400" cap="rnd">
            <a:solidFill>
              <a:srgbClr val="FDAD5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F7A18018-C728-6B01-3037-0421AF781FBB}"/>
              </a:ext>
            </a:extLst>
          </p:cNvPr>
          <p:cNvGrpSpPr/>
          <p:nvPr/>
        </p:nvGrpSpPr>
        <p:grpSpPr>
          <a:xfrm>
            <a:off x="1596905" y="3760610"/>
            <a:ext cx="360000" cy="360000"/>
            <a:chOff x="4197400" y="3547713"/>
            <a:chExt cx="1800000" cy="1800000"/>
          </a:xfrm>
        </p:grpSpPr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AF615AC5-8CF6-FF34-1EF7-5C5D2FE5B9E8}"/>
                </a:ext>
              </a:extLst>
            </p:cNvPr>
            <p:cNvSpPr/>
            <p:nvPr/>
          </p:nvSpPr>
          <p:spPr>
            <a:xfrm>
              <a:off x="4197400" y="3547713"/>
              <a:ext cx="1800000" cy="1800000"/>
            </a:xfrm>
            <a:prstGeom prst="ellipse">
              <a:avLst/>
            </a:prstGeom>
            <a:solidFill>
              <a:srgbClr val="FFB2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7" name="Image 26">
              <a:extLst>
                <a:ext uri="{FF2B5EF4-FFF2-40B4-BE49-F238E27FC236}">
                  <a16:creationId xmlns:a16="http://schemas.microsoft.com/office/drawing/2014/main" id="{D99F6707-A222-D5E1-C4A9-E878E9F04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26157" y="3876470"/>
              <a:ext cx="1142486" cy="1142486"/>
            </a:xfrm>
            <a:prstGeom prst="rect">
              <a:avLst/>
            </a:prstGeom>
          </p:spPr>
        </p:pic>
      </p:grpSp>
      <p:pic>
        <p:nvPicPr>
          <p:cNvPr id="28" name="Image 27">
            <a:extLst>
              <a:ext uri="{FF2B5EF4-FFF2-40B4-BE49-F238E27FC236}">
                <a16:creationId xmlns:a16="http://schemas.microsoft.com/office/drawing/2014/main" id="{35145E60-25D8-7A86-65AE-7F3729EC78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044" y="3669015"/>
            <a:ext cx="360000" cy="360000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3C7DD139-EB5F-1D13-171E-251FB77C6B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6905" y="3173953"/>
            <a:ext cx="360000" cy="360000"/>
          </a:xfrm>
          <a:prstGeom prst="rect">
            <a:avLst/>
          </a:prstGeom>
        </p:spPr>
      </p:pic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6E52C4D0-B55B-30AA-F92B-6E09F0A4D9C9}"/>
              </a:ext>
            </a:extLst>
          </p:cNvPr>
          <p:cNvCxnSpPr>
            <a:cxnSpLocks/>
          </p:cNvCxnSpPr>
          <p:nvPr/>
        </p:nvCxnSpPr>
        <p:spPr>
          <a:xfrm flipV="1">
            <a:off x="4669319" y="3578864"/>
            <a:ext cx="720000" cy="1536"/>
          </a:xfrm>
          <a:prstGeom prst="straightConnector1">
            <a:avLst/>
          </a:prstGeom>
          <a:ln w="25400" cap="rnd">
            <a:solidFill>
              <a:srgbClr val="0C739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Image 34">
            <a:extLst>
              <a:ext uri="{FF2B5EF4-FFF2-40B4-BE49-F238E27FC236}">
                <a16:creationId xmlns:a16="http://schemas.microsoft.com/office/drawing/2014/main" id="{F31071D2-3D9A-9512-E018-EA9EA1D5A0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8894" y="3173953"/>
            <a:ext cx="360000" cy="360000"/>
          </a:xfrm>
          <a:prstGeom prst="rect">
            <a:avLst/>
          </a:prstGeom>
        </p:spPr>
      </p:pic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75B4C387-2DFC-8DD6-0817-E4B93F7F3F85}"/>
              </a:ext>
            </a:extLst>
          </p:cNvPr>
          <p:cNvCxnSpPr>
            <a:cxnSpLocks/>
          </p:cNvCxnSpPr>
          <p:nvPr/>
        </p:nvCxnSpPr>
        <p:spPr>
          <a:xfrm flipV="1">
            <a:off x="6829319" y="3588469"/>
            <a:ext cx="720000" cy="1536"/>
          </a:xfrm>
          <a:prstGeom prst="straightConnector1">
            <a:avLst/>
          </a:prstGeom>
          <a:ln w="25400" cap="rnd">
            <a:solidFill>
              <a:srgbClr val="68348B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Image 42">
            <a:extLst>
              <a:ext uri="{FF2B5EF4-FFF2-40B4-BE49-F238E27FC236}">
                <a16:creationId xmlns:a16="http://schemas.microsoft.com/office/drawing/2014/main" id="{F1B5964F-3473-92A5-6A3A-F03DA766A9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3108" y="3199220"/>
            <a:ext cx="360000" cy="360000"/>
          </a:xfrm>
          <a:prstGeom prst="rect">
            <a:avLst/>
          </a:prstGeom>
        </p:spPr>
      </p:pic>
      <p:cxnSp>
        <p:nvCxnSpPr>
          <p:cNvPr id="44" name="Connecteur : en angle 43">
            <a:extLst>
              <a:ext uri="{FF2B5EF4-FFF2-40B4-BE49-F238E27FC236}">
                <a16:creationId xmlns:a16="http://schemas.microsoft.com/office/drawing/2014/main" id="{2C5943AA-979A-103D-FC4E-264A925A4FF0}"/>
              </a:ext>
            </a:extLst>
          </p:cNvPr>
          <p:cNvCxnSpPr>
            <a:cxnSpLocks/>
            <a:endCxn id="45" idx="0"/>
          </p:cNvCxnSpPr>
          <p:nvPr/>
        </p:nvCxnSpPr>
        <p:spPr>
          <a:xfrm rot="16200000" flipH="1">
            <a:off x="4200437" y="2191368"/>
            <a:ext cx="977134" cy="323911"/>
          </a:xfrm>
          <a:prstGeom prst="bentConnector3">
            <a:avLst>
              <a:gd name="adj1" fmla="val 5673"/>
            </a:avLst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4EDA86AC-B60C-0765-FBC6-4E7119B8D620}"/>
              </a:ext>
            </a:extLst>
          </p:cNvPr>
          <p:cNvSpPr/>
          <p:nvPr/>
        </p:nvSpPr>
        <p:spPr>
          <a:xfrm>
            <a:off x="4147819" y="2841891"/>
            <a:ext cx="1406281" cy="331358"/>
          </a:xfrm>
          <a:prstGeom prst="roundRect">
            <a:avLst>
              <a:gd name="adj" fmla="val 11914"/>
            </a:avLst>
          </a:prstGeom>
          <a:solidFill>
            <a:srgbClr val="08A55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  <a:latin typeface="Arial Nova" panose="020B0504020202020204" pitchFamily="34" charset="0"/>
              </a:rPr>
              <a:t>Ordres (PWM)</a:t>
            </a:r>
          </a:p>
        </p:txBody>
      </p:sp>
      <p:cxnSp>
        <p:nvCxnSpPr>
          <p:cNvPr id="46" name="Connecteur : en angle 45">
            <a:extLst>
              <a:ext uri="{FF2B5EF4-FFF2-40B4-BE49-F238E27FC236}">
                <a16:creationId xmlns:a16="http://schemas.microsoft.com/office/drawing/2014/main" id="{C9DF5005-6531-4D0B-0B32-A0A73479B4F0}"/>
              </a:ext>
            </a:extLst>
          </p:cNvPr>
          <p:cNvCxnSpPr>
            <a:cxnSpLocks/>
            <a:stCxn id="45" idx="1"/>
            <a:endCxn id="14" idx="0"/>
          </p:cNvCxnSpPr>
          <p:nvPr/>
        </p:nvCxnSpPr>
        <p:spPr>
          <a:xfrm rot="10800000" flipV="1">
            <a:off x="3938895" y="3007569"/>
            <a:ext cx="208925" cy="310899"/>
          </a:xfrm>
          <a:prstGeom prst="bentConnector2">
            <a:avLst/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Image 46">
            <a:extLst>
              <a:ext uri="{FF2B5EF4-FFF2-40B4-BE49-F238E27FC236}">
                <a16:creationId xmlns:a16="http://schemas.microsoft.com/office/drawing/2014/main" id="{5684C887-250C-3EE4-51A9-97E49BAEEC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155" y="2249121"/>
            <a:ext cx="180000" cy="180000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A2DBB512-E0D6-1DCF-AD42-945E614530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5152" y="2999093"/>
            <a:ext cx="180000" cy="180000"/>
          </a:xfrm>
          <a:prstGeom prst="rect">
            <a:avLst/>
          </a:prstGeom>
        </p:spPr>
      </p:pic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505D6021-1B16-1674-733B-C648AC112904}"/>
              </a:ext>
            </a:extLst>
          </p:cNvPr>
          <p:cNvCxnSpPr>
            <a:cxnSpLocks/>
          </p:cNvCxnSpPr>
          <p:nvPr/>
        </p:nvCxnSpPr>
        <p:spPr>
          <a:xfrm flipV="1">
            <a:off x="11016855" y="3588469"/>
            <a:ext cx="720000" cy="1536"/>
          </a:xfrm>
          <a:prstGeom prst="straightConnector1">
            <a:avLst/>
          </a:prstGeom>
          <a:ln w="25400" cap="rnd">
            <a:solidFill>
              <a:srgbClr val="68348B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e 51">
            <a:extLst>
              <a:ext uri="{FF2B5EF4-FFF2-40B4-BE49-F238E27FC236}">
                <a16:creationId xmlns:a16="http://schemas.microsoft.com/office/drawing/2014/main" id="{C3681FD9-BFE4-7350-1964-9C093DDF1B5E}"/>
              </a:ext>
            </a:extLst>
          </p:cNvPr>
          <p:cNvGrpSpPr/>
          <p:nvPr/>
        </p:nvGrpSpPr>
        <p:grpSpPr>
          <a:xfrm>
            <a:off x="3770117" y="1810931"/>
            <a:ext cx="360000" cy="360000"/>
            <a:chOff x="6138169" y="4069439"/>
            <a:chExt cx="1800000" cy="1800000"/>
          </a:xfrm>
        </p:grpSpPr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599396A5-DEE6-FF8C-4576-A72DC9E6130D}"/>
                </a:ext>
              </a:extLst>
            </p:cNvPr>
            <p:cNvSpPr/>
            <p:nvPr/>
          </p:nvSpPr>
          <p:spPr>
            <a:xfrm>
              <a:off x="6138169" y="4069439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54" name="Image 53">
              <a:extLst>
                <a:ext uri="{FF2B5EF4-FFF2-40B4-BE49-F238E27FC236}">
                  <a16:creationId xmlns:a16="http://schemas.microsoft.com/office/drawing/2014/main" id="{F05DEF27-F929-BD20-2E07-1628A11DB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243433" y="4174703"/>
              <a:ext cx="1589472" cy="1589472"/>
            </a:xfrm>
            <a:prstGeom prst="rect">
              <a:avLst/>
            </a:prstGeom>
          </p:spPr>
        </p:pic>
      </p:grp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CEC25A5B-4B64-B67F-296D-04E6B189266D}"/>
              </a:ext>
            </a:extLst>
          </p:cNvPr>
          <p:cNvCxnSpPr/>
          <p:nvPr/>
        </p:nvCxnSpPr>
        <p:spPr>
          <a:xfrm flipV="1">
            <a:off x="6829319" y="1516430"/>
            <a:ext cx="720000" cy="1536"/>
          </a:xfrm>
          <a:prstGeom prst="straightConnector1">
            <a:avLst/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Image 55">
            <a:extLst>
              <a:ext uri="{FF2B5EF4-FFF2-40B4-BE49-F238E27FC236}">
                <a16:creationId xmlns:a16="http://schemas.microsoft.com/office/drawing/2014/main" id="{16A8AD74-A603-AD54-1D93-18C13D944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893" y="4244203"/>
            <a:ext cx="288000" cy="100660"/>
          </a:xfrm>
          <a:prstGeom prst="rect">
            <a:avLst/>
          </a:prstGeom>
        </p:spPr>
      </p:pic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7F3E2C-9FA7-42D8-DEF0-9439478A5709}"/>
              </a:ext>
            </a:extLst>
          </p:cNvPr>
          <p:cNvGrpSpPr/>
          <p:nvPr/>
        </p:nvGrpSpPr>
        <p:grpSpPr>
          <a:xfrm rot="5400000" flipV="1">
            <a:off x="12287199" y="3934713"/>
            <a:ext cx="835963" cy="1617775"/>
            <a:chOff x="9150640" y="2423323"/>
            <a:chExt cx="835963" cy="2135794"/>
          </a:xfrm>
        </p:grpSpPr>
        <p:sp>
          <p:nvSpPr>
            <p:cNvPr id="58" name="Flèche : virage 57">
              <a:extLst>
                <a:ext uri="{FF2B5EF4-FFF2-40B4-BE49-F238E27FC236}">
                  <a16:creationId xmlns:a16="http://schemas.microsoft.com/office/drawing/2014/main" id="{A404FB7A-E23C-BD6A-6263-4B2DE2013DB7}"/>
                </a:ext>
              </a:extLst>
            </p:cNvPr>
            <p:cNvSpPr/>
            <p:nvPr/>
          </p:nvSpPr>
          <p:spPr>
            <a:xfrm rot="5400000">
              <a:off x="8500725" y="3073238"/>
              <a:ext cx="2135794" cy="835963"/>
            </a:xfrm>
            <a:prstGeom prst="bentArrow">
              <a:avLst>
                <a:gd name="adj1" fmla="val 31434"/>
                <a:gd name="adj2" fmla="val 25000"/>
                <a:gd name="adj3" fmla="val 17852"/>
                <a:gd name="adj4" fmla="val 20160"/>
              </a:avLst>
            </a:prstGeom>
            <a:solidFill>
              <a:srgbClr val="B2CA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59" name="ZoneTexte 58">
              <a:extLst>
                <a:ext uri="{FF2B5EF4-FFF2-40B4-BE49-F238E27FC236}">
                  <a16:creationId xmlns:a16="http://schemas.microsoft.com/office/drawing/2014/main" id="{D9969D2B-BFBA-54A7-C4C5-06DFD5138BC1}"/>
                </a:ext>
              </a:extLst>
            </p:cNvPr>
            <p:cNvSpPr txBox="1"/>
            <p:nvPr/>
          </p:nvSpPr>
          <p:spPr>
            <a:xfrm rot="16200000">
              <a:off x="8815678" y="3317013"/>
              <a:ext cx="191804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solidFill>
                    <a:schemeClr val="bg1"/>
                  </a:solidFill>
                  <a:latin typeface="Arial Nova" panose="020B0504020202020204" pitchFamily="34" charset="0"/>
                </a:rPr>
                <a:t>Lombaires soulagées</a:t>
              </a:r>
            </a:p>
          </p:txBody>
        </p:sp>
      </p:grp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32A82909-C4F5-9AA0-D150-C388F421C774}"/>
              </a:ext>
            </a:extLst>
          </p:cNvPr>
          <p:cNvGrpSpPr/>
          <p:nvPr/>
        </p:nvGrpSpPr>
        <p:grpSpPr>
          <a:xfrm>
            <a:off x="10700179" y="2722269"/>
            <a:ext cx="1566153" cy="577809"/>
            <a:chOff x="9058474" y="2836569"/>
            <a:chExt cx="1566153" cy="577809"/>
          </a:xfrm>
        </p:grpSpPr>
        <p:sp>
          <p:nvSpPr>
            <p:cNvPr id="61" name="Flèche : virage 60">
              <a:extLst>
                <a:ext uri="{FF2B5EF4-FFF2-40B4-BE49-F238E27FC236}">
                  <a16:creationId xmlns:a16="http://schemas.microsoft.com/office/drawing/2014/main" id="{FED08932-ADD7-D2A1-8E5A-D62CEEB1B93F}"/>
                </a:ext>
              </a:extLst>
            </p:cNvPr>
            <p:cNvSpPr/>
            <p:nvPr/>
          </p:nvSpPr>
          <p:spPr>
            <a:xfrm rot="5400000">
              <a:off x="9563593" y="2353345"/>
              <a:ext cx="572849" cy="1549218"/>
            </a:xfrm>
            <a:prstGeom prst="bentArrow">
              <a:avLst>
                <a:gd name="adj1" fmla="val 38639"/>
                <a:gd name="adj2" fmla="val 38302"/>
                <a:gd name="adj3" fmla="val 16744"/>
                <a:gd name="adj4" fmla="val 20160"/>
              </a:avLst>
            </a:prstGeom>
            <a:solidFill>
              <a:srgbClr val="B2CA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62" name="ZoneTexte 61">
              <a:extLst>
                <a:ext uri="{FF2B5EF4-FFF2-40B4-BE49-F238E27FC236}">
                  <a16:creationId xmlns:a16="http://schemas.microsoft.com/office/drawing/2014/main" id="{2C25BFE2-5262-D3BC-BDD8-923C0B8002AD}"/>
                </a:ext>
              </a:extLst>
            </p:cNvPr>
            <p:cNvSpPr txBox="1"/>
            <p:nvPr/>
          </p:nvSpPr>
          <p:spPr>
            <a:xfrm>
              <a:off x="9058474" y="2836569"/>
              <a:ext cx="147371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800" dirty="0">
                  <a:solidFill>
                    <a:schemeClr val="bg1"/>
                  </a:solidFill>
                  <a:latin typeface="Arial Nova" panose="020B0504020202020204" pitchFamily="34" charset="0"/>
                </a:rPr>
                <a:t>Lombaires sous contrainte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A29D106A-C634-EC49-818B-7FFD6B86043E}"/>
                  </a:ext>
                </a:extLst>
              </p:cNvPr>
              <p:cNvSpPr txBox="1"/>
              <p:nvPr/>
            </p:nvSpPr>
            <p:spPr>
              <a:xfrm>
                <a:off x="170158" y="4007066"/>
                <a:ext cx="11619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rPr>
                  <a:t>230 V </a:t>
                </a:r>
                <a14:m>
                  <m:oMath xmlns:m="http://schemas.openxmlformats.org/officeDocument/2006/math">
                    <m:r>
                      <a:rPr lang="fr-FR" sz="1200" b="1" i="1" smtClean="0">
                        <a:solidFill>
                          <a:srgbClr val="FFB2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~</m:t>
                    </m:r>
                  </m:oMath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A29D106A-C634-EC49-818B-7FFD6B860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58" y="4007066"/>
                <a:ext cx="1161960" cy="276999"/>
              </a:xfrm>
              <a:prstGeom prst="rect">
                <a:avLst/>
              </a:prstGeom>
              <a:blipFill>
                <a:blip r:embed="rId9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98529472-463C-B655-7D36-3F43A14EC5EF}"/>
                  </a:ext>
                </a:extLst>
              </p:cNvPr>
              <p:cNvSpPr txBox="1"/>
              <p:nvPr/>
            </p:nvSpPr>
            <p:spPr>
              <a:xfrm>
                <a:off x="2282648" y="3611652"/>
                <a:ext cx="11619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rPr>
                  <a:t> 12 V </a:t>
                </a:r>
                <a14:m>
                  <m:oMath xmlns:m="http://schemas.openxmlformats.org/officeDocument/2006/math">
                    <m:r>
                      <a:rPr lang="fr-FR" sz="1200" b="1" i="0" smtClean="0">
                        <a:solidFill>
                          <a:srgbClr val="FFB2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</m:oMath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𝓟</m:t>
                          </m:r>
                        </m:e>
                        <m:sub>
                          <m: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𝒆𝒍𝒆𝒄</m:t>
                          </m:r>
                        </m:sub>
                      </m:sSub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𝑼𝑰</m:t>
                      </m:r>
                    </m:oMath>
                  </m:oMathPara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  <a:p>
                <a:pPr algn="ctr"/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98529472-463C-B655-7D36-3F43A14EC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2648" y="3611652"/>
                <a:ext cx="1161960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5" name="Image 74">
            <a:extLst>
              <a:ext uri="{FF2B5EF4-FFF2-40B4-BE49-F238E27FC236}">
                <a16:creationId xmlns:a16="http://schemas.microsoft.com/office/drawing/2014/main" id="{C3984323-3DB7-9552-D8F6-CC335C936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1699" y="4642941"/>
            <a:ext cx="288000" cy="100660"/>
          </a:xfrm>
          <a:prstGeom prst="rect">
            <a:avLst/>
          </a:prstGeom>
        </p:spPr>
      </p:pic>
      <p:grpSp>
        <p:nvGrpSpPr>
          <p:cNvPr id="79" name="Groupe 78">
            <a:extLst>
              <a:ext uri="{FF2B5EF4-FFF2-40B4-BE49-F238E27FC236}">
                <a16:creationId xmlns:a16="http://schemas.microsoft.com/office/drawing/2014/main" id="{E5E8BA72-62F0-623B-BB03-9C97E1215258}"/>
              </a:ext>
            </a:extLst>
          </p:cNvPr>
          <p:cNvGrpSpPr/>
          <p:nvPr/>
        </p:nvGrpSpPr>
        <p:grpSpPr>
          <a:xfrm rot="5400000">
            <a:off x="7557744" y="1266359"/>
            <a:ext cx="540000" cy="540000"/>
            <a:chOff x="8494276" y="748802"/>
            <a:chExt cx="1800000" cy="1800000"/>
          </a:xfrm>
        </p:grpSpPr>
        <p:sp>
          <p:nvSpPr>
            <p:cNvPr id="80" name="Ellipse 79">
              <a:extLst>
                <a:ext uri="{FF2B5EF4-FFF2-40B4-BE49-F238E27FC236}">
                  <a16:creationId xmlns:a16="http://schemas.microsoft.com/office/drawing/2014/main" id="{8797782F-D293-857F-9535-3AEEA223291C}"/>
                </a:ext>
              </a:extLst>
            </p:cNvPr>
            <p:cNvSpPr/>
            <p:nvPr/>
          </p:nvSpPr>
          <p:spPr>
            <a:xfrm>
              <a:off x="8494276" y="748802"/>
              <a:ext cx="1800000" cy="1800000"/>
            </a:xfrm>
            <a:prstGeom prst="ellipse">
              <a:avLst/>
            </a:prstGeom>
            <a:solidFill>
              <a:srgbClr val="08AF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81" name="Image 80">
              <a:extLst>
                <a:ext uri="{FF2B5EF4-FFF2-40B4-BE49-F238E27FC236}">
                  <a16:creationId xmlns:a16="http://schemas.microsoft.com/office/drawing/2014/main" id="{3C056DE1-E9CB-4E8C-3E56-45F4E72EDF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943232" y="938192"/>
              <a:ext cx="902088" cy="1440000"/>
            </a:xfrm>
            <a:prstGeom prst="rect">
              <a:avLst/>
            </a:prstGeom>
          </p:spPr>
        </p:pic>
      </p:grpSp>
      <p:pic>
        <p:nvPicPr>
          <p:cNvPr id="110" name="Image 109">
            <a:extLst>
              <a:ext uri="{FF2B5EF4-FFF2-40B4-BE49-F238E27FC236}">
                <a16:creationId xmlns:a16="http://schemas.microsoft.com/office/drawing/2014/main" id="{85C6EE0C-C52A-6134-EB1B-6F3C5749233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88026" y="3441988"/>
            <a:ext cx="288000" cy="105516"/>
          </a:xfrm>
          <a:prstGeom prst="rect">
            <a:avLst/>
          </a:prstGeom>
        </p:spPr>
      </p:pic>
      <p:grpSp>
        <p:nvGrpSpPr>
          <p:cNvPr id="113" name="Groupe 112">
            <a:extLst>
              <a:ext uri="{FF2B5EF4-FFF2-40B4-BE49-F238E27FC236}">
                <a16:creationId xmlns:a16="http://schemas.microsoft.com/office/drawing/2014/main" id="{52C089C3-9AA9-094F-E8FA-BEC6C5F80797}"/>
              </a:ext>
            </a:extLst>
          </p:cNvPr>
          <p:cNvGrpSpPr/>
          <p:nvPr/>
        </p:nvGrpSpPr>
        <p:grpSpPr>
          <a:xfrm>
            <a:off x="398883" y="5155235"/>
            <a:ext cx="6954225" cy="770947"/>
            <a:chOff x="1363795" y="4921533"/>
            <a:chExt cx="6954225" cy="770947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22DFAA51-C6D3-9FCC-9035-87E9C9207526}"/>
                </a:ext>
              </a:extLst>
            </p:cNvPr>
            <p:cNvSpPr/>
            <p:nvPr/>
          </p:nvSpPr>
          <p:spPr>
            <a:xfrm>
              <a:off x="1363795" y="4921533"/>
              <a:ext cx="6954225" cy="770947"/>
            </a:xfrm>
            <a:prstGeom prst="rect">
              <a:avLst/>
            </a:prstGeom>
            <a:solidFill>
              <a:srgbClr val="DFE3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9263" algn="just">
                <a:lnSpc>
                  <a:spcPct val="150000"/>
                </a:lnSpc>
              </a:pPr>
              <a:r>
                <a:rPr lang="fr-FR" sz="1400" dirty="0">
                  <a:solidFill>
                    <a:srgbClr val="00547F"/>
                  </a:solidFill>
                </a:rPr>
                <a:t>Les détecteurs de fin de course permettent l’initialisation des codeurs. </a:t>
              </a:r>
            </a:p>
            <a:p>
              <a:pPr marL="449263" algn="just">
                <a:lnSpc>
                  <a:spcPct val="150000"/>
                </a:lnSpc>
              </a:pPr>
              <a:r>
                <a:rPr lang="fr-FR" sz="1400" dirty="0">
                  <a:solidFill>
                    <a:srgbClr val="00547F"/>
                  </a:solidFill>
                </a:rPr>
                <a:t>Tous les autres capteurs sont à but pédagogique</a:t>
              </a:r>
            </a:p>
          </p:txBody>
        </p:sp>
        <p:grpSp>
          <p:nvGrpSpPr>
            <p:cNvPr id="90" name="Groupe 89">
              <a:extLst>
                <a:ext uri="{FF2B5EF4-FFF2-40B4-BE49-F238E27FC236}">
                  <a16:creationId xmlns:a16="http://schemas.microsoft.com/office/drawing/2014/main" id="{39CA4F3A-0CC6-5041-12E4-236CABBCDF7A}"/>
                </a:ext>
              </a:extLst>
            </p:cNvPr>
            <p:cNvGrpSpPr/>
            <p:nvPr/>
          </p:nvGrpSpPr>
          <p:grpSpPr>
            <a:xfrm>
              <a:off x="1484641" y="5053530"/>
              <a:ext cx="288000" cy="288000"/>
              <a:chOff x="262758" y="1884674"/>
              <a:chExt cx="720000" cy="720000"/>
            </a:xfrm>
          </p:grpSpPr>
          <p:sp>
            <p:nvSpPr>
              <p:cNvPr id="111" name="Ellipse 110">
                <a:extLst>
                  <a:ext uri="{FF2B5EF4-FFF2-40B4-BE49-F238E27FC236}">
                    <a16:creationId xmlns:a16="http://schemas.microsoft.com/office/drawing/2014/main" id="{5430EF8A-90C1-B3D1-26FF-6D15AFB32F38}"/>
                  </a:ext>
                </a:extLst>
              </p:cNvPr>
              <p:cNvSpPr/>
              <p:nvPr/>
            </p:nvSpPr>
            <p:spPr>
              <a:xfrm>
                <a:off x="262758" y="1884674"/>
                <a:ext cx="720000" cy="720000"/>
              </a:xfrm>
              <a:prstGeom prst="ellipse">
                <a:avLst/>
              </a:prstGeom>
              <a:solidFill>
                <a:srgbClr val="00547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112" name="Image 111">
                <a:extLst>
                  <a:ext uri="{FF2B5EF4-FFF2-40B4-BE49-F238E27FC236}">
                    <a16:creationId xmlns:a16="http://schemas.microsoft.com/office/drawing/2014/main" id="{6A5B490D-606A-9BCA-4A3E-4EB37ACA7C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63558" y="1985474"/>
                <a:ext cx="518400" cy="518400"/>
              </a:xfrm>
              <a:prstGeom prst="rect">
                <a:avLst/>
              </a:prstGeom>
            </p:spPr>
          </p:pic>
        </p:grpSp>
      </p:grpSp>
      <p:grpSp>
        <p:nvGrpSpPr>
          <p:cNvPr id="103" name="Groupe 102">
            <a:extLst>
              <a:ext uri="{FF2B5EF4-FFF2-40B4-BE49-F238E27FC236}">
                <a16:creationId xmlns:a16="http://schemas.microsoft.com/office/drawing/2014/main" id="{58AD15BE-FF0B-AB8F-1B32-BB8FEEBA2DEA}"/>
              </a:ext>
            </a:extLst>
          </p:cNvPr>
          <p:cNvGrpSpPr/>
          <p:nvPr/>
        </p:nvGrpSpPr>
        <p:grpSpPr>
          <a:xfrm>
            <a:off x="4230625" y="3701815"/>
            <a:ext cx="360000" cy="360000"/>
            <a:chOff x="4235640" y="2696679"/>
            <a:chExt cx="1800000" cy="1800000"/>
          </a:xfrm>
        </p:grpSpPr>
        <p:sp>
          <p:nvSpPr>
            <p:cNvPr id="104" name="Ellipse 103">
              <a:extLst>
                <a:ext uri="{FF2B5EF4-FFF2-40B4-BE49-F238E27FC236}">
                  <a16:creationId xmlns:a16="http://schemas.microsoft.com/office/drawing/2014/main" id="{617E9B91-42CB-D7A6-CB9D-2F41FFC4BB96}"/>
                </a:ext>
              </a:extLst>
            </p:cNvPr>
            <p:cNvSpPr/>
            <p:nvPr/>
          </p:nvSpPr>
          <p:spPr>
            <a:xfrm>
              <a:off x="4235640" y="2696679"/>
              <a:ext cx="1800000" cy="1800000"/>
            </a:xfrm>
            <a:prstGeom prst="ellipse">
              <a:avLst/>
            </a:prstGeom>
            <a:solidFill>
              <a:srgbClr val="0C7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05" name="Image 104">
              <a:extLst>
                <a:ext uri="{FF2B5EF4-FFF2-40B4-BE49-F238E27FC236}">
                  <a16:creationId xmlns:a16="http://schemas.microsoft.com/office/drawing/2014/main" id="{99E60331-B84D-5566-9183-29714B6CEC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451640" y="3100228"/>
              <a:ext cx="1368000" cy="992903"/>
            </a:xfrm>
            <a:prstGeom prst="rect">
              <a:avLst/>
            </a:prstGeom>
          </p:spPr>
        </p:pic>
      </p:grpSp>
      <p:grpSp>
        <p:nvGrpSpPr>
          <p:cNvPr id="127" name="Groupe 126">
            <a:extLst>
              <a:ext uri="{FF2B5EF4-FFF2-40B4-BE49-F238E27FC236}">
                <a16:creationId xmlns:a16="http://schemas.microsoft.com/office/drawing/2014/main" id="{05AD0AAD-BA57-A328-1C1A-FA8CC814DA79}"/>
              </a:ext>
            </a:extLst>
          </p:cNvPr>
          <p:cNvGrpSpPr/>
          <p:nvPr/>
        </p:nvGrpSpPr>
        <p:grpSpPr>
          <a:xfrm>
            <a:off x="2436565" y="1780222"/>
            <a:ext cx="360000" cy="360000"/>
            <a:chOff x="8493814" y="3375317"/>
            <a:chExt cx="1800000" cy="1800000"/>
          </a:xfrm>
        </p:grpSpPr>
        <p:sp>
          <p:nvSpPr>
            <p:cNvPr id="128" name="Ellipse 127">
              <a:extLst>
                <a:ext uri="{FF2B5EF4-FFF2-40B4-BE49-F238E27FC236}">
                  <a16:creationId xmlns:a16="http://schemas.microsoft.com/office/drawing/2014/main" id="{B597B9C0-BD7D-805D-F2A4-0E0749172DC9}"/>
                </a:ext>
              </a:extLst>
            </p:cNvPr>
            <p:cNvSpPr/>
            <p:nvPr/>
          </p:nvSpPr>
          <p:spPr>
            <a:xfrm>
              <a:off x="8493814" y="3375317"/>
              <a:ext cx="1800000" cy="1800000"/>
            </a:xfrm>
            <a:prstGeom prst="ellipse">
              <a:avLst/>
            </a:prstGeom>
            <a:solidFill>
              <a:srgbClr val="00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29" name="Image 128">
              <a:extLst>
                <a:ext uri="{FF2B5EF4-FFF2-40B4-BE49-F238E27FC236}">
                  <a16:creationId xmlns:a16="http://schemas.microsoft.com/office/drawing/2014/main" id="{50E41E25-A595-736E-C376-396BA43580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673814" y="3583777"/>
              <a:ext cx="1440000" cy="1440000"/>
            </a:xfrm>
            <a:prstGeom prst="rect">
              <a:avLst/>
            </a:prstGeom>
          </p:spPr>
        </p:pic>
      </p:grpSp>
      <p:cxnSp>
        <p:nvCxnSpPr>
          <p:cNvPr id="3" name="Connecteur : en angle 2">
            <a:extLst>
              <a:ext uri="{FF2B5EF4-FFF2-40B4-BE49-F238E27FC236}">
                <a16:creationId xmlns:a16="http://schemas.microsoft.com/office/drawing/2014/main" id="{AA27AC90-662E-BAC2-579B-0C9FBD7535F9}"/>
              </a:ext>
            </a:extLst>
          </p:cNvPr>
          <p:cNvCxnSpPr>
            <a:cxnSpLocks/>
            <a:stCxn id="17" idx="2"/>
            <a:endCxn id="6" idx="1"/>
          </p:cNvCxnSpPr>
          <p:nvPr/>
        </p:nvCxnSpPr>
        <p:spPr>
          <a:xfrm rot="5400000" flipH="1">
            <a:off x="2111456" y="545827"/>
            <a:ext cx="2943312" cy="5052414"/>
          </a:xfrm>
          <a:prstGeom prst="bentConnector4">
            <a:avLst>
              <a:gd name="adj1" fmla="val -7767"/>
              <a:gd name="adj2" fmla="val 118242"/>
            </a:avLst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 : en angle 36">
            <a:extLst>
              <a:ext uri="{FF2B5EF4-FFF2-40B4-BE49-F238E27FC236}">
                <a16:creationId xmlns:a16="http://schemas.microsoft.com/office/drawing/2014/main" id="{ACA503E6-976B-D586-F3E7-2F63C859C483}"/>
              </a:ext>
            </a:extLst>
          </p:cNvPr>
          <p:cNvCxnSpPr>
            <a:cxnSpLocks/>
          </p:cNvCxnSpPr>
          <p:nvPr/>
        </p:nvCxnSpPr>
        <p:spPr>
          <a:xfrm rot="10800000">
            <a:off x="1046450" y="1460355"/>
            <a:ext cx="6567210" cy="3153113"/>
          </a:xfrm>
          <a:prstGeom prst="bentConnector3">
            <a:avLst>
              <a:gd name="adj1" fmla="val 111997"/>
            </a:avLst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 : en angle 69">
            <a:extLst>
              <a:ext uri="{FF2B5EF4-FFF2-40B4-BE49-F238E27FC236}">
                <a16:creationId xmlns:a16="http://schemas.microsoft.com/office/drawing/2014/main" id="{CC4F027C-53EF-44D4-17E7-77E8D55FFCF3}"/>
              </a:ext>
            </a:extLst>
          </p:cNvPr>
          <p:cNvCxnSpPr>
            <a:cxnSpLocks/>
            <a:endCxn id="6" idx="0"/>
          </p:cNvCxnSpPr>
          <p:nvPr/>
        </p:nvCxnSpPr>
        <p:spPr>
          <a:xfrm rot="10800000">
            <a:off x="1776905" y="1330379"/>
            <a:ext cx="10620266" cy="1987609"/>
          </a:xfrm>
          <a:prstGeom prst="bentConnector4">
            <a:avLst>
              <a:gd name="adj1" fmla="val -156"/>
              <a:gd name="adj2" fmla="val 111501"/>
            </a:avLst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 : en angle 85">
            <a:extLst>
              <a:ext uri="{FF2B5EF4-FFF2-40B4-BE49-F238E27FC236}">
                <a16:creationId xmlns:a16="http://schemas.microsoft.com/office/drawing/2014/main" id="{FF62F8F4-26D5-C1C0-F968-0D9C8E6202CE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64148" y="-3004930"/>
            <a:ext cx="2304000" cy="11016000"/>
          </a:xfrm>
          <a:prstGeom prst="bentConnector3">
            <a:avLst>
              <a:gd name="adj1" fmla="val 115098"/>
            </a:avLst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Image 96">
            <a:extLst>
              <a:ext uri="{FF2B5EF4-FFF2-40B4-BE49-F238E27FC236}">
                <a16:creationId xmlns:a16="http://schemas.microsoft.com/office/drawing/2014/main" id="{8DF50777-D213-0DD6-8E57-5C0488497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156712" y="2188574"/>
            <a:ext cx="288000" cy="100660"/>
          </a:xfrm>
          <a:prstGeom prst="rect">
            <a:avLst/>
          </a:prstGeom>
        </p:spPr>
      </p:pic>
      <p:pic>
        <p:nvPicPr>
          <p:cNvPr id="98" name="Image 97">
            <a:extLst>
              <a:ext uri="{FF2B5EF4-FFF2-40B4-BE49-F238E27FC236}">
                <a16:creationId xmlns:a16="http://schemas.microsoft.com/office/drawing/2014/main" id="{24FD3C5D-FF5E-2EAC-8A1E-ABB221A87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607735" y="2188574"/>
            <a:ext cx="288000" cy="100660"/>
          </a:xfrm>
          <a:prstGeom prst="rect">
            <a:avLst/>
          </a:prstGeom>
        </p:spPr>
      </p:pic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18444911-74AE-D179-35B8-83A1D92415D8}"/>
              </a:ext>
            </a:extLst>
          </p:cNvPr>
          <p:cNvSpPr/>
          <p:nvPr/>
        </p:nvSpPr>
        <p:spPr>
          <a:xfrm>
            <a:off x="9645287" y="3321440"/>
            <a:ext cx="1365662" cy="53439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EE68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EE685D"/>
                </a:solidFill>
                <a:latin typeface="Arial Nova" panose="020B0504020202020204" pitchFamily="34" charset="0"/>
              </a:rPr>
              <a:t>Transmettre</a:t>
            </a:r>
          </a:p>
        </p:txBody>
      </p: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1971488B-12D3-3192-1B12-471588960EAC}"/>
              </a:ext>
            </a:extLst>
          </p:cNvPr>
          <p:cNvCxnSpPr>
            <a:cxnSpLocks/>
          </p:cNvCxnSpPr>
          <p:nvPr/>
        </p:nvCxnSpPr>
        <p:spPr>
          <a:xfrm flipV="1">
            <a:off x="8931734" y="3583570"/>
            <a:ext cx="720000" cy="1536"/>
          </a:xfrm>
          <a:prstGeom prst="straightConnector1">
            <a:avLst/>
          </a:prstGeom>
          <a:ln w="25400" cap="rnd">
            <a:solidFill>
              <a:srgbClr val="68348B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6AAACCB8-3C45-C1AD-84DC-3D1813D022CD}"/>
              </a:ext>
            </a:extLst>
          </p:cNvPr>
          <p:cNvSpPr/>
          <p:nvPr/>
        </p:nvSpPr>
        <p:spPr>
          <a:xfrm>
            <a:off x="9653155" y="3971373"/>
            <a:ext cx="1365662" cy="652851"/>
          </a:xfrm>
          <a:prstGeom prst="roundRect">
            <a:avLst>
              <a:gd name="adj" fmla="val 11914"/>
            </a:avLst>
          </a:prstGeom>
          <a:solidFill>
            <a:srgbClr val="F7B8B3"/>
          </a:solidFill>
          <a:ln w="19050">
            <a:solidFill>
              <a:srgbClr val="F7B8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>
                <a:solidFill>
                  <a:srgbClr val="EE685D"/>
                </a:solidFill>
                <a:latin typeface="Arial Nova" panose="020B0504020202020204" pitchFamily="34" charset="0"/>
              </a:rPr>
              <a:t>Vis – écrou </a:t>
            </a:r>
          </a:p>
          <a:p>
            <a:pPr algn="ctr"/>
            <a:r>
              <a:rPr lang="fr-FR" sz="900" dirty="0">
                <a:solidFill>
                  <a:srgbClr val="EE685D"/>
                </a:solidFill>
                <a:latin typeface="Arial Nova" panose="020B0504020202020204" pitchFamily="34" charset="0"/>
              </a:rPr>
              <a:t>Pas : 5 mm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ZoneTexte 83">
                <a:extLst>
                  <a:ext uri="{FF2B5EF4-FFF2-40B4-BE49-F238E27FC236}">
                    <a16:creationId xmlns:a16="http://schemas.microsoft.com/office/drawing/2014/main" id="{62D95F2C-DD11-4F84-03B0-C2672AFF58D6}"/>
                  </a:ext>
                </a:extLst>
              </p:cNvPr>
              <p:cNvSpPr txBox="1"/>
              <p:nvPr/>
            </p:nvSpPr>
            <p:spPr>
              <a:xfrm>
                <a:off x="6617430" y="3753957"/>
                <a:ext cx="11619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𝓟</m:t>
                          </m:r>
                        </m:e>
                        <m:sub>
                          <m: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sSub>
                        <m:sSubPr>
                          <m:ctrlP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4" name="ZoneTexte 83">
                <a:extLst>
                  <a:ext uri="{FF2B5EF4-FFF2-40B4-BE49-F238E27FC236}">
                    <a16:creationId xmlns:a16="http://schemas.microsoft.com/office/drawing/2014/main" id="{62D95F2C-DD11-4F84-03B0-C2672AFF5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7430" y="3753957"/>
                <a:ext cx="1161960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ZoneTexte 95">
                <a:extLst>
                  <a:ext uri="{FF2B5EF4-FFF2-40B4-BE49-F238E27FC236}">
                    <a16:creationId xmlns:a16="http://schemas.microsoft.com/office/drawing/2014/main" id="{FE6E6DD2-37B6-5AFE-C8A0-6BC2560C5063}"/>
                  </a:ext>
                </a:extLst>
              </p:cNvPr>
              <p:cNvSpPr txBox="1"/>
              <p:nvPr/>
            </p:nvSpPr>
            <p:spPr>
              <a:xfrm>
                <a:off x="10815115" y="3653490"/>
                <a:ext cx="1161960" cy="553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𝓟</m:t>
                          </m:r>
                        </m:e>
                        <m:sub>
                          <m: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</m:t>
                          </m:r>
                        </m:sub>
                      </m:sSub>
                      <m:r>
                        <a:rPr lang="fr-FR" sz="105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105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𝑭𝑽</m:t>
                      </m:r>
                    </m:oMath>
                  </m:oMathPara>
                </a14:m>
                <a:endParaRPr lang="fr-FR" sz="1050" b="1" dirty="0">
                  <a:solidFill>
                    <a:srgbClr val="FFB25A"/>
                  </a:solidFill>
                  <a:latin typeface="Arial Nova" panose="020B0504020202020204" pitchFamily="34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𝑽</m:t>
                      </m:r>
                      <m:r>
                        <a:rPr lang="fr-FR" sz="105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050" b="1" i="1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b="1" i="1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fr-FR" sz="1050" b="1" i="1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f>
                        <m:fPr>
                          <m:ctrlP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𝒑𝒂𝒔</m:t>
                          </m:r>
                        </m:num>
                        <m:den>
                          <m: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den>
                      </m:f>
                    </m:oMath>
                  </m:oMathPara>
                </a14:m>
                <a:endParaRPr lang="fr-FR" sz="1050" b="1" dirty="0">
                  <a:solidFill>
                    <a:srgbClr val="FFB25A"/>
                  </a:solidFill>
                  <a:latin typeface="Arial Nova" panose="020B0504020202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6" name="ZoneTexte 95">
                <a:extLst>
                  <a:ext uri="{FF2B5EF4-FFF2-40B4-BE49-F238E27FC236}">
                    <a16:creationId xmlns:a16="http://schemas.microsoft.com/office/drawing/2014/main" id="{FE6E6DD2-37B6-5AFE-C8A0-6BC2560C5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5115" y="3653490"/>
                <a:ext cx="1161960" cy="55393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453C4B9F-D574-5791-9142-8BD1EE0A1CA1}"/>
              </a:ext>
            </a:extLst>
          </p:cNvPr>
          <p:cNvCxnSpPr>
            <a:cxnSpLocks/>
          </p:cNvCxnSpPr>
          <p:nvPr/>
        </p:nvCxnSpPr>
        <p:spPr>
          <a:xfrm flipV="1">
            <a:off x="330999" y="3626765"/>
            <a:ext cx="720000" cy="1536"/>
          </a:xfrm>
          <a:prstGeom prst="straightConnector1">
            <a:avLst/>
          </a:prstGeom>
          <a:ln w="25400" cap="rnd">
            <a:solidFill>
              <a:srgbClr val="FDAD5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Image 32">
            <a:extLst>
              <a:ext uri="{FF2B5EF4-FFF2-40B4-BE49-F238E27FC236}">
                <a16:creationId xmlns:a16="http://schemas.microsoft.com/office/drawing/2014/main" id="{5A707F1C-162A-AFCF-2EFA-FD2193ED84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7169" y="3163203"/>
            <a:ext cx="360000" cy="36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0005B98B-A299-90E8-0579-3C3055ED324A}"/>
                  </a:ext>
                </a:extLst>
              </p:cNvPr>
              <p:cNvSpPr txBox="1"/>
              <p:nvPr/>
            </p:nvSpPr>
            <p:spPr>
              <a:xfrm>
                <a:off x="8702117" y="3745824"/>
                <a:ext cx="11619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𝓟</m:t>
                          </m:r>
                        </m:e>
                        <m:sub>
                          <m: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sSub>
                        <m:sSubPr>
                          <m:ctrlP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</m:oMath>
                  </m:oMathPara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0005B98B-A299-90E8-0579-3C3055ED3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2117" y="3745824"/>
                <a:ext cx="1161960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41C8C10B-28B1-AAD9-17B3-48F680D32BCC}"/>
              </a:ext>
            </a:extLst>
          </p:cNvPr>
          <p:cNvSpPr/>
          <p:nvPr/>
        </p:nvSpPr>
        <p:spPr>
          <a:xfrm>
            <a:off x="11740216" y="3314700"/>
            <a:ext cx="1365662" cy="1194790"/>
          </a:xfrm>
          <a:prstGeom prst="roundRect">
            <a:avLst>
              <a:gd name="adj" fmla="val 11914"/>
            </a:avLst>
          </a:prstGeom>
          <a:solidFill>
            <a:srgbClr val="B2CAD6"/>
          </a:solidFill>
          <a:ln w="19050">
            <a:solidFill>
              <a:srgbClr val="B2CA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D587E"/>
                </a:solidFill>
                <a:latin typeface="Arial Nova" panose="020B0504020202020204" pitchFamily="34" charset="0"/>
              </a:rPr>
              <a:t>Ceinture</a:t>
            </a:r>
          </a:p>
        </p:txBody>
      </p:sp>
    </p:spTree>
    <p:extLst>
      <p:ext uri="{BB962C8B-B14F-4D97-AF65-F5344CB8AC3E}">
        <p14:creationId xmlns:p14="http://schemas.microsoft.com/office/powerpoint/2010/main" val="284060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3A142C0F-762F-F7C3-85B0-162AF0F22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04 – Résolution cinématique 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8718FE7-7CCF-D195-D629-A4D1524A31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9120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5407F1-75D2-93D8-FE8C-9E812B74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pSp>
        <p:nvGrpSpPr>
          <p:cNvPr id="87" name="Groupe 86">
            <a:extLst>
              <a:ext uri="{FF2B5EF4-FFF2-40B4-BE49-F238E27FC236}">
                <a16:creationId xmlns:a16="http://schemas.microsoft.com/office/drawing/2014/main" id="{4B2D8B2C-C3C1-621E-2C79-B4CCFD60D3A8}"/>
              </a:ext>
            </a:extLst>
          </p:cNvPr>
          <p:cNvGrpSpPr/>
          <p:nvPr/>
        </p:nvGrpSpPr>
        <p:grpSpPr>
          <a:xfrm>
            <a:off x="1358778" y="1619366"/>
            <a:ext cx="9474444" cy="3230626"/>
            <a:chOff x="1358778" y="1619366"/>
            <a:chExt cx="9474444" cy="3230626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85E3E1D7-6D9F-E39F-34CF-76E77ECC14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</a:blip>
            <a:stretch>
              <a:fillRect/>
            </a:stretch>
          </p:blipFill>
          <p:spPr>
            <a:xfrm>
              <a:off x="1886694" y="2390078"/>
              <a:ext cx="8188850" cy="2064963"/>
            </a:xfrm>
            <a:prstGeom prst="rect">
              <a:avLst/>
            </a:prstGeom>
          </p:spPr>
        </p:pic>
        <p:sp>
          <p:nvSpPr>
            <p:cNvPr id="4" name="Line 19">
              <a:extLst>
                <a:ext uri="{FF2B5EF4-FFF2-40B4-BE49-F238E27FC236}">
                  <a16:creationId xmlns:a16="http://schemas.microsoft.com/office/drawing/2014/main" id="{E164BA7A-814E-C92B-369B-EBE27865959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24320" flipH="1">
              <a:off x="5985771" y="3155008"/>
              <a:ext cx="3595830" cy="552723"/>
            </a:xfrm>
            <a:prstGeom prst="line">
              <a:avLst/>
            </a:prstGeom>
            <a:noFill/>
            <a:ln w="28575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5" name="Line 19">
              <a:extLst>
                <a:ext uri="{FF2B5EF4-FFF2-40B4-BE49-F238E27FC236}">
                  <a16:creationId xmlns:a16="http://schemas.microsoft.com/office/drawing/2014/main" id="{07783858-E526-71AD-B695-2E67CB0F5E0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24320" flipH="1">
              <a:off x="2652248" y="2529229"/>
              <a:ext cx="2895302" cy="44504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cxnSp>
          <p:nvCxnSpPr>
            <p:cNvPr id="6" name="Connecteur droit avec flèche 5">
              <a:extLst>
                <a:ext uri="{FF2B5EF4-FFF2-40B4-BE49-F238E27FC236}">
                  <a16:creationId xmlns:a16="http://schemas.microsoft.com/office/drawing/2014/main" id="{46DFB741-2619-81E3-2D05-0D9251886439}"/>
                </a:ext>
              </a:extLst>
            </p:cNvPr>
            <p:cNvCxnSpPr>
              <a:cxnSpLocks/>
            </p:cNvCxnSpPr>
            <p:nvPr/>
          </p:nvCxnSpPr>
          <p:spPr>
            <a:xfrm>
              <a:off x="9901767" y="3429000"/>
              <a:ext cx="581506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3333FF"/>
              </a:solidFill>
              <a:prstDash val="lgDashDot"/>
              <a:miter lim="800000"/>
              <a:headEnd type="none" w="med" len="med"/>
              <a:tailEnd type="arrow" w="med" len="med"/>
            </a:ln>
            <a:effectLst/>
          </p:spPr>
        </p:cxn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640C6855-EAE3-5B05-72C6-26BB0DBCF944}"/>
                </a:ext>
              </a:extLst>
            </p:cNvPr>
            <p:cNvSpPr txBox="1"/>
            <p:nvPr/>
          </p:nvSpPr>
          <p:spPr>
            <a:xfrm>
              <a:off x="10075544" y="3419348"/>
              <a:ext cx="757678" cy="646331"/>
            </a:xfrm>
            <a:prstGeom prst="rect">
              <a:avLst/>
            </a:prstGeom>
            <a:noFill/>
            <a:ln w="2857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fr-FR"/>
              </a:defPPr>
              <a:lvl1pPr>
                <a:defRPr b="1">
                  <a:solidFill>
                    <a:srgbClr val="3333FF"/>
                  </a:solidFill>
                </a:defRPr>
              </a:lvl1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</a:rPr>
                <a:t>y</a:t>
              </a:r>
              <a:r>
                <a:rPr kumimoji="0" lang="fr-FR" sz="1400" b="1" i="0" u="none" strike="noStrike" kern="0" cap="none" spc="0" normalizeH="0" baseline="-2500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</a:rPr>
                <a:t>5A</a:t>
              </a:r>
            </a:p>
          </p:txBody>
        </p:sp>
        <p:grpSp>
          <p:nvGrpSpPr>
            <p:cNvPr id="8" name="Modèle_Méca_PG_F_1_2">
              <a:extLst>
                <a:ext uri="{FF2B5EF4-FFF2-40B4-BE49-F238E27FC236}">
                  <a16:creationId xmlns:a16="http://schemas.microsoft.com/office/drawing/2014/main" id="{DD42D9B8-D114-3BBB-44B1-5A44B6398500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 flipV="1">
              <a:off x="4224064" y="2676012"/>
              <a:ext cx="461987" cy="233527"/>
              <a:chOff x="1760" y="1551"/>
              <a:chExt cx="852" cy="429"/>
            </a:xfrm>
            <a:solidFill>
              <a:srgbClr val="FFC000">
                <a:lumMod val="20000"/>
                <a:lumOff val="80000"/>
              </a:srgbClr>
            </a:solidFill>
          </p:grpSpPr>
          <p:sp>
            <p:nvSpPr>
              <p:cNvPr id="9" name="Rectangle 25">
                <a:extLst>
                  <a:ext uri="{FF2B5EF4-FFF2-40B4-BE49-F238E27FC236}">
                    <a16:creationId xmlns:a16="http://schemas.microsoft.com/office/drawing/2014/main" id="{8B15A656-76C3-3CB4-BCBE-E359A0492C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0" y="1551"/>
                <a:ext cx="852" cy="301"/>
              </a:xfrm>
              <a:prstGeom prst="rect">
                <a:avLst/>
              </a:prstGeom>
              <a:grpFill/>
              <a:ln w="28575">
                <a:solidFill>
                  <a:srgbClr val="FFC000"/>
                </a:solidFill>
                <a:miter lim="800000"/>
                <a:headEnd/>
                <a:tailEnd type="none" w="med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" name="AutoShape 29">
                <a:extLst>
                  <a:ext uri="{FF2B5EF4-FFF2-40B4-BE49-F238E27FC236}">
                    <a16:creationId xmlns:a16="http://schemas.microsoft.com/office/drawing/2014/main" id="{C72B82A0-03D8-BF05-B0E3-CE73612962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2190" y="1852"/>
                <a:ext cx="128" cy="128"/>
              </a:xfrm>
              <a:prstGeom prst="rtTriangle">
                <a:avLst/>
              </a:prstGeom>
              <a:solidFill>
                <a:srgbClr val="FFC000"/>
              </a:solidFill>
              <a:ln w="28575">
                <a:solidFill>
                  <a:srgbClr val="FFC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88C37059-CA05-E021-0059-8D784925DE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1165" t="7534" r="36703" b="71973"/>
            <a:stretch>
              <a:fillRect/>
            </a:stretch>
          </p:blipFill>
          <p:spPr>
            <a:xfrm>
              <a:off x="5583424" y="2551447"/>
              <a:ext cx="960353" cy="423181"/>
            </a:xfrm>
            <a:prstGeom prst="rect">
              <a:avLst/>
            </a:prstGeom>
          </p:spPr>
        </p:pic>
        <p:sp>
          <p:nvSpPr>
            <p:cNvPr id="12" name="Line 19">
              <a:extLst>
                <a:ext uri="{FF2B5EF4-FFF2-40B4-BE49-F238E27FC236}">
                  <a16:creationId xmlns:a16="http://schemas.microsoft.com/office/drawing/2014/main" id="{EEF9ED62-E0CE-3CBB-712E-1FAC4072C75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4875680" flipH="1" flipV="1">
              <a:off x="5443707" y="2745873"/>
              <a:ext cx="241694" cy="3715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8D07A13E-3939-6B1C-BC9B-2522D429F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1165" t="7534" r="40523" b="71973"/>
            <a:stretch>
              <a:fillRect/>
            </a:stretch>
          </p:blipFill>
          <p:spPr>
            <a:xfrm>
              <a:off x="6473837" y="2551446"/>
              <a:ext cx="657920" cy="423181"/>
            </a:xfrm>
            <a:prstGeom prst="rect">
              <a:avLst/>
            </a:prstGeom>
          </p:spPr>
        </p:pic>
        <p:sp>
          <p:nvSpPr>
            <p:cNvPr id="14" name="Line 19">
              <a:extLst>
                <a:ext uri="{FF2B5EF4-FFF2-40B4-BE49-F238E27FC236}">
                  <a16:creationId xmlns:a16="http://schemas.microsoft.com/office/drawing/2014/main" id="{D73B7A74-13AB-07CF-7B9F-F217472D68A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4875680" flipH="1" flipV="1">
              <a:off x="7029150" y="2745873"/>
              <a:ext cx="241694" cy="37151"/>
            </a:xfrm>
            <a:prstGeom prst="line">
              <a:avLst/>
            </a:prstGeom>
            <a:noFill/>
            <a:ln w="28575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Line 19">
              <a:extLst>
                <a:ext uri="{FF2B5EF4-FFF2-40B4-BE49-F238E27FC236}">
                  <a16:creationId xmlns:a16="http://schemas.microsoft.com/office/drawing/2014/main" id="{969D9F7A-7845-6FD9-C563-5057266EC8C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4875680" flipH="1" flipV="1">
              <a:off x="4332042" y="2956052"/>
              <a:ext cx="241694" cy="37151"/>
            </a:xfrm>
            <a:prstGeom prst="line">
              <a:avLst/>
            </a:prstGeom>
            <a:noFill/>
            <a:ln w="28575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Line 19">
              <a:extLst>
                <a:ext uri="{FF2B5EF4-FFF2-40B4-BE49-F238E27FC236}">
                  <a16:creationId xmlns:a16="http://schemas.microsoft.com/office/drawing/2014/main" id="{59A2BC60-B087-5FD1-71B3-EA23929E724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275680" flipH="1" flipV="1">
              <a:off x="3044653" y="2773242"/>
              <a:ext cx="4211195" cy="647306"/>
            </a:xfrm>
            <a:prstGeom prst="line">
              <a:avLst/>
            </a:prstGeom>
            <a:noFill/>
            <a:ln w="28575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Line 19">
              <a:extLst>
                <a:ext uri="{FF2B5EF4-FFF2-40B4-BE49-F238E27FC236}">
                  <a16:creationId xmlns:a16="http://schemas.microsoft.com/office/drawing/2014/main" id="{8F3ABB3A-4DE2-0C2C-76BB-4FAB5269CC9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4875680" flipH="1" flipV="1">
              <a:off x="7107353" y="2905778"/>
              <a:ext cx="327967" cy="50412"/>
            </a:xfrm>
            <a:prstGeom prst="line">
              <a:avLst/>
            </a:prstGeom>
            <a:noFill/>
            <a:ln w="28575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Line 19">
              <a:extLst>
                <a:ext uri="{FF2B5EF4-FFF2-40B4-BE49-F238E27FC236}">
                  <a16:creationId xmlns:a16="http://schemas.microsoft.com/office/drawing/2014/main" id="{768537DF-6B4C-2774-340D-1C2E5C96B9F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275680" flipH="1" flipV="1">
              <a:off x="7160100" y="2753833"/>
              <a:ext cx="119757" cy="18408"/>
            </a:xfrm>
            <a:prstGeom prst="line">
              <a:avLst/>
            </a:prstGeom>
            <a:noFill/>
            <a:ln w="28575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A1FA2CEB-E5E5-571B-0A9A-4C1187049BD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5675680" flipH="1" flipV="1">
              <a:off x="6969323" y="3191051"/>
              <a:ext cx="241694" cy="37151"/>
            </a:xfrm>
            <a:prstGeom prst="line">
              <a:avLst/>
            </a:prstGeom>
            <a:noFill/>
            <a:ln w="28575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Oval 20">
              <a:extLst>
                <a:ext uri="{FF2B5EF4-FFF2-40B4-BE49-F238E27FC236}">
                  <a16:creationId xmlns:a16="http://schemas.microsoft.com/office/drawing/2014/main" id="{D0A3BD09-6913-5D73-09C0-72E2227BBD0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272789">
              <a:off x="2366955" y="2624548"/>
              <a:ext cx="266539" cy="267269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4B790346-A485-2883-9D42-CEAA30621E21}"/>
                </a:ext>
              </a:extLst>
            </p:cNvPr>
            <p:cNvGrpSpPr/>
            <p:nvPr/>
          </p:nvGrpSpPr>
          <p:grpSpPr>
            <a:xfrm rot="10800000">
              <a:off x="2797432" y="3096894"/>
              <a:ext cx="461987" cy="419463"/>
              <a:chOff x="6789100" y="3323551"/>
              <a:chExt cx="461987" cy="419463"/>
            </a:xfrm>
          </p:grpSpPr>
          <p:grpSp>
            <p:nvGrpSpPr>
              <p:cNvPr id="22" name="Modèle_Méca_PG_F_1_2">
                <a:extLst>
                  <a:ext uri="{FF2B5EF4-FFF2-40B4-BE49-F238E27FC236}">
                    <a16:creationId xmlns:a16="http://schemas.microsoft.com/office/drawing/2014/main" id="{4ED21FA1-81E1-F453-594B-915DF7A1CF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800000" flipV="1">
                <a:off x="6789100" y="3323551"/>
                <a:ext cx="461987" cy="233527"/>
                <a:chOff x="1760" y="1551"/>
                <a:chExt cx="852" cy="429"/>
              </a:xfrm>
              <a:noFill/>
            </p:grpSpPr>
            <p:sp>
              <p:nvSpPr>
                <p:cNvPr id="24" name="Rectangle 25">
                  <a:extLst>
                    <a:ext uri="{FF2B5EF4-FFF2-40B4-BE49-F238E27FC236}">
                      <a16:creationId xmlns:a16="http://schemas.microsoft.com/office/drawing/2014/main" id="{BA147081-731F-7FC5-70C3-D998347926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60" y="1551"/>
                  <a:ext cx="852" cy="301"/>
                </a:xfrm>
                <a:prstGeom prst="rect">
                  <a:avLst/>
                </a:prstGeom>
                <a:grpFill/>
                <a:ln w="28575">
                  <a:solidFill>
                    <a:srgbClr val="FFC000"/>
                  </a:solidFill>
                  <a:miter lim="800000"/>
                  <a:headEnd/>
                  <a:tailEnd type="none" w="med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5" name="AutoShape 29">
                  <a:extLst>
                    <a:ext uri="{FF2B5EF4-FFF2-40B4-BE49-F238E27FC236}">
                      <a16:creationId xmlns:a16="http://schemas.microsoft.com/office/drawing/2014/main" id="{724491DB-3B68-C12A-60DF-29A17533D1F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 rot="5400000">
                  <a:off x="2190" y="1852"/>
                  <a:ext cx="128" cy="128"/>
                </a:xfrm>
                <a:prstGeom prst="rtTriangle">
                  <a:avLst/>
                </a:prstGeom>
                <a:solidFill>
                  <a:srgbClr val="FFC000"/>
                </a:solidFill>
                <a:ln w="28575">
                  <a:solidFill>
                    <a:srgbClr val="FFC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23" name="Line 19">
                <a:extLst>
                  <a:ext uri="{FF2B5EF4-FFF2-40B4-BE49-F238E27FC236}">
                    <a16:creationId xmlns:a16="http://schemas.microsoft.com/office/drawing/2014/main" id="{08DCA955-042D-5136-F3D6-EEE77A83FE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4875680" flipH="1" flipV="1">
                <a:off x="6897078" y="3603591"/>
                <a:ext cx="241694" cy="37151"/>
              </a:xfrm>
              <a:prstGeom prst="line">
                <a:avLst/>
              </a:prstGeom>
              <a:noFill/>
              <a:ln w="28575">
                <a:solidFill>
                  <a:srgbClr val="FFC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26" name="Modèle_Méca_PG_F_1_2">
              <a:extLst>
                <a:ext uri="{FF2B5EF4-FFF2-40B4-BE49-F238E27FC236}">
                  <a16:creationId xmlns:a16="http://schemas.microsoft.com/office/drawing/2014/main" id="{035B43BC-D3CB-5520-90CB-4E067418D123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6859248" y="3272998"/>
              <a:ext cx="461987" cy="233527"/>
              <a:chOff x="1760" y="1551"/>
              <a:chExt cx="852" cy="429"/>
            </a:xfrm>
            <a:solidFill>
              <a:srgbClr val="FFC000">
                <a:lumMod val="20000"/>
                <a:lumOff val="80000"/>
              </a:srgbClr>
            </a:solidFill>
          </p:grpSpPr>
          <p:sp>
            <p:nvSpPr>
              <p:cNvPr id="27" name="Rectangle 25">
                <a:extLst>
                  <a:ext uri="{FF2B5EF4-FFF2-40B4-BE49-F238E27FC236}">
                    <a16:creationId xmlns:a16="http://schemas.microsoft.com/office/drawing/2014/main" id="{FAAF32A8-5077-D467-1ECD-E18B117396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0" y="1551"/>
                <a:ext cx="852" cy="301"/>
              </a:xfrm>
              <a:prstGeom prst="rect">
                <a:avLst/>
              </a:prstGeom>
              <a:grpFill/>
              <a:ln w="28575">
                <a:solidFill>
                  <a:srgbClr val="FFC000"/>
                </a:solidFill>
                <a:miter lim="800000"/>
                <a:headEnd/>
                <a:tailEnd type="none" w="med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8" name="AutoShape 29">
                <a:extLst>
                  <a:ext uri="{FF2B5EF4-FFF2-40B4-BE49-F238E27FC236}">
                    <a16:creationId xmlns:a16="http://schemas.microsoft.com/office/drawing/2014/main" id="{3528A14F-4593-64E7-05D3-7E35DA08C0A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2190" y="1852"/>
                <a:ext cx="128" cy="128"/>
              </a:xfrm>
              <a:prstGeom prst="rtTriangle">
                <a:avLst/>
              </a:prstGeom>
              <a:solidFill>
                <a:srgbClr val="FFC000"/>
              </a:solidFill>
              <a:ln w="28575">
                <a:solidFill>
                  <a:srgbClr val="FFC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803D0CF7-D6AE-59E2-8DFC-FF670BF8B706}"/>
                </a:ext>
              </a:extLst>
            </p:cNvPr>
            <p:cNvSpPr txBox="1"/>
            <p:nvPr/>
          </p:nvSpPr>
          <p:spPr>
            <a:xfrm>
              <a:off x="1661657" y="2365582"/>
              <a:ext cx="511881" cy="439595"/>
            </a:xfrm>
            <a:prstGeom prst="rect">
              <a:avLst/>
            </a:prstGeom>
            <a:noFill/>
            <a:ln w="2857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fr-FR"/>
              </a:defPPr>
              <a:lvl1pPr>
                <a:defRPr b="1">
                  <a:solidFill>
                    <a:srgbClr val="3333FF"/>
                  </a:solidFill>
                </a:defRPr>
              </a:lvl1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y</a:t>
              </a:r>
              <a:r>
                <a:rPr kumimoji="0" lang="fr-FR" sz="1400" b="1" i="0" u="none" strike="noStrike" kern="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3A</a:t>
              </a:r>
            </a:p>
          </p:txBody>
        </p:sp>
        <p:cxnSp>
          <p:nvCxnSpPr>
            <p:cNvPr id="30" name="Connecteur droit avec flèche 29">
              <a:extLst>
                <a:ext uri="{FF2B5EF4-FFF2-40B4-BE49-F238E27FC236}">
                  <a16:creationId xmlns:a16="http://schemas.microsoft.com/office/drawing/2014/main" id="{597E4CD5-4130-F723-8512-FFC81CE5A066}"/>
                </a:ext>
              </a:extLst>
            </p:cNvPr>
            <p:cNvCxnSpPr>
              <a:cxnSpLocks/>
            </p:cNvCxnSpPr>
            <p:nvPr/>
          </p:nvCxnSpPr>
          <p:spPr>
            <a:xfrm>
              <a:off x="1716617" y="2751750"/>
              <a:ext cx="609931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0000"/>
              </a:solidFill>
              <a:prstDash val="lgDashDot"/>
              <a:miter lim="800000"/>
              <a:headEnd type="arrow" w="med" len="med"/>
              <a:tailEnd type="none" w="med" len="med"/>
            </a:ln>
            <a:effectLst/>
          </p:spPr>
        </p:cxnSp>
        <p:sp>
          <p:nvSpPr>
            <p:cNvPr id="31" name="Oval 20">
              <a:extLst>
                <a:ext uri="{FF2B5EF4-FFF2-40B4-BE49-F238E27FC236}">
                  <a16:creationId xmlns:a16="http://schemas.microsoft.com/office/drawing/2014/main" id="{87CD635B-5F3E-AB34-8E11-7CC02C54ED8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272789">
              <a:off x="9618103" y="3307930"/>
              <a:ext cx="266539" cy="267269"/>
            </a:xfrm>
            <a:prstGeom prst="ellipse">
              <a:avLst/>
            </a:prstGeom>
            <a:noFill/>
            <a:ln w="28575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Line 19">
              <a:extLst>
                <a:ext uri="{FF2B5EF4-FFF2-40B4-BE49-F238E27FC236}">
                  <a16:creationId xmlns:a16="http://schemas.microsoft.com/office/drawing/2014/main" id="{92E4F209-712E-8386-4196-DE384BE4EC6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24320" flipH="1">
              <a:off x="5398575" y="3177157"/>
              <a:ext cx="579143" cy="89021"/>
            </a:xfrm>
            <a:prstGeom prst="line">
              <a:avLst/>
            </a:prstGeom>
            <a:noFill/>
            <a:ln w="28575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33" name="Modèle_Méca_Héli_F_1_1">
              <a:extLst>
                <a:ext uri="{FF2B5EF4-FFF2-40B4-BE49-F238E27FC236}">
                  <a16:creationId xmlns:a16="http://schemas.microsoft.com/office/drawing/2014/main" id="{6825095D-104B-71A5-8FF9-455029571F5F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2698864" y="3212888"/>
              <a:ext cx="3089242" cy="303468"/>
              <a:chOff x="1199" y="1417"/>
              <a:chExt cx="5700" cy="561"/>
            </a:xfrm>
          </p:grpSpPr>
          <p:grpSp>
            <p:nvGrpSpPr>
              <p:cNvPr id="34" name="Group 3">
                <a:extLst>
                  <a:ext uri="{FF2B5EF4-FFF2-40B4-BE49-F238E27FC236}">
                    <a16:creationId xmlns:a16="http://schemas.microsoft.com/office/drawing/2014/main" id="{35F246D8-D2A2-BAAC-5BF2-3FB250CFB1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3" y="1417"/>
                <a:ext cx="852" cy="561"/>
                <a:chOff x="1493" y="1417"/>
                <a:chExt cx="852" cy="561"/>
              </a:xfrm>
            </p:grpSpPr>
            <p:sp>
              <p:nvSpPr>
                <p:cNvPr id="40" name="Rectangle 4">
                  <a:extLst>
                    <a:ext uri="{FF2B5EF4-FFF2-40B4-BE49-F238E27FC236}">
                      <a16:creationId xmlns:a16="http://schemas.microsoft.com/office/drawing/2014/main" id="{5F29D72A-A3BD-7753-21FE-89BA91183C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93" y="1417"/>
                  <a:ext cx="852" cy="305"/>
                </a:xfrm>
                <a:prstGeom prst="rect">
                  <a:avLst/>
                </a:prstGeom>
                <a:solidFill>
                  <a:srgbClr val="FFF2CC">
                    <a:alpha val="32941"/>
                  </a:srgbClr>
                </a:solidFill>
                <a:ln w="28575">
                  <a:solidFill>
                    <a:srgbClr val="3333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1" name="Line 5">
                  <a:extLst>
                    <a:ext uri="{FF2B5EF4-FFF2-40B4-BE49-F238E27FC236}">
                      <a16:creationId xmlns:a16="http://schemas.microsoft.com/office/drawing/2014/main" id="{53F6B791-BB67-1BC3-3F13-3415731B53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19" y="1712"/>
                  <a:ext cx="0" cy="266"/>
                </a:xfrm>
                <a:prstGeom prst="line">
                  <a:avLst/>
                </a:prstGeom>
                <a:solidFill>
                  <a:srgbClr val="FFF2CC">
                    <a:alpha val="32941"/>
                  </a:srgbClr>
                </a:solidFill>
                <a:ln w="28575">
                  <a:solidFill>
                    <a:srgbClr val="3333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2" name="AutoShape 6">
                  <a:extLst>
                    <a:ext uri="{FF2B5EF4-FFF2-40B4-BE49-F238E27FC236}">
                      <a16:creationId xmlns:a16="http://schemas.microsoft.com/office/drawing/2014/main" id="{ED3490E8-600F-3EB0-5AE9-C2FA71AAC0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1919" y="1722"/>
                  <a:ext cx="142" cy="142"/>
                </a:xfrm>
                <a:prstGeom prst="rtTriangle">
                  <a:avLst/>
                </a:prstGeom>
                <a:solidFill>
                  <a:srgbClr val="3333FF"/>
                </a:solidFill>
                <a:ln w="28575">
                  <a:solidFill>
                    <a:srgbClr val="3333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35" name="Group 7">
                <a:extLst>
                  <a:ext uri="{FF2B5EF4-FFF2-40B4-BE49-F238E27FC236}">
                    <a16:creationId xmlns:a16="http://schemas.microsoft.com/office/drawing/2014/main" id="{6E83A7AD-4FDF-5EEB-87B5-A4E9A90F6A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99" y="1480"/>
                <a:ext cx="5700" cy="200"/>
                <a:chOff x="1199" y="1480"/>
                <a:chExt cx="5700" cy="200"/>
              </a:xfrm>
            </p:grpSpPr>
            <p:grpSp>
              <p:nvGrpSpPr>
                <p:cNvPr id="36" name="Group 8">
                  <a:extLst>
                    <a:ext uri="{FF2B5EF4-FFF2-40B4-BE49-F238E27FC236}">
                      <a16:creationId xmlns:a16="http://schemas.microsoft.com/office/drawing/2014/main" id="{891648AD-742F-51E6-FF7F-CA81E7904FA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99" y="1567"/>
                  <a:ext cx="5700" cy="0"/>
                  <a:chOff x="1468" y="10705"/>
                  <a:chExt cx="5700" cy="0"/>
                </a:xfrm>
              </p:grpSpPr>
              <p:sp>
                <p:nvSpPr>
                  <p:cNvPr id="38" name="Line 9">
                    <a:extLst>
                      <a:ext uri="{FF2B5EF4-FFF2-40B4-BE49-F238E27FC236}">
                        <a16:creationId xmlns:a16="http://schemas.microsoft.com/office/drawing/2014/main" id="{F7B9CC0C-976E-7CF1-BB54-7FCAD31876B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16" y="10705"/>
                    <a:ext cx="4552" cy="0"/>
                  </a:xfrm>
                  <a:prstGeom prst="line">
                    <a:avLst/>
                  </a:prstGeom>
                  <a:solidFill>
                    <a:srgbClr val="FFF2CC">
                      <a:alpha val="32941"/>
                    </a:srgbClr>
                  </a:solidFill>
                  <a:ln w="28575">
                    <a:solidFill>
                      <a:srgbClr val="70AD47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fr-FR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9" name="Line 10">
                    <a:extLst>
                      <a:ext uri="{FF2B5EF4-FFF2-40B4-BE49-F238E27FC236}">
                        <a16:creationId xmlns:a16="http://schemas.microsoft.com/office/drawing/2014/main" id="{54C09DE1-6D0D-454A-7ACD-E1E02ED86F3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468" y="10705"/>
                    <a:ext cx="294" cy="0"/>
                  </a:xfrm>
                  <a:prstGeom prst="line">
                    <a:avLst/>
                  </a:prstGeom>
                  <a:solidFill>
                    <a:srgbClr val="FFF2CC">
                      <a:alpha val="32941"/>
                    </a:srgbClr>
                  </a:solidFill>
                  <a:ln w="28575">
                    <a:solidFill>
                      <a:srgbClr val="70AD47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fr-FR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  <p:sp>
              <p:nvSpPr>
                <p:cNvPr id="37" name="Freeform 11">
                  <a:extLst>
                    <a:ext uri="{FF2B5EF4-FFF2-40B4-BE49-F238E27FC236}">
                      <a16:creationId xmlns:a16="http://schemas.microsoft.com/office/drawing/2014/main" id="{A8225A52-8A68-531B-A788-68A39EACA97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495" y="1480"/>
                  <a:ext cx="852" cy="200"/>
                </a:xfrm>
                <a:custGeom>
                  <a:avLst/>
                  <a:gdLst>
                    <a:gd name="T0" fmla="*/ 0 w 2680"/>
                    <a:gd name="T1" fmla="*/ 200 h 433"/>
                    <a:gd name="T2" fmla="*/ 200 w 2680"/>
                    <a:gd name="T3" fmla="*/ 400 h 433"/>
                    <a:gd name="T4" fmla="*/ 573 w 2680"/>
                    <a:gd name="T5" fmla="*/ 0 h 433"/>
                    <a:gd name="T6" fmla="*/ 960 w 2680"/>
                    <a:gd name="T7" fmla="*/ 400 h 433"/>
                    <a:gd name="T8" fmla="*/ 1333 w 2680"/>
                    <a:gd name="T9" fmla="*/ 0 h 433"/>
                    <a:gd name="T10" fmla="*/ 1720 w 2680"/>
                    <a:gd name="T11" fmla="*/ 400 h 433"/>
                    <a:gd name="T12" fmla="*/ 2120 w 2680"/>
                    <a:gd name="T13" fmla="*/ 0 h 433"/>
                    <a:gd name="T14" fmla="*/ 2493 w 2680"/>
                    <a:gd name="T15" fmla="*/ 400 h 433"/>
                    <a:gd name="T16" fmla="*/ 2680 w 2680"/>
                    <a:gd name="T17" fmla="*/ 200 h 4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680" h="433">
                      <a:moveTo>
                        <a:pt x="0" y="200"/>
                      </a:moveTo>
                      <a:cubicBezTo>
                        <a:pt x="52" y="316"/>
                        <a:pt x="105" y="433"/>
                        <a:pt x="200" y="400"/>
                      </a:cubicBezTo>
                      <a:cubicBezTo>
                        <a:pt x="295" y="367"/>
                        <a:pt x="446" y="0"/>
                        <a:pt x="573" y="0"/>
                      </a:cubicBezTo>
                      <a:cubicBezTo>
                        <a:pt x="700" y="0"/>
                        <a:pt x="833" y="400"/>
                        <a:pt x="960" y="400"/>
                      </a:cubicBezTo>
                      <a:cubicBezTo>
                        <a:pt x="1087" y="400"/>
                        <a:pt x="1206" y="0"/>
                        <a:pt x="1333" y="0"/>
                      </a:cubicBezTo>
                      <a:cubicBezTo>
                        <a:pt x="1460" y="0"/>
                        <a:pt x="1589" y="400"/>
                        <a:pt x="1720" y="400"/>
                      </a:cubicBezTo>
                      <a:cubicBezTo>
                        <a:pt x="1851" y="400"/>
                        <a:pt x="1991" y="0"/>
                        <a:pt x="2120" y="0"/>
                      </a:cubicBezTo>
                      <a:cubicBezTo>
                        <a:pt x="2249" y="0"/>
                        <a:pt x="2400" y="367"/>
                        <a:pt x="2493" y="400"/>
                      </a:cubicBezTo>
                      <a:cubicBezTo>
                        <a:pt x="2586" y="433"/>
                        <a:pt x="2633" y="316"/>
                        <a:pt x="2680" y="200"/>
                      </a:cubicBezTo>
                    </a:path>
                  </a:pathLst>
                </a:custGeom>
                <a:solidFill>
                  <a:srgbClr val="FFF2CC">
                    <a:alpha val="32941"/>
                  </a:srgbClr>
                </a:solidFill>
                <a:ln w="28575">
                  <a:solidFill>
                    <a:srgbClr val="70AD47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43" name="Line 5">
              <a:extLst>
                <a:ext uri="{FF2B5EF4-FFF2-40B4-BE49-F238E27FC236}">
                  <a16:creationId xmlns:a16="http://schemas.microsoft.com/office/drawing/2014/main" id="{56AB2F2B-AB7E-505C-3D13-8AD75DAABBA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5967270" y="3220034"/>
              <a:ext cx="0" cy="216000"/>
            </a:xfrm>
            <a:prstGeom prst="line">
              <a:avLst/>
            </a:prstGeom>
            <a:solidFill>
              <a:srgbClr val="FFF2CC">
                <a:alpha val="32941"/>
              </a:srgbClr>
            </a:solidFill>
            <a:ln w="28575">
              <a:solidFill>
                <a:srgbClr val="3333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FEF4C6B-AFFC-26A0-4EB0-5D9A9805230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3232699" y="3436687"/>
              <a:ext cx="159340" cy="0"/>
            </a:xfrm>
            <a:prstGeom prst="line">
              <a:avLst/>
            </a:prstGeom>
            <a:solidFill>
              <a:srgbClr val="FFF2CC">
                <a:alpha val="32941"/>
              </a:srgbClr>
            </a:solidFill>
            <a:ln w="28575">
              <a:solidFill>
                <a:srgbClr val="70AD47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5" name="Line 10">
              <a:extLst>
                <a:ext uri="{FF2B5EF4-FFF2-40B4-BE49-F238E27FC236}">
                  <a16:creationId xmlns:a16="http://schemas.microsoft.com/office/drawing/2014/main" id="{2F56374A-7E9C-55C0-615B-9E31F92A65C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2678132" y="3436687"/>
              <a:ext cx="159340" cy="0"/>
            </a:xfrm>
            <a:prstGeom prst="line">
              <a:avLst/>
            </a:prstGeom>
            <a:solidFill>
              <a:srgbClr val="FFF2CC">
                <a:alpha val="32941"/>
              </a:srgbClr>
            </a:solidFill>
            <a:ln w="28575">
              <a:solidFill>
                <a:srgbClr val="70AD47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6" name="Line 10">
              <a:extLst>
                <a:ext uri="{FF2B5EF4-FFF2-40B4-BE49-F238E27FC236}">
                  <a16:creationId xmlns:a16="http://schemas.microsoft.com/office/drawing/2014/main" id="{5C827D5E-CC01-0B55-A57D-A83767BEA50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2443955" y="3428305"/>
              <a:ext cx="511505" cy="0"/>
            </a:xfrm>
            <a:prstGeom prst="line">
              <a:avLst/>
            </a:prstGeom>
            <a:solidFill>
              <a:srgbClr val="FFF2CC">
                <a:alpha val="32941"/>
              </a:srgbClr>
            </a:solidFill>
            <a:ln w="28575">
              <a:solidFill>
                <a:srgbClr val="70AD47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7" name="Line 10">
              <a:extLst>
                <a:ext uri="{FF2B5EF4-FFF2-40B4-BE49-F238E27FC236}">
                  <a16:creationId xmlns:a16="http://schemas.microsoft.com/office/drawing/2014/main" id="{50A27B86-7E8C-1CD6-5DE5-19DDC27FFDC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2650682" y="3183152"/>
              <a:ext cx="98868" cy="0"/>
            </a:xfrm>
            <a:prstGeom prst="line">
              <a:avLst/>
            </a:prstGeom>
            <a:solidFill>
              <a:srgbClr val="FFF2CC">
                <a:alpha val="32941"/>
              </a:srgbClr>
            </a:solidFill>
            <a:ln w="28575">
              <a:solidFill>
                <a:srgbClr val="70AD47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8" name="Line 10">
              <a:extLst>
                <a:ext uri="{FF2B5EF4-FFF2-40B4-BE49-F238E27FC236}">
                  <a16:creationId xmlns:a16="http://schemas.microsoft.com/office/drawing/2014/main" id="{9071A4D6-DBA8-052A-52AB-A5150E03244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2653233" y="3678801"/>
              <a:ext cx="98868" cy="0"/>
            </a:xfrm>
            <a:prstGeom prst="line">
              <a:avLst/>
            </a:prstGeom>
            <a:solidFill>
              <a:srgbClr val="FFF2CC">
                <a:alpha val="32941"/>
              </a:srgbClr>
            </a:solidFill>
            <a:ln w="28575">
              <a:solidFill>
                <a:srgbClr val="70AD47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9" name="Line 10">
              <a:extLst>
                <a:ext uri="{FF2B5EF4-FFF2-40B4-BE49-F238E27FC236}">
                  <a16:creationId xmlns:a16="http://schemas.microsoft.com/office/drawing/2014/main" id="{E548BD10-3A57-C7FD-5B17-F33549F2CE9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2448708" y="3940538"/>
              <a:ext cx="511505" cy="0"/>
            </a:xfrm>
            <a:prstGeom prst="line">
              <a:avLst/>
            </a:prstGeom>
            <a:solidFill>
              <a:srgbClr val="FFF2CC">
                <a:alpha val="32941"/>
              </a:srgbClr>
            </a:solidFill>
            <a:ln w="28575">
              <a:solidFill>
                <a:srgbClr val="CD17B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Line 10">
              <a:extLst>
                <a:ext uri="{FF2B5EF4-FFF2-40B4-BE49-F238E27FC236}">
                  <a16:creationId xmlns:a16="http://schemas.microsoft.com/office/drawing/2014/main" id="{D5625AEB-2114-C333-6B6C-49C7A197FCF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2655435" y="3695385"/>
              <a:ext cx="98868" cy="0"/>
            </a:xfrm>
            <a:prstGeom prst="line">
              <a:avLst/>
            </a:prstGeom>
            <a:solidFill>
              <a:srgbClr val="FFF2CC">
                <a:alpha val="32941"/>
              </a:srgbClr>
            </a:solidFill>
            <a:ln w="28575">
              <a:solidFill>
                <a:srgbClr val="CD17B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51" name="Line 10">
              <a:extLst>
                <a:ext uri="{FF2B5EF4-FFF2-40B4-BE49-F238E27FC236}">
                  <a16:creationId xmlns:a16="http://schemas.microsoft.com/office/drawing/2014/main" id="{3CDD80ED-ED20-674D-7347-E4BADE43FDD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2657986" y="4191034"/>
              <a:ext cx="98868" cy="0"/>
            </a:xfrm>
            <a:prstGeom prst="line">
              <a:avLst/>
            </a:prstGeom>
            <a:solidFill>
              <a:srgbClr val="FFF2CC">
                <a:alpha val="32941"/>
              </a:srgbClr>
            </a:solidFill>
            <a:ln w="28575">
              <a:solidFill>
                <a:srgbClr val="CD17B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52" name="Line 9">
              <a:extLst>
                <a:ext uri="{FF2B5EF4-FFF2-40B4-BE49-F238E27FC236}">
                  <a16:creationId xmlns:a16="http://schemas.microsoft.com/office/drawing/2014/main" id="{85D9D86E-10B5-7415-D387-BB4E23EB760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2711349" y="3957910"/>
              <a:ext cx="688690" cy="0"/>
            </a:xfrm>
            <a:prstGeom prst="line">
              <a:avLst/>
            </a:prstGeom>
            <a:solidFill>
              <a:srgbClr val="FFF2CC">
                <a:alpha val="32941"/>
              </a:srgbClr>
            </a:solidFill>
            <a:ln w="28575">
              <a:solidFill>
                <a:srgbClr val="CD17B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CC90440E-1FBB-D9FC-3E3D-CF90FEDD562A}"/>
                </a:ext>
              </a:extLst>
            </p:cNvPr>
            <p:cNvGrpSpPr/>
            <p:nvPr/>
          </p:nvGrpSpPr>
          <p:grpSpPr>
            <a:xfrm rot="10800000">
              <a:off x="2802319" y="3516544"/>
              <a:ext cx="461987" cy="531188"/>
              <a:chOff x="6789100" y="3323551"/>
              <a:chExt cx="461987" cy="531188"/>
            </a:xfrm>
          </p:grpSpPr>
          <p:grpSp>
            <p:nvGrpSpPr>
              <p:cNvPr id="54" name="Modèle_Méca_PG_F_1_2">
                <a:extLst>
                  <a:ext uri="{FF2B5EF4-FFF2-40B4-BE49-F238E27FC236}">
                    <a16:creationId xmlns:a16="http://schemas.microsoft.com/office/drawing/2014/main" id="{D6CE546C-2B44-14D9-A618-D4A824EB10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800000" flipV="1">
                <a:off x="6789100" y="3323551"/>
                <a:ext cx="461987" cy="233527"/>
                <a:chOff x="1760" y="1551"/>
                <a:chExt cx="852" cy="429"/>
              </a:xfrm>
              <a:noFill/>
            </p:grpSpPr>
            <p:sp>
              <p:nvSpPr>
                <p:cNvPr id="56" name="Rectangle 25">
                  <a:extLst>
                    <a:ext uri="{FF2B5EF4-FFF2-40B4-BE49-F238E27FC236}">
                      <a16:creationId xmlns:a16="http://schemas.microsoft.com/office/drawing/2014/main" id="{5707AF87-8563-17EA-84C9-9D5CD17868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60" y="1551"/>
                  <a:ext cx="852" cy="301"/>
                </a:xfrm>
                <a:prstGeom prst="rect">
                  <a:avLst/>
                </a:prstGeom>
                <a:grpFill/>
                <a:ln w="28575">
                  <a:solidFill>
                    <a:srgbClr val="FFC000"/>
                  </a:solidFill>
                  <a:miter lim="800000"/>
                  <a:headEnd/>
                  <a:tailEnd type="none" w="med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57" name="AutoShape 29">
                  <a:extLst>
                    <a:ext uri="{FF2B5EF4-FFF2-40B4-BE49-F238E27FC236}">
                      <a16:creationId xmlns:a16="http://schemas.microsoft.com/office/drawing/2014/main" id="{953DD08F-21D7-DED6-EE17-5779EA7D5B3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 rot="5400000">
                  <a:off x="2190" y="1852"/>
                  <a:ext cx="128" cy="128"/>
                </a:xfrm>
                <a:prstGeom prst="rtTriangle">
                  <a:avLst/>
                </a:prstGeom>
                <a:solidFill>
                  <a:srgbClr val="FFC000"/>
                </a:solidFill>
                <a:ln w="28575">
                  <a:solidFill>
                    <a:srgbClr val="FFC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55" name="Line 19">
                <a:extLst>
                  <a:ext uri="{FF2B5EF4-FFF2-40B4-BE49-F238E27FC236}">
                    <a16:creationId xmlns:a16="http://schemas.microsoft.com/office/drawing/2014/main" id="{9A31CF78-8D13-C0D6-8EEA-A2CCEFF924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4875680" flipH="1" flipV="1">
                <a:off x="6841541" y="3651243"/>
                <a:ext cx="352769" cy="54224"/>
              </a:xfrm>
              <a:prstGeom prst="line">
                <a:avLst/>
              </a:prstGeom>
              <a:noFill/>
              <a:ln w="28575">
                <a:solidFill>
                  <a:srgbClr val="FFC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58" name="Line 10">
              <a:extLst>
                <a:ext uri="{FF2B5EF4-FFF2-40B4-BE49-F238E27FC236}">
                  <a16:creationId xmlns:a16="http://schemas.microsoft.com/office/drawing/2014/main" id="{04A52CC5-3909-0379-33B7-7351EB88E0C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3231751" y="3963552"/>
              <a:ext cx="159340" cy="0"/>
            </a:xfrm>
            <a:prstGeom prst="line">
              <a:avLst/>
            </a:prstGeom>
            <a:solidFill>
              <a:srgbClr val="FFF2CC">
                <a:alpha val="32941"/>
              </a:srgbClr>
            </a:solidFill>
            <a:ln w="28575">
              <a:solidFill>
                <a:srgbClr val="CD17B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59" name="Line 10">
              <a:extLst>
                <a:ext uri="{FF2B5EF4-FFF2-40B4-BE49-F238E27FC236}">
                  <a16:creationId xmlns:a16="http://schemas.microsoft.com/office/drawing/2014/main" id="{14A26B32-FC23-8886-043F-48A9B802BA2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2677184" y="3963552"/>
              <a:ext cx="159340" cy="0"/>
            </a:xfrm>
            <a:prstGeom prst="line">
              <a:avLst/>
            </a:prstGeom>
            <a:solidFill>
              <a:srgbClr val="FFF2CC">
                <a:alpha val="32941"/>
              </a:srgbClr>
            </a:solidFill>
            <a:ln w="28575">
              <a:solidFill>
                <a:srgbClr val="CD17B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60" name="Line 9">
              <a:extLst>
                <a:ext uri="{FF2B5EF4-FFF2-40B4-BE49-F238E27FC236}">
                  <a16:creationId xmlns:a16="http://schemas.microsoft.com/office/drawing/2014/main" id="{6C8C5043-4B64-C42A-FC97-849D6AEC5F5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3878188" y="3959107"/>
              <a:ext cx="158065" cy="0"/>
            </a:xfrm>
            <a:prstGeom prst="line">
              <a:avLst/>
            </a:prstGeom>
            <a:solidFill>
              <a:srgbClr val="FFF2CC">
                <a:alpha val="32941"/>
              </a:srgbClr>
            </a:solidFill>
            <a:ln w="28575">
              <a:solidFill>
                <a:srgbClr val="FFC000">
                  <a:lumMod val="50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61" name="Rectangle 25">
              <a:extLst>
                <a:ext uri="{FF2B5EF4-FFF2-40B4-BE49-F238E27FC236}">
                  <a16:creationId xmlns:a16="http://schemas.microsoft.com/office/drawing/2014/main" id="{4321DF20-EE7F-0677-1C4E-DA22A3F4089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408506" y="3754965"/>
              <a:ext cx="461987" cy="402163"/>
            </a:xfrm>
            <a:prstGeom prst="rect">
              <a:avLst/>
            </a:prstGeom>
            <a:noFill/>
            <a:ln w="28575">
              <a:solidFill>
                <a:srgbClr val="FFC000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62" name="Rectangle 25">
              <a:extLst>
                <a:ext uri="{FF2B5EF4-FFF2-40B4-BE49-F238E27FC236}">
                  <a16:creationId xmlns:a16="http://schemas.microsoft.com/office/drawing/2014/main" id="{65420A3B-D80C-C1E5-59F0-B75450DE5FF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V="1">
              <a:off x="4042049" y="3752164"/>
              <a:ext cx="461987" cy="402163"/>
            </a:xfrm>
            <a:prstGeom prst="rect">
              <a:avLst/>
            </a:prstGeom>
            <a:noFill/>
            <a:ln w="28575">
              <a:solidFill>
                <a:srgbClr val="FFC000"/>
              </a:solidFill>
              <a:miter lim="800000"/>
              <a:headE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63" name="ZoneTexte 62">
              <a:extLst>
                <a:ext uri="{FF2B5EF4-FFF2-40B4-BE49-F238E27FC236}">
                  <a16:creationId xmlns:a16="http://schemas.microsoft.com/office/drawing/2014/main" id="{ED11F661-7C70-8C04-A214-27B6EDFD9211}"/>
                </a:ext>
              </a:extLst>
            </p:cNvPr>
            <p:cNvSpPr txBox="1"/>
            <p:nvPr/>
          </p:nvSpPr>
          <p:spPr>
            <a:xfrm>
              <a:off x="3947605" y="3743664"/>
              <a:ext cx="65002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Moteur CC</a:t>
              </a:r>
            </a:p>
          </p:txBody>
        </p:sp>
        <p:sp>
          <p:nvSpPr>
            <p:cNvPr id="64" name="ZoneTexte 63">
              <a:extLst>
                <a:ext uri="{FF2B5EF4-FFF2-40B4-BE49-F238E27FC236}">
                  <a16:creationId xmlns:a16="http://schemas.microsoft.com/office/drawing/2014/main" id="{469535FB-D0F2-1A0D-B682-9D9D92F3EFBF}"/>
                </a:ext>
              </a:extLst>
            </p:cNvPr>
            <p:cNvSpPr txBox="1"/>
            <p:nvPr/>
          </p:nvSpPr>
          <p:spPr>
            <a:xfrm>
              <a:off x="3314484" y="3752164"/>
              <a:ext cx="65002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Réducteur</a:t>
              </a:r>
              <a:r>
                <a:rPr kumimoji="0" lang="fr-F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 </a:t>
              </a:r>
              <a:r>
                <a:rPr kumimoji="0" lang="fr-F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planétaire</a:t>
              </a:r>
            </a:p>
          </p:txBody>
        </p:sp>
        <p:grpSp>
          <p:nvGrpSpPr>
            <p:cNvPr id="65" name="Groupe 64">
              <a:extLst>
                <a:ext uri="{FF2B5EF4-FFF2-40B4-BE49-F238E27FC236}">
                  <a16:creationId xmlns:a16="http://schemas.microsoft.com/office/drawing/2014/main" id="{D4133640-BBFE-BD77-0E86-757B6E68D223}"/>
                </a:ext>
              </a:extLst>
            </p:cNvPr>
            <p:cNvGrpSpPr/>
            <p:nvPr/>
          </p:nvGrpSpPr>
          <p:grpSpPr>
            <a:xfrm rot="10800000">
              <a:off x="3574620" y="4165381"/>
              <a:ext cx="81321" cy="168430"/>
              <a:chOff x="3580251" y="4561408"/>
              <a:chExt cx="81321" cy="168430"/>
            </a:xfrm>
          </p:grpSpPr>
          <p:sp>
            <p:nvSpPr>
              <p:cNvPr id="66" name="AutoShape 29">
                <a:extLst>
                  <a:ext uri="{FF2B5EF4-FFF2-40B4-BE49-F238E27FC236}">
                    <a16:creationId xmlns:a16="http://schemas.microsoft.com/office/drawing/2014/main" id="{0E495536-5AA0-156D-2850-F7981E1261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16200000" flipV="1">
                <a:off x="3592030" y="4660297"/>
                <a:ext cx="69677" cy="69406"/>
              </a:xfrm>
              <a:prstGeom prst="rtTriangle">
                <a:avLst/>
              </a:prstGeom>
              <a:solidFill>
                <a:srgbClr val="FFC000"/>
              </a:solidFill>
              <a:ln w="28575">
                <a:solidFill>
                  <a:srgbClr val="FFC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7" name="Line 19">
                <a:extLst>
                  <a:ext uri="{FF2B5EF4-FFF2-40B4-BE49-F238E27FC236}">
                    <a16:creationId xmlns:a16="http://schemas.microsoft.com/office/drawing/2014/main" id="{4E798AEB-3A48-797A-8BA2-C07F5DA97A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5675680" flipH="1" flipV="1">
                <a:off x="3514654" y="4627005"/>
                <a:ext cx="155022" cy="23828"/>
              </a:xfrm>
              <a:prstGeom prst="line">
                <a:avLst/>
              </a:prstGeom>
              <a:noFill/>
              <a:ln w="28575">
                <a:solidFill>
                  <a:srgbClr val="FFC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68" name="Groupe 67">
              <a:extLst>
                <a:ext uri="{FF2B5EF4-FFF2-40B4-BE49-F238E27FC236}">
                  <a16:creationId xmlns:a16="http://schemas.microsoft.com/office/drawing/2014/main" id="{073C7922-9D3F-04C2-A610-BC9B94527131}"/>
                </a:ext>
              </a:extLst>
            </p:cNvPr>
            <p:cNvGrpSpPr/>
            <p:nvPr/>
          </p:nvGrpSpPr>
          <p:grpSpPr>
            <a:xfrm rot="10800000">
              <a:off x="4196920" y="4157128"/>
              <a:ext cx="81320" cy="168429"/>
              <a:chOff x="3580252" y="4561409"/>
              <a:chExt cx="81320" cy="168429"/>
            </a:xfrm>
          </p:grpSpPr>
          <p:sp>
            <p:nvSpPr>
              <p:cNvPr id="69" name="AutoShape 29">
                <a:extLst>
                  <a:ext uri="{FF2B5EF4-FFF2-40B4-BE49-F238E27FC236}">
                    <a16:creationId xmlns:a16="http://schemas.microsoft.com/office/drawing/2014/main" id="{3D3869E4-8A63-C41E-CE7E-8F7AE05766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16200000" flipV="1">
                <a:off x="3592030" y="4660297"/>
                <a:ext cx="69677" cy="69406"/>
              </a:xfrm>
              <a:prstGeom prst="rtTriangle">
                <a:avLst/>
              </a:prstGeom>
              <a:solidFill>
                <a:srgbClr val="FFC000"/>
              </a:solidFill>
              <a:ln w="28575">
                <a:solidFill>
                  <a:srgbClr val="FFC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0" name="Line 19">
                <a:extLst>
                  <a:ext uri="{FF2B5EF4-FFF2-40B4-BE49-F238E27FC236}">
                    <a16:creationId xmlns:a16="http://schemas.microsoft.com/office/drawing/2014/main" id="{0143DA37-389A-6DAC-E8A1-05FE050A69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5675680" flipH="1" flipV="1">
                <a:off x="3514655" y="4627006"/>
                <a:ext cx="155021" cy="23828"/>
              </a:xfrm>
              <a:prstGeom prst="line">
                <a:avLst/>
              </a:prstGeom>
              <a:noFill/>
              <a:ln w="28575">
                <a:solidFill>
                  <a:srgbClr val="FFC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71" name="Groupe 70">
              <a:extLst>
                <a:ext uri="{FF2B5EF4-FFF2-40B4-BE49-F238E27FC236}">
                  <a16:creationId xmlns:a16="http://schemas.microsoft.com/office/drawing/2014/main" id="{1E279984-83ED-0D19-A757-948B20E175F6}"/>
                </a:ext>
              </a:extLst>
            </p:cNvPr>
            <p:cNvGrpSpPr/>
            <p:nvPr/>
          </p:nvGrpSpPr>
          <p:grpSpPr>
            <a:xfrm rot="10800000" flipH="1">
              <a:off x="3018045" y="4062394"/>
              <a:ext cx="87912" cy="254686"/>
              <a:chOff x="3573660" y="4475152"/>
              <a:chExt cx="87912" cy="254686"/>
            </a:xfrm>
          </p:grpSpPr>
          <p:sp>
            <p:nvSpPr>
              <p:cNvPr id="72" name="AutoShape 29">
                <a:extLst>
                  <a:ext uri="{FF2B5EF4-FFF2-40B4-BE49-F238E27FC236}">
                    <a16:creationId xmlns:a16="http://schemas.microsoft.com/office/drawing/2014/main" id="{667CE463-229F-3D7A-61A5-2E223920F5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16200000" flipV="1">
                <a:off x="3592030" y="4660297"/>
                <a:ext cx="69677" cy="69406"/>
              </a:xfrm>
              <a:prstGeom prst="rtTriangle">
                <a:avLst/>
              </a:prstGeom>
              <a:solidFill>
                <a:srgbClr val="FFC000"/>
              </a:solidFill>
              <a:ln w="28575">
                <a:solidFill>
                  <a:srgbClr val="FFC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3" name="Line 19">
                <a:extLst>
                  <a:ext uri="{FF2B5EF4-FFF2-40B4-BE49-F238E27FC236}">
                    <a16:creationId xmlns:a16="http://schemas.microsoft.com/office/drawing/2014/main" id="{17BEA940-D0DA-2A4B-B738-FCAE982575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5675680" flipH="1" flipV="1">
                <a:off x="3471777" y="4577035"/>
                <a:ext cx="240776" cy="37009"/>
              </a:xfrm>
              <a:prstGeom prst="line">
                <a:avLst/>
              </a:prstGeom>
              <a:noFill/>
              <a:ln w="28575">
                <a:solidFill>
                  <a:srgbClr val="FFC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74" name="Line 19">
              <a:extLst>
                <a:ext uri="{FF2B5EF4-FFF2-40B4-BE49-F238E27FC236}">
                  <a16:creationId xmlns:a16="http://schemas.microsoft.com/office/drawing/2014/main" id="{91CC775E-0090-44C7-8C0E-EB164EDDB38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275680" flipH="1" flipV="1">
              <a:off x="3031937" y="4231439"/>
              <a:ext cx="1236461" cy="190057"/>
            </a:xfrm>
            <a:prstGeom prst="line">
              <a:avLst/>
            </a:prstGeom>
            <a:noFill/>
            <a:ln w="28575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75" name="ZoneTexte 74">
              <a:extLst>
                <a:ext uri="{FF2B5EF4-FFF2-40B4-BE49-F238E27FC236}">
                  <a16:creationId xmlns:a16="http://schemas.microsoft.com/office/drawing/2014/main" id="{985D00AC-08FD-03A4-23E0-09AA768BE915}"/>
                </a:ext>
              </a:extLst>
            </p:cNvPr>
            <p:cNvSpPr txBox="1"/>
            <p:nvPr/>
          </p:nvSpPr>
          <p:spPr>
            <a:xfrm>
              <a:off x="8299023" y="3899777"/>
              <a:ext cx="137607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</a:rPr>
                <a:t>Tige SEA 5A                 (tige motrice)</a:t>
              </a:r>
            </a:p>
          </p:txBody>
        </p:sp>
        <p:cxnSp>
          <p:nvCxnSpPr>
            <p:cNvPr id="76" name="Connecteur droit avec flèche 75">
              <a:extLst>
                <a:ext uri="{FF2B5EF4-FFF2-40B4-BE49-F238E27FC236}">
                  <a16:creationId xmlns:a16="http://schemas.microsoft.com/office/drawing/2014/main" id="{606F9181-74B3-CA28-3821-C976B5BE68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33665" y="2074083"/>
              <a:ext cx="293784" cy="429303"/>
            </a:xfrm>
            <a:prstGeom prst="straightConnector1">
              <a:avLst/>
            </a:prstGeom>
            <a:noFill/>
            <a:ln w="12700" cap="flat" cmpd="sng" algn="ctr">
              <a:solidFill>
                <a:srgbClr val="E7E6E6">
                  <a:lumMod val="50000"/>
                </a:srgbClr>
              </a:solidFill>
              <a:prstDash val="solid"/>
              <a:miter lim="800000"/>
              <a:headEnd type="none" w="med" len="med"/>
              <a:tailEnd type="arrow" w="sm" len="sm"/>
            </a:ln>
            <a:effectLst/>
          </p:spPr>
        </p:cxnSp>
        <p:sp>
          <p:nvSpPr>
            <p:cNvPr id="77" name="ZoneTexte 76">
              <a:extLst>
                <a:ext uri="{FF2B5EF4-FFF2-40B4-BE49-F238E27FC236}">
                  <a16:creationId xmlns:a16="http://schemas.microsoft.com/office/drawing/2014/main" id="{D0D0D259-B510-A857-AE96-A3E6919D4DF4}"/>
                </a:ext>
              </a:extLst>
            </p:cNvPr>
            <p:cNvSpPr txBox="1"/>
            <p:nvPr/>
          </p:nvSpPr>
          <p:spPr>
            <a:xfrm>
              <a:off x="2763197" y="1809347"/>
              <a:ext cx="10393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Tige ressort 3A</a:t>
              </a:r>
            </a:p>
          </p:txBody>
        </p:sp>
        <p:sp>
          <p:nvSpPr>
            <p:cNvPr id="78" name="ZoneTexte 77">
              <a:extLst>
                <a:ext uri="{FF2B5EF4-FFF2-40B4-BE49-F238E27FC236}">
                  <a16:creationId xmlns:a16="http://schemas.microsoft.com/office/drawing/2014/main" id="{3C53DE77-B2FD-AB9C-B9BE-FE87A85A95F4}"/>
                </a:ext>
              </a:extLst>
            </p:cNvPr>
            <p:cNvSpPr txBox="1"/>
            <p:nvPr/>
          </p:nvSpPr>
          <p:spPr>
            <a:xfrm>
              <a:off x="4951064" y="3859204"/>
              <a:ext cx="10814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70AD47"/>
                  </a:solidFill>
                  <a:effectLst/>
                  <a:uLnTx/>
                  <a:uFillTx/>
                </a:rPr>
                <a:t>Vis</a:t>
              </a:r>
            </a:p>
          </p:txBody>
        </p:sp>
        <p:sp>
          <p:nvSpPr>
            <p:cNvPr id="79" name="ZoneTexte 78">
              <a:extLst>
                <a:ext uri="{FF2B5EF4-FFF2-40B4-BE49-F238E27FC236}">
                  <a16:creationId xmlns:a16="http://schemas.microsoft.com/office/drawing/2014/main" id="{E35C7E9D-9949-D5B7-9D41-72D40EBDFFC0}"/>
                </a:ext>
              </a:extLst>
            </p:cNvPr>
            <p:cNvSpPr txBox="1"/>
            <p:nvPr/>
          </p:nvSpPr>
          <p:spPr>
            <a:xfrm>
              <a:off x="6543777" y="1619366"/>
              <a:ext cx="131078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</a:rPr>
                <a:t>Ressort de mesure</a:t>
              </a:r>
            </a:p>
          </p:txBody>
        </p:sp>
        <p:cxnSp>
          <p:nvCxnSpPr>
            <p:cNvPr id="80" name="Connecteur droit avec flèche 79">
              <a:extLst>
                <a:ext uri="{FF2B5EF4-FFF2-40B4-BE49-F238E27FC236}">
                  <a16:creationId xmlns:a16="http://schemas.microsoft.com/office/drawing/2014/main" id="{7AA1E8CF-C69F-4BC0-3C8D-5A3ADF92B2BB}"/>
                </a:ext>
              </a:extLst>
            </p:cNvPr>
            <p:cNvCxnSpPr>
              <a:cxnSpLocks/>
            </p:cNvCxnSpPr>
            <p:nvPr/>
          </p:nvCxnSpPr>
          <p:spPr>
            <a:xfrm>
              <a:off x="3192993" y="2293751"/>
              <a:ext cx="307614" cy="418306"/>
            </a:xfrm>
            <a:prstGeom prst="straightConnector1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arrow" w="sm" len="sm"/>
            </a:ln>
            <a:effectLst/>
          </p:spPr>
        </p:cxnSp>
        <p:cxnSp>
          <p:nvCxnSpPr>
            <p:cNvPr id="81" name="Connecteur droit avec flèche 80">
              <a:extLst>
                <a:ext uri="{FF2B5EF4-FFF2-40B4-BE49-F238E27FC236}">
                  <a16:creationId xmlns:a16="http://schemas.microsoft.com/office/drawing/2014/main" id="{079B8F8F-2DDE-5EE8-E53C-CE24D8740E7A}"/>
                </a:ext>
              </a:extLst>
            </p:cNvPr>
            <p:cNvCxnSpPr>
              <a:cxnSpLocks/>
            </p:cNvCxnSpPr>
            <p:nvPr/>
          </p:nvCxnSpPr>
          <p:spPr>
            <a:xfrm>
              <a:off x="8122064" y="3504139"/>
              <a:ext cx="307614" cy="418306"/>
            </a:xfrm>
            <a:prstGeom prst="straightConnector1">
              <a:avLst/>
            </a:prstGeom>
            <a:noFill/>
            <a:ln w="12700" cap="flat" cmpd="sng" algn="ctr">
              <a:solidFill>
                <a:srgbClr val="3333FF"/>
              </a:solidFill>
              <a:prstDash val="solid"/>
              <a:miter lim="800000"/>
              <a:headEnd type="arrow" w="med" len="med"/>
              <a:tailEnd type="none" w="med" len="med"/>
            </a:ln>
            <a:effectLst/>
          </p:spPr>
        </p:cxnSp>
        <p:sp>
          <p:nvSpPr>
            <p:cNvPr id="82" name="ZoneTexte 81">
              <a:extLst>
                <a:ext uri="{FF2B5EF4-FFF2-40B4-BE49-F238E27FC236}">
                  <a16:creationId xmlns:a16="http://schemas.microsoft.com/office/drawing/2014/main" id="{6652B7CD-58A4-1562-63C4-87A41F248E9F}"/>
                </a:ext>
              </a:extLst>
            </p:cNvPr>
            <p:cNvSpPr txBox="1"/>
            <p:nvPr/>
          </p:nvSpPr>
          <p:spPr>
            <a:xfrm>
              <a:off x="3400039" y="4542215"/>
              <a:ext cx="24234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</a:rPr>
                <a:t>Corps de de l’actionneur 4A</a:t>
              </a:r>
            </a:p>
          </p:txBody>
        </p:sp>
        <p:cxnSp>
          <p:nvCxnSpPr>
            <p:cNvPr id="83" name="Connecteur droit avec flèche 82">
              <a:extLst>
                <a:ext uri="{FF2B5EF4-FFF2-40B4-BE49-F238E27FC236}">
                  <a16:creationId xmlns:a16="http://schemas.microsoft.com/office/drawing/2014/main" id="{5D2567FE-279F-CF84-38A0-D03005B7FA56}"/>
                </a:ext>
              </a:extLst>
            </p:cNvPr>
            <p:cNvCxnSpPr>
              <a:cxnSpLocks/>
            </p:cNvCxnSpPr>
            <p:nvPr/>
          </p:nvCxnSpPr>
          <p:spPr>
            <a:xfrm>
              <a:off x="3667579" y="4354454"/>
              <a:ext cx="235549" cy="220925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miter lim="800000"/>
              <a:headEnd type="arrow" w="med" len="med"/>
              <a:tailEnd type="none" w="med" len="med"/>
            </a:ln>
            <a:effectLst/>
          </p:spPr>
        </p:cxnSp>
        <p:cxnSp>
          <p:nvCxnSpPr>
            <p:cNvPr id="84" name="Connecteur droit avec flèche 83">
              <a:extLst>
                <a:ext uri="{FF2B5EF4-FFF2-40B4-BE49-F238E27FC236}">
                  <a16:creationId xmlns:a16="http://schemas.microsoft.com/office/drawing/2014/main" id="{3EB1B152-D7CE-9542-4921-853603E9B20B}"/>
                </a:ext>
              </a:extLst>
            </p:cNvPr>
            <p:cNvCxnSpPr>
              <a:cxnSpLocks/>
            </p:cNvCxnSpPr>
            <p:nvPr/>
          </p:nvCxnSpPr>
          <p:spPr>
            <a:xfrm>
              <a:off x="4782829" y="3488862"/>
              <a:ext cx="285718" cy="395020"/>
            </a:xfrm>
            <a:prstGeom prst="straightConnector1">
              <a:avLst/>
            </a:prstGeom>
            <a:noFill/>
            <a:ln w="12700" cap="flat" cmpd="sng" algn="ctr">
              <a:solidFill>
                <a:srgbClr val="70AD47"/>
              </a:solidFill>
              <a:prstDash val="solid"/>
              <a:miter lim="800000"/>
              <a:headEnd type="arrow" w="med" len="med"/>
              <a:tailEnd type="none" w="med" len="med"/>
            </a:ln>
            <a:effectLst/>
          </p:spPr>
        </p:cxnSp>
        <p:sp>
          <p:nvSpPr>
            <p:cNvPr id="85" name="ZoneTexte 84">
              <a:extLst>
                <a:ext uri="{FF2B5EF4-FFF2-40B4-BE49-F238E27FC236}">
                  <a16:creationId xmlns:a16="http://schemas.microsoft.com/office/drawing/2014/main" id="{D6A34B7B-6824-66B4-ADE7-FE1A5E810EEF}"/>
                </a:ext>
              </a:extLst>
            </p:cNvPr>
            <p:cNvSpPr txBox="1"/>
            <p:nvPr/>
          </p:nvSpPr>
          <p:spPr>
            <a:xfrm>
              <a:off x="1358778" y="3532483"/>
              <a:ext cx="9693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Engrenage</a:t>
              </a:r>
            </a:p>
          </p:txBody>
        </p:sp>
        <p:sp>
          <p:nvSpPr>
            <p:cNvPr id="86" name="Accolade ouvrante 85">
              <a:extLst>
                <a:ext uri="{FF2B5EF4-FFF2-40B4-BE49-F238E27FC236}">
                  <a16:creationId xmlns:a16="http://schemas.microsoft.com/office/drawing/2014/main" id="{4EC7C437-D304-89B3-AEED-32DFA64736AD}"/>
                </a:ext>
              </a:extLst>
            </p:cNvPr>
            <p:cNvSpPr/>
            <p:nvPr/>
          </p:nvSpPr>
          <p:spPr>
            <a:xfrm>
              <a:off x="2341079" y="3161847"/>
              <a:ext cx="188488" cy="1108753"/>
            </a:xfrm>
            <a:prstGeom prst="leftBrace">
              <a:avLst>
                <a:gd name="adj1" fmla="val 39776"/>
                <a:gd name="adj2" fmla="val 50000"/>
              </a:avLst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5499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9E43AE-DF8E-3EC1-3F77-351F4A40C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pSp>
        <p:nvGrpSpPr>
          <p:cNvPr id="269" name="Groupe 268">
            <a:extLst>
              <a:ext uri="{FF2B5EF4-FFF2-40B4-BE49-F238E27FC236}">
                <a16:creationId xmlns:a16="http://schemas.microsoft.com/office/drawing/2014/main" id="{C81D0ECA-56CC-5311-551D-DE90C5876B67}"/>
              </a:ext>
            </a:extLst>
          </p:cNvPr>
          <p:cNvGrpSpPr/>
          <p:nvPr/>
        </p:nvGrpSpPr>
        <p:grpSpPr>
          <a:xfrm>
            <a:off x="-1006856" y="1106644"/>
            <a:ext cx="5985349" cy="5361274"/>
            <a:chOff x="581914" y="603724"/>
            <a:chExt cx="5985349" cy="5361274"/>
          </a:xfrm>
        </p:grpSpPr>
        <p:grpSp>
          <p:nvGrpSpPr>
            <p:cNvPr id="136" name="Groupe 135">
              <a:extLst>
                <a:ext uri="{FF2B5EF4-FFF2-40B4-BE49-F238E27FC236}">
                  <a16:creationId xmlns:a16="http://schemas.microsoft.com/office/drawing/2014/main" id="{8FCDBBA1-4907-C621-023A-499B76E0115E}"/>
                </a:ext>
              </a:extLst>
            </p:cNvPr>
            <p:cNvGrpSpPr/>
            <p:nvPr/>
          </p:nvGrpSpPr>
          <p:grpSpPr>
            <a:xfrm rot="5058276">
              <a:off x="4016195" y="3552636"/>
              <a:ext cx="401016" cy="267269"/>
              <a:chOff x="4727773" y="4651076"/>
              <a:chExt cx="401016" cy="267269"/>
            </a:xfrm>
          </p:grpSpPr>
          <p:sp>
            <p:nvSpPr>
              <p:cNvPr id="137" name="Oval 20">
                <a:extLst>
                  <a:ext uri="{FF2B5EF4-FFF2-40B4-BE49-F238E27FC236}">
                    <a16:creationId xmlns:a16="http://schemas.microsoft.com/office/drawing/2014/main" id="{D98278FC-DF6C-C58E-51FA-ACEF55B2E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272789">
                <a:off x="4727773" y="4651076"/>
                <a:ext cx="266539" cy="267269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3333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C14C4CE5-B969-4ACC-355A-4FFC68DD25FA}"/>
                  </a:ext>
                </a:extLst>
              </p:cNvPr>
              <p:cNvSpPr/>
              <p:nvPr/>
            </p:nvSpPr>
            <p:spPr>
              <a:xfrm rot="1768514">
                <a:off x="4839450" y="4658004"/>
                <a:ext cx="289339" cy="231011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39" name="Groupe 138">
              <a:extLst>
                <a:ext uri="{FF2B5EF4-FFF2-40B4-BE49-F238E27FC236}">
                  <a16:creationId xmlns:a16="http://schemas.microsoft.com/office/drawing/2014/main" id="{1330B4BD-0597-E90D-46C5-C6ED28A83586}"/>
                </a:ext>
              </a:extLst>
            </p:cNvPr>
            <p:cNvGrpSpPr/>
            <p:nvPr/>
          </p:nvGrpSpPr>
          <p:grpSpPr>
            <a:xfrm rot="7245506">
              <a:off x="2759581" y="3531865"/>
              <a:ext cx="377324" cy="267269"/>
              <a:chOff x="4727773" y="4651076"/>
              <a:chExt cx="377324" cy="267269"/>
            </a:xfrm>
          </p:grpSpPr>
          <p:sp>
            <p:nvSpPr>
              <p:cNvPr id="140" name="Oval 20">
                <a:extLst>
                  <a:ext uri="{FF2B5EF4-FFF2-40B4-BE49-F238E27FC236}">
                    <a16:creationId xmlns:a16="http://schemas.microsoft.com/office/drawing/2014/main" id="{568BA599-30D0-3C1B-4469-D82B7BDA3C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272789">
                <a:off x="4727773" y="4651076"/>
                <a:ext cx="266539" cy="267269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3333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8FFB5DFD-0B53-FDA0-1DF1-37AB235BB239}"/>
                  </a:ext>
                </a:extLst>
              </p:cNvPr>
              <p:cNvSpPr/>
              <p:nvPr/>
            </p:nvSpPr>
            <p:spPr>
              <a:xfrm rot="1768514">
                <a:off x="4815758" y="4655640"/>
                <a:ext cx="289339" cy="231011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42" name="Oval 20">
              <a:extLst>
                <a:ext uri="{FF2B5EF4-FFF2-40B4-BE49-F238E27FC236}">
                  <a16:creationId xmlns:a16="http://schemas.microsoft.com/office/drawing/2014/main" id="{CBD770F1-A379-8868-066B-32C432F71A4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272789">
              <a:off x="4837342" y="1865954"/>
              <a:ext cx="266539" cy="267269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6E5C668B-A0C6-10E7-CC8A-421DA6FAEF2D}"/>
                </a:ext>
              </a:extLst>
            </p:cNvPr>
            <p:cNvSpPr/>
            <p:nvPr/>
          </p:nvSpPr>
          <p:spPr>
            <a:xfrm rot="10055858">
              <a:off x="4698564" y="1800201"/>
              <a:ext cx="331253" cy="231011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" name="Oval 20">
              <a:extLst>
                <a:ext uri="{FF2B5EF4-FFF2-40B4-BE49-F238E27FC236}">
                  <a16:creationId xmlns:a16="http://schemas.microsoft.com/office/drawing/2014/main" id="{4833B6DD-0720-D074-ED30-C36B9E77B2E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272789">
              <a:off x="3398497" y="1311700"/>
              <a:ext cx="266539" cy="267269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C4AB51B2-7C2C-2602-709F-3AB524F06D3D}"/>
                </a:ext>
              </a:extLst>
            </p:cNvPr>
            <p:cNvSpPr/>
            <p:nvPr/>
          </p:nvSpPr>
          <p:spPr>
            <a:xfrm rot="1768514">
              <a:off x="3486482" y="1316264"/>
              <a:ext cx="289339" cy="231011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46" name="Connecteur droit avec flèche 145">
              <a:extLst>
                <a:ext uri="{FF2B5EF4-FFF2-40B4-BE49-F238E27FC236}">
                  <a16:creationId xmlns:a16="http://schemas.microsoft.com/office/drawing/2014/main" id="{44B4155C-5B8A-EC2E-DE31-B9C32649DC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0388" y="966673"/>
              <a:ext cx="0" cy="2603368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arrow" w="sm" len="sm"/>
            </a:ln>
            <a:effectLst/>
          </p:spPr>
        </p:cxnSp>
        <p:grpSp>
          <p:nvGrpSpPr>
            <p:cNvPr id="147" name="Group 2">
              <a:extLst>
                <a:ext uri="{FF2B5EF4-FFF2-40B4-BE49-F238E27FC236}">
                  <a16:creationId xmlns:a16="http://schemas.microsoft.com/office/drawing/2014/main" id="{5CF3F399-D575-0EAF-E0F2-1CEDA2FE9B3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6200000">
              <a:off x="3833811" y="4391661"/>
              <a:ext cx="303213" cy="65697"/>
              <a:chOff x="3158" y="2625"/>
              <a:chExt cx="450" cy="98"/>
            </a:xfrm>
          </p:grpSpPr>
          <p:sp>
            <p:nvSpPr>
              <p:cNvPr id="148" name="Line 3">
                <a:extLst>
                  <a:ext uri="{FF2B5EF4-FFF2-40B4-BE49-F238E27FC236}">
                    <a16:creationId xmlns:a16="http://schemas.microsoft.com/office/drawing/2014/main" id="{EF38F6B5-2AEC-4B9E-C6A9-38E91FFF96E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158" y="2625"/>
                <a:ext cx="450" cy="0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9" name="Line 4">
                <a:extLst>
                  <a:ext uri="{FF2B5EF4-FFF2-40B4-BE49-F238E27FC236}">
                    <a16:creationId xmlns:a16="http://schemas.microsoft.com/office/drawing/2014/main" id="{273FE58F-07A1-667D-6565-9043C1199A9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3158" y="2625"/>
                <a:ext cx="47" cy="98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0" name="Line 5">
                <a:extLst>
                  <a:ext uri="{FF2B5EF4-FFF2-40B4-BE49-F238E27FC236}">
                    <a16:creationId xmlns:a16="http://schemas.microsoft.com/office/drawing/2014/main" id="{1F9E5F13-55C4-ACEC-E74E-BC3F7A41C5F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3252" y="2625"/>
                <a:ext cx="47" cy="98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1" name="Line 6">
                <a:extLst>
                  <a:ext uri="{FF2B5EF4-FFF2-40B4-BE49-F238E27FC236}">
                    <a16:creationId xmlns:a16="http://schemas.microsoft.com/office/drawing/2014/main" id="{2BF0DD29-3C6B-558B-6343-831BC0C9623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3346" y="2625"/>
                <a:ext cx="47" cy="98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2" name="Line 7">
                <a:extLst>
                  <a:ext uri="{FF2B5EF4-FFF2-40B4-BE49-F238E27FC236}">
                    <a16:creationId xmlns:a16="http://schemas.microsoft.com/office/drawing/2014/main" id="{4D12FB5B-60CC-E006-F480-70578579ECD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3444" y="2625"/>
                <a:ext cx="47" cy="98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3" name="Line 8">
                <a:extLst>
                  <a:ext uri="{FF2B5EF4-FFF2-40B4-BE49-F238E27FC236}">
                    <a16:creationId xmlns:a16="http://schemas.microsoft.com/office/drawing/2014/main" id="{2CB83A7E-472E-76E7-60A2-A709CF9E90C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3542" y="2625"/>
                <a:ext cx="47" cy="98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54" name="Modèle_Méca_Gliss_F_2">
              <a:extLst>
                <a:ext uri="{FF2B5EF4-FFF2-40B4-BE49-F238E27FC236}">
                  <a16:creationId xmlns:a16="http://schemas.microsoft.com/office/drawing/2014/main" id="{B291B4B3-970B-9C04-44B5-7540F545D48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6200000">
              <a:off x="3035290" y="3916351"/>
              <a:ext cx="1392569" cy="421829"/>
              <a:chOff x="1359" y="10555"/>
              <a:chExt cx="2893" cy="878"/>
            </a:xfrm>
          </p:grpSpPr>
          <p:grpSp>
            <p:nvGrpSpPr>
              <p:cNvPr id="155" name="Group 10">
                <a:extLst>
                  <a:ext uri="{FF2B5EF4-FFF2-40B4-BE49-F238E27FC236}">
                    <a16:creationId xmlns:a16="http://schemas.microsoft.com/office/drawing/2014/main" id="{7234D5D3-E86D-B7F7-10AE-E829370844A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762" y="10555"/>
                <a:ext cx="852" cy="878"/>
                <a:chOff x="1762" y="10555"/>
                <a:chExt cx="852" cy="878"/>
              </a:xfrm>
            </p:grpSpPr>
            <p:sp>
              <p:nvSpPr>
                <p:cNvPr id="159" name="Line 12">
                  <a:extLst>
                    <a:ext uri="{FF2B5EF4-FFF2-40B4-BE49-F238E27FC236}">
                      <a16:creationId xmlns:a16="http://schemas.microsoft.com/office/drawing/2014/main" id="{D5D3ABB3-3321-5796-C463-CBCCD774929F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88" y="10856"/>
                  <a:ext cx="0" cy="577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60" name="AutoShape 13">
                  <a:extLst>
                    <a:ext uri="{FF2B5EF4-FFF2-40B4-BE49-F238E27FC236}">
                      <a16:creationId xmlns:a16="http://schemas.microsoft.com/office/drawing/2014/main" id="{55444CE6-A6DE-B249-9A5B-8D1EE312D2A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 rot="5400000">
                  <a:off x="2188" y="10881"/>
                  <a:ext cx="142" cy="142"/>
                </a:xfrm>
                <a:prstGeom prst="rtTriangle">
                  <a:avLst/>
                </a:prstGeom>
                <a:solidFill>
                  <a:srgbClr val="000000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61" name="Rectangle 11">
                  <a:extLst>
                    <a:ext uri="{FF2B5EF4-FFF2-40B4-BE49-F238E27FC236}">
                      <a16:creationId xmlns:a16="http://schemas.microsoft.com/office/drawing/2014/main" id="{06E4DEB6-55A0-CB0E-56F7-5C2B82D60BB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62" y="10555"/>
                  <a:ext cx="852" cy="305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156" name="Group 14">
                <a:extLst>
                  <a:ext uri="{FF2B5EF4-FFF2-40B4-BE49-F238E27FC236}">
                    <a16:creationId xmlns:a16="http://schemas.microsoft.com/office/drawing/2014/main" id="{D691F70D-4F3A-323C-EA43-F8285EA1943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359" y="10705"/>
                <a:ext cx="2893" cy="1"/>
                <a:chOff x="1359" y="10705"/>
                <a:chExt cx="2893" cy="1"/>
              </a:xfrm>
            </p:grpSpPr>
            <p:sp>
              <p:nvSpPr>
                <p:cNvPr id="157" name="Line 15">
                  <a:extLst>
                    <a:ext uri="{FF2B5EF4-FFF2-40B4-BE49-F238E27FC236}">
                      <a16:creationId xmlns:a16="http://schemas.microsoft.com/office/drawing/2014/main" id="{97AF0317-2E3A-6DE1-A2D9-79DB21721C35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6" y="10706"/>
                  <a:ext cx="1596" cy="0"/>
                </a:xfrm>
                <a:prstGeom prst="line">
                  <a:avLst/>
                </a:prstGeom>
                <a:noFill/>
                <a:ln w="28575">
                  <a:solidFill>
                    <a:srgbClr val="CD17B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58" name="Line 16">
                  <a:extLst>
                    <a:ext uri="{FF2B5EF4-FFF2-40B4-BE49-F238E27FC236}">
                      <a16:creationId xmlns:a16="http://schemas.microsoft.com/office/drawing/2014/main" id="{6F59AA48-483D-0501-17A8-295825519752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1359" y="10705"/>
                  <a:ext cx="373" cy="0"/>
                </a:xfrm>
                <a:prstGeom prst="line">
                  <a:avLst/>
                </a:prstGeom>
                <a:noFill/>
                <a:ln w="28575">
                  <a:solidFill>
                    <a:srgbClr val="CD17B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162" name="Group 18">
              <a:extLst>
                <a:ext uri="{FF2B5EF4-FFF2-40B4-BE49-F238E27FC236}">
                  <a16:creationId xmlns:a16="http://schemas.microsoft.com/office/drawing/2014/main" id="{9ED555AA-0ED1-F514-CEDA-90F61F8C83DF}"/>
                </a:ext>
              </a:extLst>
            </p:cNvPr>
            <p:cNvGrpSpPr>
              <a:grpSpLocks/>
            </p:cNvGrpSpPr>
            <p:nvPr/>
          </p:nvGrpSpPr>
          <p:grpSpPr bwMode="auto">
            <a:xfrm rot="1272789">
              <a:off x="3908708" y="1161396"/>
              <a:ext cx="187325" cy="2455860"/>
              <a:chOff x="3325" y="2812"/>
              <a:chExt cx="296" cy="3870"/>
            </a:xfrm>
          </p:grpSpPr>
          <p:sp>
            <p:nvSpPr>
              <p:cNvPr id="163" name="Line 19">
                <a:extLst>
                  <a:ext uri="{FF2B5EF4-FFF2-40B4-BE49-F238E27FC236}">
                    <a16:creationId xmlns:a16="http://schemas.microsoft.com/office/drawing/2014/main" id="{6A4D0E5F-C204-9584-340E-DF435C12BE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3" y="3607"/>
                <a:ext cx="0" cy="2778"/>
              </a:xfrm>
              <a:prstGeom prst="line">
                <a:avLst/>
              </a:prstGeom>
              <a:noFill/>
              <a:ln w="28575">
                <a:solidFill>
                  <a:srgbClr val="00B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64" name="AutoShape 21">
                <a:extLst>
                  <a:ext uri="{FF2B5EF4-FFF2-40B4-BE49-F238E27FC236}">
                    <a16:creationId xmlns:a16="http://schemas.microsoft.com/office/drawing/2014/main" id="{0F9A9DB6-0417-DAF5-0FFF-7E22C5210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3" y="6282"/>
                <a:ext cx="63" cy="104"/>
              </a:xfrm>
              <a:prstGeom prst="rtTriangle">
                <a:avLst/>
              </a:prstGeom>
              <a:solidFill>
                <a:srgbClr val="000000"/>
              </a:solidFill>
              <a:ln w="28575">
                <a:solidFill>
                  <a:srgbClr val="00B05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65" name="Oval 20">
                <a:extLst>
                  <a:ext uri="{FF2B5EF4-FFF2-40B4-BE49-F238E27FC236}">
                    <a16:creationId xmlns:a16="http://schemas.microsoft.com/office/drawing/2014/main" id="{49717711-765D-5311-B6ED-6206E6CEE7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25" y="6386"/>
                <a:ext cx="296" cy="296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CD17BC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66" name="Line 19">
                <a:extLst>
                  <a:ext uri="{FF2B5EF4-FFF2-40B4-BE49-F238E27FC236}">
                    <a16:creationId xmlns:a16="http://schemas.microsoft.com/office/drawing/2014/main" id="{A3EB38DB-2097-8548-39E8-95ECD1C524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6" y="2812"/>
                <a:ext cx="0" cy="672"/>
              </a:xfrm>
              <a:prstGeom prst="line">
                <a:avLst/>
              </a:prstGeom>
              <a:noFill/>
              <a:ln w="19050">
                <a:solidFill>
                  <a:srgbClr val="00B050"/>
                </a:solidFill>
                <a:round/>
                <a:headEnd type="arrow" w="sm" len="sm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67" name="ZoneTexte 166">
              <a:extLst>
                <a:ext uri="{FF2B5EF4-FFF2-40B4-BE49-F238E27FC236}">
                  <a16:creationId xmlns:a16="http://schemas.microsoft.com/office/drawing/2014/main" id="{1627DBB5-EC1A-9A93-3775-B9EEE5E4261F}"/>
                </a:ext>
              </a:extLst>
            </p:cNvPr>
            <p:cNvSpPr txBox="1"/>
            <p:nvPr/>
          </p:nvSpPr>
          <p:spPr>
            <a:xfrm>
              <a:off x="2628529" y="3376216"/>
              <a:ext cx="3405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C’</a:t>
              </a:r>
            </a:p>
          </p:txBody>
        </p:sp>
        <p:sp>
          <p:nvSpPr>
            <p:cNvPr id="168" name="ZoneTexte 167">
              <a:extLst>
                <a:ext uri="{FF2B5EF4-FFF2-40B4-BE49-F238E27FC236}">
                  <a16:creationId xmlns:a16="http://schemas.microsoft.com/office/drawing/2014/main" id="{A879E9C5-5F94-1CCE-F091-63816CFA9764}"/>
                </a:ext>
              </a:extLst>
            </p:cNvPr>
            <p:cNvSpPr txBox="1"/>
            <p:nvPr/>
          </p:nvSpPr>
          <p:spPr>
            <a:xfrm>
              <a:off x="3621876" y="3172314"/>
              <a:ext cx="4750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A</a:t>
              </a:r>
            </a:p>
          </p:txBody>
        </p:sp>
        <p:sp>
          <p:nvSpPr>
            <p:cNvPr id="169" name="ZoneTexte 168">
              <a:extLst>
                <a:ext uri="{FF2B5EF4-FFF2-40B4-BE49-F238E27FC236}">
                  <a16:creationId xmlns:a16="http://schemas.microsoft.com/office/drawing/2014/main" id="{F654ED41-9D3A-B9C8-B63B-1121857DC348}"/>
                </a:ext>
              </a:extLst>
            </p:cNvPr>
            <p:cNvSpPr txBox="1"/>
            <p:nvPr/>
          </p:nvSpPr>
          <p:spPr>
            <a:xfrm>
              <a:off x="4251192" y="3507480"/>
              <a:ext cx="5410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C</a:t>
              </a:r>
            </a:p>
          </p:txBody>
        </p:sp>
        <p:sp>
          <p:nvSpPr>
            <p:cNvPr id="170" name="ZoneTexte 169">
              <a:extLst>
                <a:ext uri="{FF2B5EF4-FFF2-40B4-BE49-F238E27FC236}">
                  <a16:creationId xmlns:a16="http://schemas.microsoft.com/office/drawing/2014/main" id="{DBD80D17-FDD4-E6FD-F6B4-B225694A398D}"/>
                </a:ext>
              </a:extLst>
            </p:cNvPr>
            <p:cNvSpPr txBox="1"/>
            <p:nvPr/>
          </p:nvSpPr>
          <p:spPr>
            <a:xfrm>
              <a:off x="4684567" y="1687255"/>
              <a:ext cx="5410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D</a:t>
              </a:r>
            </a:p>
          </p:txBody>
        </p:sp>
        <p:sp>
          <p:nvSpPr>
            <p:cNvPr id="171" name="ZoneTexte 170">
              <a:extLst>
                <a:ext uri="{FF2B5EF4-FFF2-40B4-BE49-F238E27FC236}">
                  <a16:creationId xmlns:a16="http://schemas.microsoft.com/office/drawing/2014/main" id="{8D9F9235-1C1A-1FA8-2461-6B53F54FF307}"/>
                </a:ext>
              </a:extLst>
            </p:cNvPr>
            <p:cNvSpPr txBox="1"/>
            <p:nvPr/>
          </p:nvSpPr>
          <p:spPr>
            <a:xfrm>
              <a:off x="3560297" y="1198370"/>
              <a:ext cx="5410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D’</a:t>
              </a:r>
            </a:p>
          </p:txBody>
        </p:sp>
        <p:sp>
          <p:nvSpPr>
            <p:cNvPr id="172" name="ZoneTexte 171">
              <a:extLst>
                <a:ext uri="{FF2B5EF4-FFF2-40B4-BE49-F238E27FC236}">
                  <a16:creationId xmlns:a16="http://schemas.microsoft.com/office/drawing/2014/main" id="{A64F0720-7636-E92E-8904-1C2CDF45F2FE}"/>
                </a:ext>
              </a:extLst>
            </p:cNvPr>
            <p:cNvSpPr txBox="1"/>
            <p:nvPr/>
          </p:nvSpPr>
          <p:spPr>
            <a:xfrm>
              <a:off x="4272450" y="1479782"/>
              <a:ext cx="5410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B</a:t>
              </a:r>
            </a:p>
          </p:txBody>
        </p:sp>
        <p:sp>
          <p:nvSpPr>
            <p:cNvPr id="173" name="Line 19">
              <a:extLst>
                <a:ext uri="{FF2B5EF4-FFF2-40B4-BE49-F238E27FC236}">
                  <a16:creationId xmlns:a16="http://schemas.microsoft.com/office/drawing/2014/main" id="{D25DD1B5-7E57-E40C-6E1E-CBE3056C586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7472789">
              <a:off x="4253136" y="933072"/>
              <a:ext cx="0" cy="1571453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174" name="Group 2">
              <a:extLst>
                <a:ext uri="{FF2B5EF4-FFF2-40B4-BE49-F238E27FC236}">
                  <a16:creationId xmlns:a16="http://schemas.microsoft.com/office/drawing/2014/main" id="{ED861100-02DC-2C45-9EDC-09C89579808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072406" y="3858600"/>
              <a:ext cx="303213" cy="65697"/>
              <a:chOff x="3158" y="2625"/>
              <a:chExt cx="450" cy="98"/>
            </a:xfrm>
          </p:grpSpPr>
          <p:sp>
            <p:nvSpPr>
              <p:cNvPr id="175" name="Line 3">
                <a:extLst>
                  <a:ext uri="{FF2B5EF4-FFF2-40B4-BE49-F238E27FC236}">
                    <a16:creationId xmlns:a16="http://schemas.microsoft.com/office/drawing/2014/main" id="{A2D92660-E98D-D078-BB9A-8A45C7D1653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158" y="2625"/>
                <a:ext cx="450" cy="0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" name="Line 4">
                <a:extLst>
                  <a:ext uri="{FF2B5EF4-FFF2-40B4-BE49-F238E27FC236}">
                    <a16:creationId xmlns:a16="http://schemas.microsoft.com/office/drawing/2014/main" id="{C6DEEF93-FA39-57F5-B55C-954F7AC650F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3158" y="2625"/>
                <a:ext cx="47" cy="98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7" name="Line 5">
                <a:extLst>
                  <a:ext uri="{FF2B5EF4-FFF2-40B4-BE49-F238E27FC236}">
                    <a16:creationId xmlns:a16="http://schemas.microsoft.com/office/drawing/2014/main" id="{247114B7-2AA6-BB80-32C5-B7F006FD93B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3252" y="2625"/>
                <a:ext cx="47" cy="98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" name="Line 6">
                <a:extLst>
                  <a:ext uri="{FF2B5EF4-FFF2-40B4-BE49-F238E27FC236}">
                    <a16:creationId xmlns:a16="http://schemas.microsoft.com/office/drawing/2014/main" id="{48BE7896-AF6D-1390-319F-FF323861370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3346" y="2625"/>
                <a:ext cx="47" cy="98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9" name="Line 7">
                <a:extLst>
                  <a:ext uri="{FF2B5EF4-FFF2-40B4-BE49-F238E27FC236}">
                    <a16:creationId xmlns:a16="http://schemas.microsoft.com/office/drawing/2014/main" id="{446A3016-69F9-6AFC-1CE3-15C9B88D2D6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3444" y="2625"/>
                <a:ext cx="47" cy="98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" name="Line 8">
                <a:extLst>
                  <a:ext uri="{FF2B5EF4-FFF2-40B4-BE49-F238E27FC236}">
                    <a16:creationId xmlns:a16="http://schemas.microsoft.com/office/drawing/2014/main" id="{CCCFED75-D722-6E8B-FFCB-79225566155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3542" y="2625"/>
                <a:ext cx="47" cy="98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81" name="Group 18">
              <a:extLst>
                <a:ext uri="{FF2B5EF4-FFF2-40B4-BE49-F238E27FC236}">
                  <a16:creationId xmlns:a16="http://schemas.microsoft.com/office/drawing/2014/main" id="{9E46D30F-37B9-39F4-54D9-4F79E8A15215}"/>
                </a:ext>
              </a:extLst>
            </p:cNvPr>
            <p:cNvGrpSpPr>
              <a:grpSpLocks/>
            </p:cNvGrpSpPr>
            <p:nvPr/>
          </p:nvGrpSpPr>
          <p:grpSpPr bwMode="auto">
            <a:xfrm rot="1875866">
              <a:off x="4414034" y="2097505"/>
              <a:ext cx="398066" cy="1729892"/>
              <a:chOff x="3157" y="3956"/>
              <a:chExt cx="629" cy="2726"/>
            </a:xfrm>
          </p:grpSpPr>
          <p:sp>
            <p:nvSpPr>
              <p:cNvPr id="182" name="Line 19">
                <a:extLst>
                  <a:ext uri="{FF2B5EF4-FFF2-40B4-BE49-F238E27FC236}">
                    <a16:creationId xmlns:a16="http://schemas.microsoft.com/office/drawing/2014/main" id="{85D8B91C-C592-7FE8-E571-CE5998BE90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3" y="4751"/>
                <a:ext cx="0" cy="1500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3" name="AutoShape 21">
                <a:extLst>
                  <a:ext uri="{FF2B5EF4-FFF2-40B4-BE49-F238E27FC236}">
                    <a16:creationId xmlns:a16="http://schemas.microsoft.com/office/drawing/2014/main" id="{DF9D9D33-36AA-82B3-8B0B-D65ED65407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1" y="6208"/>
                <a:ext cx="63" cy="104"/>
              </a:xfrm>
              <a:prstGeom prst="rtTriangle">
                <a:avLst/>
              </a:prstGeom>
              <a:solidFill>
                <a:srgbClr val="000000"/>
              </a:solidFill>
              <a:ln w="28575">
                <a:solidFill>
                  <a:srgbClr val="3333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4" name="Oval 20">
                <a:extLst>
                  <a:ext uri="{FF2B5EF4-FFF2-40B4-BE49-F238E27FC236}">
                    <a16:creationId xmlns:a16="http://schemas.microsoft.com/office/drawing/2014/main" id="{EA2E01F7-4ACF-310C-103B-BC21FE9880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25" y="6386"/>
                <a:ext cx="296" cy="296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ysClr val="windowText" lastClr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5" name="Line 19">
                <a:extLst>
                  <a:ext uri="{FF2B5EF4-FFF2-40B4-BE49-F238E27FC236}">
                    <a16:creationId xmlns:a16="http://schemas.microsoft.com/office/drawing/2014/main" id="{9DE210C4-CCE8-9E50-FCFD-50DDE0DF97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7" y="3956"/>
                <a:ext cx="0" cy="119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6" name="Line 19">
                <a:extLst>
                  <a:ext uri="{FF2B5EF4-FFF2-40B4-BE49-F238E27FC236}">
                    <a16:creationId xmlns:a16="http://schemas.microsoft.com/office/drawing/2014/main" id="{3970301C-E102-6E3B-684C-9168E04F39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8" y="4611"/>
                <a:ext cx="0" cy="524"/>
              </a:xfrm>
              <a:prstGeom prst="line">
                <a:avLst/>
              </a:prstGeom>
              <a:noFill/>
              <a:ln w="28575">
                <a:solidFill>
                  <a:srgbClr val="FFC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7" name="Line 19">
                <a:extLst>
                  <a:ext uri="{FF2B5EF4-FFF2-40B4-BE49-F238E27FC236}">
                    <a16:creationId xmlns:a16="http://schemas.microsoft.com/office/drawing/2014/main" id="{3EEB94D3-C20C-E36B-F139-9D094458F2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3514" y="4349"/>
                <a:ext cx="0" cy="544"/>
              </a:xfrm>
              <a:prstGeom prst="line">
                <a:avLst/>
              </a:prstGeom>
              <a:noFill/>
              <a:ln w="28575">
                <a:solidFill>
                  <a:srgbClr val="FFC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8" name="Line 19">
                <a:extLst>
                  <a:ext uri="{FF2B5EF4-FFF2-40B4-BE49-F238E27FC236}">
                    <a16:creationId xmlns:a16="http://schemas.microsoft.com/office/drawing/2014/main" id="{4CC84F2D-60F6-F6F2-1741-E45D286D44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3657" y="4999"/>
                <a:ext cx="0" cy="241"/>
              </a:xfrm>
              <a:prstGeom prst="line">
                <a:avLst/>
              </a:prstGeom>
              <a:noFill/>
              <a:ln w="28575">
                <a:solidFill>
                  <a:srgbClr val="FFC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89" name="Line 15">
              <a:extLst>
                <a:ext uri="{FF2B5EF4-FFF2-40B4-BE49-F238E27FC236}">
                  <a16:creationId xmlns:a16="http://schemas.microsoft.com/office/drawing/2014/main" id="{DB5D1DB2-BB13-F706-C1BC-02C2FDAC80A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16200000">
              <a:off x="4146208" y="3786390"/>
              <a:ext cx="144420" cy="0"/>
            </a:xfrm>
            <a:prstGeom prst="line">
              <a:avLst/>
            </a:prstGeom>
            <a:noFill/>
            <a:ln w="28575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190" name="Modèle_Méca_PG_F_1_2">
              <a:extLst>
                <a:ext uri="{FF2B5EF4-FFF2-40B4-BE49-F238E27FC236}">
                  <a16:creationId xmlns:a16="http://schemas.microsoft.com/office/drawing/2014/main" id="{96C49DFA-5778-74CB-96CF-ADA1738A0735}"/>
                </a:ext>
              </a:extLst>
            </p:cNvPr>
            <p:cNvGrpSpPr>
              <a:grpSpLocks/>
            </p:cNvGrpSpPr>
            <p:nvPr/>
          </p:nvGrpSpPr>
          <p:grpSpPr bwMode="auto">
            <a:xfrm rot="18102719">
              <a:off x="4528313" y="2775593"/>
              <a:ext cx="346918" cy="174542"/>
              <a:chOff x="1760" y="1551"/>
              <a:chExt cx="856" cy="429"/>
            </a:xfrm>
            <a:solidFill>
              <a:sysClr val="window" lastClr="FFFFFF"/>
            </a:solidFill>
          </p:grpSpPr>
          <p:sp>
            <p:nvSpPr>
              <p:cNvPr id="191" name="Rectangle 25">
                <a:extLst>
                  <a:ext uri="{FF2B5EF4-FFF2-40B4-BE49-F238E27FC236}">
                    <a16:creationId xmlns:a16="http://schemas.microsoft.com/office/drawing/2014/main" id="{42BAF180-29C0-4AC4-363E-C9B2A9EC47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0" y="1551"/>
                <a:ext cx="852" cy="301"/>
              </a:xfrm>
              <a:prstGeom prst="rect">
                <a:avLst/>
              </a:prstGeom>
              <a:grpFill/>
              <a:ln w="28575">
                <a:solidFill>
                  <a:srgbClr val="00C000"/>
                </a:solidFill>
                <a:miter lim="800000"/>
                <a:headEnd/>
                <a:tailEnd type="none" w="med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192" name="Group 27">
                <a:extLst>
                  <a:ext uri="{FF2B5EF4-FFF2-40B4-BE49-F238E27FC236}">
                    <a16:creationId xmlns:a16="http://schemas.microsoft.com/office/drawing/2014/main" id="{88685A34-DC5B-166D-97FF-7D2C365C64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64" y="1551"/>
                <a:ext cx="852" cy="429"/>
                <a:chOff x="1764" y="1551"/>
                <a:chExt cx="852" cy="429"/>
              </a:xfrm>
              <a:grpFill/>
            </p:grpSpPr>
            <p:sp>
              <p:nvSpPr>
                <p:cNvPr id="193" name="AutoShape 29">
                  <a:extLst>
                    <a:ext uri="{FF2B5EF4-FFF2-40B4-BE49-F238E27FC236}">
                      <a16:creationId xmlns:a16="http://schemas.microsoft.com/office/drawing/2014/main" id="{E663C180-D4E0-A172-FE7F-D423D8EDA54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 rot="5400000">
                  <a:off x="2190" y="1852"/>
                  <a:ext cx="128" cy="128"/>
                </a:xfrm>
                <a:prstGeom prst="rtTriangle">
                  <a:avLst/>
                </a:prstGeom>
                <a:grpFill/>
                <a:ln w="28575">
                  <a:solidFill>
                    <a:srgbClr val="FFC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94" name="Rectangle 30">
                  <a:extLst>
                    <a:ext uri="{FF2B5EF4-FFF2-40B4-BE49-F238E27FC236}">
                      <a16:creationId xmlns:a16="http://schemas.microsoft.com/office/drawing/2014/main" id="{85818302-091A-5CD5-0CDC-6A67BAEF8F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64" y="1551"/>
                  <a:ext cx="852" cy="301"/>
                </a:xfrm>
                <a:prstGeom prst="rect">
                  <a:avLst/>
                </a:prstGeom>
                <a:grpFill/>
                <a:ln w="28575">
                  <a:solidFill>
                    <a:srgbClr val="FFC000"/>
                  </a:solidFill>
                  <a:miter lim="800000"/>
                  <a:headEnd/>
                  <a:tailEnd type="none" w="med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195" name="Oval 20">
              <a:extLst>
                <a:ext uri="{FF2B5EF4-FFF2-40B4-BE49-F238E27FC236}">
                  <a16:creationId xmlns:a16="http://schemas.microsoft.com/office/drawing/2014/main" id="{F05272A7-D320-6B99-07DB-A3CEC206C06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272789">
              <a:off x="4876264" y="1905150"/>
              <a:ext cx="187325" cy="187838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B05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96" name="ZoneTexte 195">
              <a:extLst>
                <a:ext uri="{FF2B5EF4-FFF2-40B4-BE49-F238E27FC236}">
                  <a16:creationId xmlns:a16="http://schemas.microsoft.com/office/drawing/2014/main" id="{63649FF3-87E1-35CA-1BA5-E8CD9501E140}"/>
                </a:ext>
              </a:extLst>
            </p:cNvPr>
            <p:cNvSpPr txBox="1"/>
            <p:nvPr/>
          </p:nvSpPr>
          <p:spPr>
            <a:xfrm>
              <a:off x="3321529" y="4958998"/>
              <a:ext cx="5410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O</a:t>
              </a:r>
            </a:p>
          </p:txBody>
        </p:sp>
        <p:cxnSp>
          <p:nvCxnSpPr>
            <p:cNvPr id="197" name="Connecteur droit avec flèche 196">
              <a:extLst>
                <a:ext uri="{FF2B5EF4-FFF2-40B4-BE49-F238E27FC236}">
                  <a16:creationId xmlns:a16="http://schemas.microsoft.com/office/drawing/2014/main" id="{A99D1024-39DE-6505-6B6F-2737D5870EB6}"/>
                </a:ext>
              </a:extLst>
            </p:cNvPr>
            <p:cNvCxnSpPr>
              <a:cxnSpLocks/>
            </p:cNvCxnSpPr>
            <p:nvPr/>
          </p:nvCxnSpPr>
          <p:spPr>
            <a:xfrm>
              <a:off x="3592039" y="5015280"/>
              <a:ext cx="1362292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arrow" w="sm" len="sm"/>
            </a:ln>
            <a:effectLst/>
          </p:spPr>
        </p:cxnSp>
        <p:cxnSp>
          <p:nvCxnSpPr>
            <p:cNvPr id="198" name="Connecteur droit avec flèche 197">
              <a:extLst>
                <a:ext uri="{FF2B5EF4-FFF2-40B4-BE49-F238E27FC236}">
                  <a16:creationId xmlns:a16="http://schemas.microsoft.com/office/drawing/2014/main" id="{4AC7A84F-CFD6-441D-FCA8-2358BE8366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90634" y="1659522"/>
              <a:ext cx="0" cy="1644245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</p:cxnSp>
        <p:cxnSp>
          <p:nvCxnSpPr>
            <p:cNvPr id="199" name="Connecteur droit avec flèche 198">
              <a:extLst>
                <a:ext uri="{FF2B5EF4-FFF2-40B4-BE49-F238E27FC236}">
                  <a16:creationId xmlns:a16="http://schemas.microsoft.com/office/drawing/2014/main" id="{D1360183-1ABA-D9AF-04EA-83F7398ED1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92039" y="4824989"/>
              <a:ext cx="0" cy="203796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200" name="ZoneTexte 199">
              <a:extLst>
                <a:ext uri="{FF2B5EF4-FFF2-40B4-BE49-F238E27FC236}">
                  <a16:creationId xmlns:a16="http://schemas.microsoft.com/office/drawing/2014/main" id="{4276081F-3153-6F1A-7E4E-59ECE3D9E2AD}"/>
                </a:ext>
              </a:extLst>
            </p:cNvPr>
            <p:cNvSpPr txBox="1"/>
            <p:nvPr/>
          </p:nvSpPr>
          <p:spPr>
            <a:xfrm>
              <a:off x="4675289" y="4748402"/>
              <a:ext cx="5410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x</a:t>
              </a:r>
              <a:r>
                <a:rPr kumimoji="0" lang="fr-F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0</a:t>
              </a:r>
              <a:endPara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01" name="Oval 20">
              <a:extLst>
                <a:ext uri="{FF2B5EF4-FFF2-40B4-BE49-F238E27FC236}">
                  <a16:creationId xmlns:a16="http://schemas.microsoft.com/office/drawing/2014/main" id="{2A1A0501-4B35-829C-0D9D-C11E673DAA3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272789">
              <a:off x="3439699" y="1350497"/>
              <a:ext cx="187325" cy="187838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B05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202" name="Group 18">
              <a:extLst>
                <a:ext uri="{FF2B5EF4-FFF2-40B4-BE49-F238E27FC236}">
                  <a16:creationId xmlns:a16="http://schemas.microsoft.com/office/drawing/2014/main" id="{EF0B86EF-5C1A-661C-64F8-37CFD242F152}"/>
                </a:ext>
              </a:extLst>
            </p:cNvPr>
            <p:cNvGrpSpPr>
              <a:grpSpLocks/>
            </p:cNvGrpSpPr>
            <p:nvPr/>
          </p:nvGrpSpPr>
          <p:grpSpPr bwMode="auto">
            <a:xfrm rot="524320">
              <a:off x="2869580" y="1521205"/>
              <a:ext cx="491078" cy="2207102"/>
              <a:chOff x="3063" y="3204"/>
              <a:chExt cx="776" cy="3478"/>
            </a:xfrm>
          </p:grpSpPr>
          <p:sp>
            <p:nvSpPr>
              <p:cNvPr id="203" name="Line 19">
                <a:extLst>
                  <a:ext uri="{FF2B5EF4-FFF2-40B4-BE49-F238E27FC236}">
                    <a16:creationId xmlns:a16="http://schemas.microsoft.com/office/drawing/2014/main" id="{96417FEA-9600-5F70-9274-42139F47FB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3" y="4065"/>
                <a:ext cx="0" cy="2130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04" name="AutoShape 21">
                <a:extLst>
                  <a:ext uri="{FF2B5EF4-FFF2-40B4-BE49-F238E27FC236}">
                    <a16:creationId xmlns:a16="http://schemas.microsoft.com/office/drawing/2014/main" id="{7DEB82EA-B214-ED1C-18B6-1C0945F199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6" y="6197"/>
                <a:ext cx="63" cy="104"/>
              </a:xfrm>
              <a:prstGeom prst="rtTriangle">
                <a:avLst/>
              </a:prstGeom>
              <a:solidFill>
                <a:srgbClr val="000000"/>
              </a:solidFill>
              <a:ln w="28575">
                <a:solidFill>
                  <a:srgbClr val="3333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05" name="Oval 20">
                <a:extLst>
                  <a:ext uri="{FF2B5EF4-FFF2-40B4-BE49-F238E27FC236}">
                    <a16:creationId xmlns:a16="http://schemas.microsoft.com/office/drawing/2014/main" id="{7540B377-2C00-FDAA-7DCB-307E7E31D2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25" y="6386"/>
                <a:ext cx="296" cy="296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ysClr val="windowText" lastClr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06" name="Line 19">
                <a:extLst>
                  <a:ext uri="{FF2B5EF4-FFF2-40B4-BE49-F238E27FC236}">
                    <a16:creationId xmlns:a16="http://schemas.microsoft.com/office/drawing/2014/main" id="{C7D5D4F7-DA41-DBF1-D4F7-382084DD29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07" y="3204"/>
                <a:ext cx="32" cy="124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07" name="Line 19">
                <a:extLst>
                  <a:ext uri="{FF2B5EF4-FFF2-40B4-BE49-F238E27FC236}">
                    <a16:creationId xmlns:a16="http://schemas.microsoft.com/office/drawing/2014/main" id="{E26679B0-BA24-7A5F-78E3-BC13FB27CE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5" y="3890"/>
                <a:ext cx="0" cy="634"/>
              </a:xfrm>
              <a:prstGeom prst="line">
                <a:avLst/>
              </a:prstGeom>
              <a:noFill/>
              <a:ln w="28575">
                <a:solidFill>
                  <a:srgbClr val="FFC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08" name="Line 19">
                <a:extLst>
                  <a:ext uri="{FF2B5EF4-FFF2-40B4-BE49-F238E27FC236}">
                    <a16:creationId xmlns:a16="http://schemas.microsoft.com/office/drawing/2014/main" id="{A474F5BA-BC51-CEE8-0C3E-C0A87322B2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3397" y="3543"/>
                <a:ext cx="0" cy="668"/>
              </a:xfrm>
              <a:prstGeom prst="line">
                <a:avLst/>
              </a:prstGeom>
              <a:noFill/>
              <a:ln w="28575">
                <a:solidFill>
                  <a:srgbClr val="FFC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09" name="Line 19">
                <a:extLst>
                  <a:ext uri="{FF2B5EF4-FFF2-40B4-BE49-F238E27FC236}">
                    <a16:creationId xmlns:a16="http://schemas.microsoft.com/office/drawing/2014/main" id="{E9A6A67E-240A-92F7-6674-916203B50A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3184" y="4408"/>
                <a:ext cx="0" cy="241"/>
              </a:xfrm>
              <a:prstGeom prst="line">
                <a:avLst/>
              </a:prstGeom>
              <a:noFill/>
              <a:ln w="28575">
                <a:solidFill>
                  <a:srgbClr val="FFC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210" name="Modèle_Méca_PG_F_1_2">
              <a:extLst>
                <a:ext uri="{FF2B5EF4-FFF2-40B4-BE49-F238E27FC236}">
                  <a16:creationId xmlns:a16="http://schemas.microsoft.com/office/drawing/2014/main" id="{5D3406AD-6343-DEE2-C318-EC534851BF62}"/>
                </a:ext>
              </a:extLst>
            </p:cNvPr>
            <p:cNvGrpSpPr>
              <a:grpSpLocks/>
            </p:cNvGrpSpPr>
            <p:nvPr/>
          </p:nvGrpSpPr>
          <p:grpSpPr bwMode="auto">
            <a:xfrm rot="5927048">
              <a:off x="2959370" y="2277823"/>
              <a:ext cx="346918" cy="174542"/>
              <a:chOff x="1760" y="1551"/>
              <a:chExt cx="856" cy="429"/>
            </a:xfrm>
            <a:noFill/>
          </p:grpSpPr>
          <p:sp>
            <p:nvSpPr>
              <p:cNvPr id="211" name="Rectangle 25">
                <a:extLst>
                  <a:ext uri="{FF2B5EF4-FFF2-40B4-BE49-F238E27FC236}">
                    <a16:creationId xmlns:a16="http://schemas.microsoft.com/office/drawing/2014/main" id="{44948544-E079-C94B-9690-AD1DDBF546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0" y="1551"/>
                <a:ext cx="852" cy="301"/>
              </a:xfrm>
              <a:prstGeom prst="rect">
                <a:avLst/>
              </a:prstGeom>
              <a:grpFill/>
              <a:ln w="28575">
                <a:solidFill>
                  <a:srgbClr val="00C000"/>
                </a:solidFill>
                <a:miter lim="800000"/>
                <a:headEnd/>
                <a:tailEnd type="none" w="med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212" name="Group 27">
                <a:extLst>
                  <a:ext uri="{FF2B5EF4-FFF2-40B4-BE49-F238E27FC236}">
                    <a16:creationId xmlns:a16="http://schemas.microsoft.com/office/drawing/2014/main" id="{E4170DF4-5DB5-03A9-DD69-5A8B92152E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64" y="1551"/>
                <a:ext cx="852" cy="429"/>
                <a:chOff x="1764" y="1551"/>
                <a:chExt cx="852" cy="429"/>
              </a:xfrm>
              <a:grpFill/>
            </p:grpSpPr>
            <p:sp>
              <p:nvSpPr>
                <p:cNvPr id="213" name="AutoShape 29">
                  <a:extLst>
                    <a:ext uri="{FF2B5EF4-FFF2-40B4-BE49-F238E27FC236}">
                      <a16:creationId xmlns:a16="http://schemas.microsoft.com/office/drawing/2014/main" id="{E3B9D0B1-0A54-D76A-4C0B-44CDFCE1DF1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 rot="5400000">
                  <a:off x="2190" y="1852"/>
                  <a:ext cx="128" cy="128"/>
                </a:xfrm>
                <a:prstGeom prst="rtTriangle">
                  <a:avLst/>
                </a:prstGeom>
                <a:grpFill/>
                <a:ln w="28575">
                  <a:solidFill>
                    <a:srgbClr val="FFC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14" name="Rectangle 30">
                  <a:extLst>
                    <a:ext uri="{FF2B5EF4-FFF2-40B4-BE49-F238E27FC236}">
                      <a16:creationId xmlns:a16="http://schemas.microsoft.com/office/drawing/2014/main" id="{CD290561-B531-5D5E-C451-D645CA81D1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64" y="1551"/>
                  <a:ext cx="852" cy="301"/>
                </a:xfrm>
                <a:prstGeom prst="rect">
                  <a:avLst/>
                </a:prstGeom>
                <a:solidFill>
                  <a:sysClr val="window" lastClr="FFFFFF"/>
                </a:solidFill>
                <a:ln w="28575">
                  <a:solidFill>
                    <a:srgbClr val="FFC000"/>
                  </a:solidFill>
                  <a:miter lim="800000"/>
                  <a:headEnd/>
                  <a:tailEnd type="none" w="med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215" name="ZoneTexte 214">
              <a:extLst>
                <a:ext uri="{FF2B5EF4-FFF2-40B4-BE49-F238E27FC236}">
                  <a16:creationId xmlns:a16="http://schemas.microsoft.com/office/drawing/2014/main" id="{6F8F4116-1E7E-2A39-CDA6-18B4EEA663B4}"/>
                </a:ext>
              </a:extLst>
            </p:cNvPr>
            <p:cNvSpPr txBox="1"/>
            <p:nvPr/>
          </p:nvSpPr>
          <p:spPr>
            <a:xfrm>
              <a:off x="4481491" y="980177"/>
              <a:ext cx="6347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</a:rPr>
                <a:t>Y</a:t>
              </a:r>
              <a:r>
                <a:rPr kumimoji="0" lang="fr-F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</a:rPr>
                <a:t>2</a:t>
              </a:r>
              <a:endPara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</a:endParaRPr>
            </a:p>
          </p:txBody>
        </p:sp>
        <p:sp>
          <p:nvSpPr>
            <p:cNvPr id="216" name="Arc 215">
              <a:extLst>
                <a:ext uri="{FF2B5EF4-FFF2-40B4-BE49-F238E27FC236}">
                  <a16:creationId xmlns:a16="http://schemas.microsoft.com/office/drawing/2014/main" id="{6BCD05EE-CE98-DB27-77B1-BF8AC1A9345B}"/>
                </a:ext>
              </a:extLst>
            </p:cNvPr>
            <p:cNvSpPr/>
            <p:nvPr/>
          </p:nvSpPr>
          <p:spPr>
            <a:xfrm>
              <a:off x="2102011" y="2137416"/>
              <a:ext cx="3089607" cy="3154000"/>
            </a:xfrm>
            <a:prstGeom prst="arc">
              <a:avLst>
                <a:gd name="adj1" fmla="val 16200000"/>
                <a:gd name="adj2" fmla="val 17104523"/>
              </a:avLst>
            </a:prstGeom>
            <a:noFill/>
            <a:ln w="19050" cap="flat" cmpd="sng" algn="ctr">
              <a:solidFill>
                <a:srgbClr val="00B050"/>
              </a:solidFill>
              <a:prstDash val="solid"/>
              <a:miter lim="800000"/>
              <a:tailEnd type="arrow" w="sm" len="sm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7" name="ZoneTexte 216">
              <a:extLst>
                <a:ext uri="{FF2B5EF4-FFF2-40B4-BE49-F238E27FC236}">
                  <a16:creationId xmlns:a16="http://schemas.microsoft.com/office/drawing/2014/main" id="{B3116D84-7650-9DB7-3390-930FE4CCBA54}"/>
                </a:ext>
              </a:extLst>
            </p:cNvPr>
            <p:cNvSpPr txBox="1"/>
            <p:nvPr/>
          </p:nvSpPr>
          <p:spPr>
            <a:xfrm>
              <a:off x="3539282" y="1850321"/>
              <a:ext cx="713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</a:rPr>
                <a:t>θ</a:t>
              </a:r>
              <a:r>
                <a:rPr kumimoji="0" lang="el-G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</a:rPr>
                <a:t>2</a:t>
              </a:r>
              <a:r>
                <a:rPr kumimoji="0" lang="fr-F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</a:rPr>
                <a:t>/1</a:t>
              </a:r>
              <a:r>
                <a:rPr kumimoji="0" lang="fr-F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</a:rPr>
                <a:t>(t)</a:t>
              </a:r>
            </a:p>
          </p:txBody>
        </p:sp>
        <p:cxnSp>
          <p:nvCxnSpPr>
            <p:cNvPr id="218" name="Connecteur droit avec flèche 217">
              <a:extLst>
                <a:ext uri="{FF2B5EF4-FFF2-40B4-BE49-F238E27FC236}">
                  <a16:creationId xmlns:a16="http://schemas.microsoft.com/office/drawing/2014/main" id="{28F74615-160D-5570-9173-F306D8146997}"/>
                </a:ext>
              </a:extLst>
            </p:cNvPr>
            <p:cNvCxnSpPr>
              <a:cxnSpLocks/>
            </p:cNvCxnSpPr>
            <p:nvPr/>
          </p:nvCxnSpPr>
          <p:spPr>
            <a:xfrm>
              <a:off x="4392027" y="3448404"/>
              <a:ext cx="593596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D17BC"/>
              </a:solidFill>
              <a:prstDash val="solid"/>
              <a:miter lim="800000"/>
              <a:headEnd type="none" w="med" len="med"/>
              <a:tailEnd type="arrow" w="sm" len="sm"/>
            </a:ln>
            <a:effectLst/>
          </p:spPr>
        </p:cxnSp>
        <p:cxnSp>
          <p:nvCxnSpPr>
            <p:cNvPr id="219" name="Connecteur droit avec flèche 218">
              <a:extLst>
                <a:ext uri="{FF2B5EF4-FFF2-40B4-BE49-F238E27FC236}">
                  <a16:creationId xmlns:a16="http://schemas.microsoft.com/office/drawing/2014/main" id="{7D3BBE3B-25E7-6115-9126-8BECA06BDA8B}"/>
                </a:ext>
              </a:extLst>
            </p:cNvPr>
            <p:cNvCxnSpPr>
              <a:cxnSpLocks/>
            </p:cNvCxnSpPr>
            <p:nvPr/>
          </p:nvCxnSpPr>
          <p:spPr>
            <a:xfrm>
              <a:off x="3723946" y="3451270"/>
              <a:ext cx="527246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D17BC"/>
              </a:solidFill>
              <a:prstDash val="solid"/>
              <a:miter lim="800000"/>
              <a:headEnd type="none" w="med" len="med"/>
              <a:tailEnd type="none" w="sm" len="sm"/>
            </a:ln>
            <a:effectLst/>
          </p:spPr>
        </p:cxnSp>
        <p:cxnSp>
          <p:nvCxnSpPr>
            <p:cNvPr id="220" name="Connecteur droit avec flèche 219">
              <a:extLst>
                <a:ext uri="{FF2B5EF4-FFF2-40B4-BE49-F238E27FC236}">
                  <a16:creationId xmlns:a16="http://schemas.microsoft.com/office/drawing/2014/main" id="{E4D337EB-8972-94E7-12C8-8AE6CDC0C5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0612" y="3485613"/>
              <a:ext cx="0" cy="1476000"/>
            </a:xfrm>
            <a:prstGeom prst="straightConnector1">
              <a:avLst/>
            </a:prstGeom>
            <a:noFill/>
            <a:ln w="12700" cap="flat" cmpd="sng" algn="ctr">
              <a:solidFill>
                <a:srgbClr val="CD17BC"/>
              </a:solidFill>
              <a:prstDash val="solid"/>
              <a:miter lim="800000"/>
              <a:headEnd type="none" w="med" len="med"/>
              <a:tailEnd type="arrow" w="sm" len="sm"/>
            </a:ln>
            <a:effectLst/>
          </p:spPr>
        </p:cxnSp>
        <p:sp>
          <p:nvSpPr>
            <p:cNvPr id="221" name="ZoneTexte 220">
              <a:extLst>
                <a:ext uri="{FF2B5EF4-FFF2-40B4-BE49-F238E27FC236}">
                  <a16:creationId xmlns:a16="http://schemas.microsoft.com/office/drawing/2014/main" id="{07BD7235-8B58-2B82-B145-397CFD4822B7}"/>
                </a:ext>
              </a:extLst>
            </p:cNvPr>
            <p:cNvSpPr txBox="1"/>
            <p:nvPr/>
          </p:nvSpPr>
          <p:spPr>
            <a:xfrm>
              <a:off x="4836928" y="3383281"/>
              <a:ext cx="5410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CD17BC"/>
                  </a:solidFill>
                  <a:effectLst/>
                  <a:uLnTx/>
                  <a:uFillTx/>
                </a:rPr>
                <a:t>x</a:t>
              </a:r>
              <a:r>
                <a:rPr kumimoji="0" lang="fr-F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CD17BC"/>
                  </a:solidFill>
                  <a:effectLst/>
                  <a:uLnTx/>
                  <a:uFillTx/>
                </a:rPr>
                <a:t>1</a:t>
              </a:r>
              <a:endPara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srgbClr val="CD17BC"/>
                </a:solidFill>
                <a:effectLst/>
                <a:uLnTx/>
                <a:uFillTx/>
              </a:endParaRPr>
            </a:p>
          </p:txBody>
        </p:sp>
        <p:sp>
          <p:nvSpPr>
            <p:cNvPr id="222" name="ZoneTexte 221">
              <a:extLst>
                <a:ext uri="{FF2B5EF4-FFF2-40B4-BE49-F238E27FC236}">
                  <a16:creationId xmlns:a16="http://schemas.microsoft.com/office/drawing/2014/main" id="{A064E242-44F5-FA7D-EE8C-09DDC3B34495}"/>
                </a:ext>
              </a:extLst>
            </p:cNvPr>
            <p:cNvSpPr txBox="1"/>
            <p:nvPr/>
          </p:nvSpPr>
          <p:spPr>
            <a:xfrm>
              <a:off x="4581512" y="4065944"/>
              <a:ext cx="6574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CD17BC"/>
                  </a:solidFill>
                  <a:effectLst/>
                  <a:uLnTx/>
                  <a:uFillTx/>
                </a:rPr>
                <a:t>D</a:t>
              </a:r>
              <a:r>
                <a:rPr kumimoji="0" lang="fr-F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CD17BC"/>
                  </a:solidFill>
                  <a:effectLst/>
                  <a:uLnTx/>
                  <a:uFillTx/>
                </a:rPr>
                <a:t>1/0</a:t>
              </a:r>
              <a:r>
                <a:rPr kumimoji="0" lang="fr-FR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CD17BC"/>
                  </a:solidFill>
                  <a:effectLst/>
                  <a:uLnTx/>
                  <a:uFillTx/>
                </a:rPr>
                <a:t>(t)</a:t>
              </a:r>
              <a:endPara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srgbClr val="CD17BC"/>
                </a:solidFill>
                <a:effectLst/>
                <a:uLnTx/>
                <a:uFillTx/>
              </a:endParaRPr>
            </a:p>
          </p:txBody>
        </p:sp>
        <p:sp>
          <p:nvSpPr>
            <p:cNvPr id="223" name="ZoneTexte 222">
              <a:extLst>
                <a:ext uri="{FF2B5EF4-FFF2-40B4-BE49-F238E27FC236}">
                  <a16:creationId xmlns:a16="http://schemas.microsoft.com/office/drawing/2014/main" id="{1DD6842D-38A9-F356-6682-37B7C9194705}"/>
                </a:ext>
              </a:extLst>
            </p:cNvPr>
            <p:cNvSpPr txBox="1"/>
            <p:nvPr/>
          </p:nvSpPr>
          <p:spPr>
            <a:xfrm>
              <a:off x="2690125" y="4039745"/>
              <a:ext cx="8620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CD17BC"/>
                  </a:solidFill>
                  <a:effectLst/>
                  <a:uLnTx/>
                  <a:uFillTx/>
                </a:rPr>
                <a:t>Sacrum 1</a:t>
              </a:r>
            </a:p>
          </p:txBody>
        </p:sp>
        <p:sp>
          <p:nvSpPr>
            <p:cNvPr id="224" name="ZoneTexte 223">
              <a:extLst>
                <a:ext uri="{FF2B5EF4-FFF2-40B4-BE49-F238E27FC236}">
                  <a16:creationId xmlns:a16="http://schemas.microsoft.com/office/drawing/2014/main" id="{7A7860DC-10DC-8896-4CC1-FA3D8D6A2038}"/>
                </a:ext>
              </a:extLst>
            </p:cNvPr>
            <p:cNvSpPr txBox="1"/>
            <p:nvPr/>
          </p:nvSpPr>
          <p:spPr>
            <a:xfrm>
              <a:off x="3935428" y="749159"/>
              <a:ext cx="9131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</a:rPr>
                <a:t>Colonne 2</a:t>
              </a:r>
            </a:p>
          </p:txBody>
        </p:sp>
        <p:cxnSp>
          <p:nvCxnSpPr>
            <p:cNvPr id="225" name="Connecteur droit avec flèche 224">
              <a:extLst>
                <a:ext uri="{FF2B5EF4-FFF2-40B4-BE49-F238E27FC236}">
                  <a16:creationId xmlns:a16="http://schemas.microsoft.com/office/drawing/2014/main" id="{452B25F0-074B-6344-61DB-A5BD3BAE11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1724" y="966673"/>
              <a:ext cx="91691" cy="599189"/>
            </a:xfrm>
            <a:prstGeom prst="straightConnector1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arrow" w="sm" len="sm"/>
            </a:ln>
            <a:effectLst/>
          </p:spPr>
        </p:cxnSp>
        <p:sp>
          <p:nvSpPr>
            <p:cNvPr id="226" name="ZoneTexte 225">
              <a:extLst>
                <a:ext uri="{FF2B5EF4-FFF2-40B4-BE49-F238E27FC236}">
                  <a16:creationId xmlns:a16="http://schemas.microsoft.com/office/drawing/2014/main" id="{51FE1733-0288-5664-8918-B8AA264EF527}"/>
                </a:ext>
              </a:extLst>
            </p:cNvPr>
            <p:cNvSpPr txBox="1"/>
            <p:nvPr/>
          </p:nvSpPr>
          <p:spPr>
            <a:xfrm>
              <a:off x="5013080" y="2131002"/>
              <a:ext cx="143504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Tige ressort 3A</a:t>
              </a:r>
            </a:p>
          </p:txBody>
        </p:sp>
        <p:cxnSp>
          <p:nvCxnSpPr>
            <p:cNvPr id="227" name="Connecteur droit avec flèche 226">
              <a:extLst>
                <a:ext uri="{FF2B5EF4-FFF2-40B4-BE49-F238E27FC236}">
                  <a16:creationId xmlns:a16="http://schemas.microsoft.com/office/drawing/2014/main" id="{91C3D357-06D2-23A6-03E8-D9D8CFA05A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5753" y="2811346"/>
              <a:ext cx="502344" cy="51658"/>
            </a:xfrm>
            <a:prstGeom prst="straightConnector1">
              <a:avLst/>
            </a:prstGeom>
            <a:noFill/>
            <a:ln w="9525" cap="flat" cmpd="sng" algn="ctr">
              <a:solidFill>
                <a:srgbClr val="FFC000"/>
              </a:solidFill>
              <a:prstDash val="solid"/>
              <a:miter lim="800000"/>
              <a:headEnd type="none" w="med" len="med"/>
              <a:tailEnd type="arrow" w="sm" len="sm"/>
            </a:ln>
            <a:effectLst/>
          </p:spPr>
        </p:cxnSp>
        <p:sp>
          <p:nvSpPr>
            <p:cNvPr id="228" name="ZoneTexte 227">
              <a:extLst>
                <a:ext uri="{FF2B5EF4-FFF2-40B4-BE49-F238E27FC236}">
                  <a16:creationId xmlns:a16="http://schemas.microsoft.com/office/drawing/2014/main" id="{992E56E7-C728-B2A2-B6E3-68DEE2A56FCD}"/>
                </a:ext>
              </a:extLst>
            </p:cNvPr>
            <p:cNvSpPr txBox="1"/>
            <p:nvPr/>
          </p:nvSpPr>
          <p:spPr>
            <a:xfrm>
              <a:off x="5292700" y="3221660"/>
              <a:ext cx="10617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</a:rPr>
                <a:t>Tige SEA 5A</a:t>
              </a:r>
            </a:p>
          </p:txBody>
        </p:sp>
        <p:cxnSp>
          <p:nvCxnSpPr>
            <p:cNvPr id="229" name="Connecteur droit avec flèche 228">
              <a:extLst>
                <a:ext uri="{FF2B5EF4-FFF2-40B4-BE49-F238E27FC236}">
                  <a16:creationId xmlns:a16="http://schemas.microsoft.com/office/drawing/2014/main" id="{0CC2776D-64A0-1E21-584C-32A206C862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06540" y="3198638"/>
              <a:ext cx="823162" cy="139938"/>
            </a:xfrm>
            <a:prstGeom prst="straightConnector1">
              <a:avLst/>
            </a:prstGeom>
            <a:noFill/>
            <a:ln w="9525" cap="flat" cmpd="sng" algn="ctr">
              <a:solidFill>
                <a:srgbClr val="3333FF"/>
              </a:solidFill>
              <a:prstDash val="solid"/>
              <a:miter lim="800000"/>
              <a:headEnd type="none" w="med" len="med"/>
              <a:tailEnd type="arrow" w="sm" len="sm"/>
            </a:ln>
            <a:effectLst/>
          </p:spPr>
        </p:cxnSp>
        <p:sp>
          <p:nvSpPr>
            <p:cNvPr id="230" name="ZoneTexte 229">
              <a:extLst>
                <a:ext uri="{FF2B5EF4-FFF2-40B4-BE49-F238E27FC236}">
                  <a16:creationId xmlns:a16="http://schemas.microsoft.com/office/drawing/2014/main" id="{0DA7502B-3489-AA20-6B82-CF81AF1F1DD2}"/>
                </a:ext>
              </a:extLst>
            </p:cNvPr>
            <p:cNvSpPr txBox="1"/>
            <p:nvPr/>
          </p:nvSpPr>
          <p:spPr>
            <a:xfrm>
              <a:off x="1854395" y="3038396"/>
              <a:ext cx="10617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</a:rPr>
                <a:t>Tige SEA 5B</a:t>
              </a:r>
            </a:p>
          </p:txBody>
        </p:sp>
        <p:cxnSp>
          <p:nvCxnSpPr>
            <p:cNvPr id="231" name="Connecteur droit avec flèche 230">
              <a:extLst>
                <a:ext uri="{FF2B5EF4-FFF2-40B4-BE49-F238E27FC236}">
                  <a16:creationId xmlns:a16="http://schemas.microsoft.com/office/drawing/2014/main" id="{FC001B1A-1F57-777C-9D86-7FFCD831FE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91303" y="2940415"/>
              <a:ext cx="462235" cy="129634"/>
            </a:xfrm>
            <a:prstGeom prst="straightConnector1">
              <a:avLst/>
            </a:prstGeom>
            <a:noFill/>
            <a:ln w="9525" cap="flat" cmpd="sng" algn="ctr">
              <a:solidFill>
                <a:srgbClr val="3333FF"/>
              </a:solidFill>
              <a:prstDash val="solid"/>
              <a:miter lim="800000"/>
              <a:headEnd type="none" w="med" len="med"/>
              <a:tailEnd type="arrow" w="sm" len="sm"/>
            </a:ln>
            <a:effectLst/>
          </p:spPr>
        </p:cxnSp>
        <p:cxnSp>
          <p:nvCxnSpPr>
            <p:cNvPr id="232" name="Connecteur droit avec flèche 231">
              <a:extLst>
                <a:ext uri="{FF2B5EF4-FFF2-40B4-BE49-F238E27FC236}">
                  <a16:creationId xmlns:a16="http://schemas.microsoft.com/office/drawing/2014/main" id="{EC8D9B41-12F7-15CB-0CF4-54A21B428B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91448" y="2109163"/>
              <a:ext cx="319033" cy="141921"/>
            </a:xfrm>
            <a:prstGeom prst="straightConnector1">
              <a:avLst/>
            </a:prstGeom>
            <a:noFill/>
            <a:ln w="9525" cap="flat" cmpd="sng" algn="ctr">
              <a:solidFill>
                <a:srgbClr val="FFC000"/>
              </a:solidFill>
              <a:prstDash val="solid"/>
              <a:miter lim="800000"/>
              <a:headEnd type="none" w="med" len="med"/>
              <a:tailEnd type="arrow" w="sm" len="sm"/>
            </a:ln>
            <a:effectLst/>
          </p:spPr>
        </p:cxnSp>
        <p:grpSp>
          <p:nvGrpSpPr>
            <p:cNvPr id="233" name="Modèle_Méca_PG_F_1_2">
              <a:extLst>
                <a:ext uri="{FF2B5EF4-FFF2-40B4-BE49-F238E27FC236}">
                  <a16:creationId xmlns:a16="http://schemas.microsoft.com/office/drawing/2014/main" id="{E5D14B63-5A47-411A-CF10-1FFDA22CA277}"/>
                </a:ext>
              </a:extLst>
            </p:cNvPr>
            <p:cNvGrpSpPr>
              <a:grpSpLocks/>
            </p:cNvGrpSpPr>
            <p:nvPr/>
          </p:nvGrpSpPr>
          <p:grpSpPr bwMode="auto">
            <a:xfrm rot="18102719">
              <a:off x="4521417" y="2388353"/>
              <a:ext cx="346918" cy="174542"/>
              <a:chOff x="1760" y="1551"/>
              <a:chExt cx="856" cy="429"/>
            </a:xfrm>
            <a:solidFill>
              <a:sysClr val="window" lastClr="FFFFFF"/>
            </a:solidFill>
          </p:grpSpPr>
          <p:sp>
            <p:nvSpPr>
              <p:cNvPr id="234" name="Rectangle 25">
                <a:extLst>
                  <a:ext uri="{FF2B5EF4-FFF2-40B4-BE49-F238E27FC236}">
                    <a16:creationId xmlns:a16="http://schemas.microsoft.com/office/drawing/2014/main" id="{3BC12904-AD07-3105-1C9A-27B8DE1F6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0" y="1551"/>
                <a:ext cx="852" cy="301"/>
              </a:xfrm>
              <a:prstGeom prst="rect">
                <a:avLst/>
              </a:prstGeom>
              <a:grpFill/>
              <a:ln w="28575">
                <a:solidFill>
                  <a:srgbClr val="00C000"/>
                </a:solidFill>
                <a:miter lim="800000"/>
                <a:headEnd/>
                <a:tailEnd type="none" w="med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235" name="Group 27">
                <a:extLst>
                  <a:ext uri="{FF2B5EF4-FFF2-40B4-BE49-F238E27FC236}">
                    <a16:creationId xmlns:a16="http://schemas.microsoft.com/office/drawing/2014/main" id="{5BB9284C-E758-4EED-3E80-A598242B17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64" y="1551"/>
                <a:ext cx="852" cy="429"/>
                <a:chOff x="1764" y="1551"/>
                <a:chExt cx="852" cy="429"/>
              </a:xfrm>
              <a:grpFill/>
            </p:grpSpPr>
            <p:sp>
              <p:nvSpPr>
                <p:cNvPr id="236" name="AutoShape 29">
                  <a:extLst>
                    <a:ext uri="{FF2B5EF4-FFF2-40B4-BE49-F238E27FC236}">
                      <a16:creationId xmlns:a16="http://schemas.microsoft.com/office/drawing/2014/main" id="{DEF294C4-E2B6-0B67-C691-D3AFE9F8544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 rot="5400000">
                  <a:off x="2190" y="1852"/>
                  <a:ext cx="128" cy="128"/>
                </a:xfrm>
                <a:prstGeom prst="rtTriangle">
                  <a:avLst/>
                </a:prstGeom>
                <a:grpFill/>
                <a:ln w="28575">
                  <a:solidFill>
                    <a:srgbClr val="FFC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37" name="Rectangle 30">
                  <a:extLst>
                    <a:ext uri="{FF2B5EF4-FFF2-40B4-BE49-F238E27FC236}">
                      <a16:creationId xmlns:a16="http://schemas.microsoft.com/office/drawing/2014/main" id="{946D44A6-BB9D-FED0-CB4A-76C59D3515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64" y="1551"/>
                  <a:ext cx="852" cy="301"/>
                </a:xfrm>
                <a:prstGeom prst="rect">
                  <a:avLst/>
                </a:prstGeom>
                <a:grpFill/>
                <a:ln w="28575">
                  <a:solidFill>
                    <a:srgbClr val="FFC000"/>
                  </a:solidFill>
                  <a:miter lim="800000"/>
                  <a:headEnd/>
                  <a:tailEnd type="none" w="med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238" name="ZoneTexte 237">
              <a:extLst>
                <a:ext uri="{FF2B5EF4-FFF2-40B4-BE49-F238E27FC236}">
                  <a16:creationId xmlns:a16="http://schemas.microsoft.com/office/drawing/2014/main" id="{F3E6815F-8E9C-A93D-C25F-4981BD5A5B43}"/>
                </a:ext>
              </a:extLst>
            </p:cNvPr>
            <p:cNvSpPr txBox="1"/>
            <p:nvPr/>
          </p:nvSpPr>
          <p:spPr>
            <a:xfrm>
              <a:off x="5437490" y="2760640"/>
              <a:ext cx="1129773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</a:rPr>
                <a:t>Carter 4A </a:t>
              </a:r>
              <a:endParaRPr kumimoji="0" lang="fr-F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cxnSp>
          <p:nvCxnSpPr>
            <p:cNvPr id="239" name="Connecteur droit avec flèche 238">
              <a:extLst>
                <a:ext uri="{FF2B5EF4-FFF2-40B4-BE49-F238E27FC236}">
                  <a16:creationId xmlns:a16="http://schemas.microsoft.com/office/drawing/2014/main" id="{2180420A-2DD6-5274-836F-CC4DB42C01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3373" y="3858600"/>
              <a:ext cx="268782" cy="207344"/>
            </a:xfrm>
            <a:prstGeom prst="straightConnector1">
              <a:avLst/>
            </a:prstGeom>
            <a:noFill/>
            <a:ln w="9525" cap="flat" cmpd="sng" algn="ctr">
              <a:solidFill>
                <a:srgbClr val="CD17BC"/>
              </a:solidFill>
              <a:prstDash val="solid"/>
              <a:miter lim="800000"/>
              <a:headEnd type="none" w="med" len="med"/>
              <a:tailEnd type="arrow" w="sm" len="sm"/>
            </a:ln>
            <a:effectLst/>
          </p:spPr>
        </p:cxnSp>
        <p:cxnSp>
          <p:nvCxnSpPr>
            <p:cNvPr id="240" name="Connecteur droit avec flèche 239">
              <a:extLst>
                <a:ext uri="{FF2B5EF4-FFF2-40B4-BE49-F238E27FC236}">
                  <a16:creationId xmlns:a16="http://schemas.microsoft.com/office/drawing/2014/main" id="{224909D3-04F1-A8BD-294D-115B6B8CB2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02460" y="2195418"/>
              <a:ext cx="390240" cy="53130"/>
            </a:xfrm>
            <a:prstGeom prst="straightConnector1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arrow" w="sm" len="sm"/>
            </a:ln>
            <a:effectLst/>
          </p:spPr>
        </p:cxnSp>
        <p:cxnSp>
          <p:nvCxnSpPr>
            <p:cNvPr id="241" name="Connecteur droit avec flèche 240">
              <a:extLst>
                <a:ext uri="{FF2B5EF4-FFF2-40B4-BE49-F238E27FC236}">
                  <a16:creationId xmlns:a16="http://schemas.microsoft.com/office/drawing/2014/main" id="{F6FBE6B6-4D68-7DE5-EF3B-FF92C3B584AF}"/>
                </a:ext>
              </a:extLst>
            </p:cNvPr>
            <p:cNvCxnSpPr>
              <a:cxnSpLocks/>
            </p:cNvCxnSpPr>
            <p:nvPr/>
          </p:nvCxnSpPr>
          <p:spPr>
            <a:xfrm>
              <a:off x="2878445" y="1609461"/>
              <a:ext cx="529007" cy="100122"/>
            </a:xfrm>
            <a:prstGeom prst="straightConnector1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arrow" w="sm" len="sm"/>
            </a:ln>
            <a:effectLst/>
          </p:spPr>
        </p:cxnSp>
        <p:sp>
          <p:nvSpPr>
            <p:cNvPr id="242" name="ZoneTexte 241">
              <a:extLst>
                <a:ext uri="{FF2B5EF4-FFF2-40B4-BE49-F238E27FC236}">
                  <a16:creationId xmlns:a16="http://schemas.microsoft.com/office/drawing/2014/main" id="{434B7796-FC11-B0D7-5863-9B366FEF9061}"/>
                </a:ext>
              </a:extLst>
            </p:cNvPr>
            <p:cNvSpPr txBox="1"/>
            <p:nvPr/>
          </p:nvSpPr>
          <p:spPr>
            <a:xfrm>
              <a:off x="1754529" y="1426569"/>
              <a:ext cx="143504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Tige ressort 3B</a:t>
              </a:r>
            </a:p>
          </p:txBody>
        </p:sp>
        <p:grpSp>
          <p:nvGrpSpPr>
            <p:cNvPr id="243" name="Modèle_Méca_PG_F_1_2">
              <a:extLst>
                <a:ext uri="{FF2B5EF4-FFF2-40B4-BE49-F238E27FC236}">
                  <a16:creationId xmlns:a16="http://schemas.microsoft.com/office/drawing/2014/main" id="{EB335293-1D17-92FB-12EF-0B54C9AA0AF4}"/>
                </a:ext>
              </a:extLst>
            </p:cNvPr>
            <p:cNvGrpSpPr>
              <a:grpSpLocks/>
            </p:cNvGrpSpPr>
            <p:nvPr/>
          </p:nvGrpSpPr>
          <p:grpSpPr bwMode="auto">
            <a:xfrm rot="5927048">
              <a:off x="3244626" y="1898257"/>
              <a:ext cx="346918" cy="174542"/>
              <a:chOff x="1760" y="1551"/>
              <a:chExt cx="856" cy="429"/>
            </a:xfrm>
            <a:solidFill>
              <a:sysClr val="window" lastClr="FFFFFF"/>
            </a:solidFill>
          </p:grpSpPr>
          <p:sp>
            <p:nvSpPr>
              <p:cNvPr id="244" name="Rectangle 25">
                <a:extLst>
                  <a:ext uri="{FF2B5EF4-FFF2-40B4-BE49-F238E27FC236}">
                    <a16:creationId xmlns:a16="http://schemas.microsoft.com/office/drawing/2014/main" id="{6CFDB89C-37D5-86C0-1D1A-4A8BD211C7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0" y="1551"/>
                <a:ext cx="852" cy="301"/>
              </a:xfrm>
              <a:prstGeom prst="rect">
                <a:avLst/>
              </a:prstGeom>
              <a:grpFill/>
              <a:ln w="28575">
                <a:solidFill>
                  <a:srgbClr val="00C000"/>
                </a:solidFill>
                <a:miter lim="800000"/>
                <a:headEnd/>
                <a:tailEnd type="none" w="med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245" name="Group 27">
                <a:extLst>
                  <a:ext uri="{FF2B5EF4-FFF2-40B4-BE49-F238E27FC236}">
                    <a16:creationId xmlns:a16="http://schemas.microsoft.com/office/drawing/2014/main" id="{C50C2EEA-CBE3-24E0-E5B0-857CED6DCA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64" y="1551"/>
                <a:ext cx="852" cy="429"/>
                <a:chOff x="1764" y="1551"/>
                <a:chExt cx="852" cy="429"/>
              </a:xfrm>
              <a:grpFill/>
            </p:grpSpPr>
            <p:sp>
              <p:nvSpPr>
                <p:cNvPr id="246" name="AutoShape 29">
                  <a:extLst>
                    <a:ext uri="{FF2B5EF4-FFF2-40B4-BE49-F238E27FC236}">
                      <a16:creationId xmlns:a16="http://schemas.microsoft.com/office/drawing/2014/main" id="{8AFD7FCA-7B9F-6E66-6B95-666D1FFBB0F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 rot="5400000">
                  <a:off x="2190" y="1852"/>
                  <a:ext cx="128" cy="128"/>
                </a:xfrm>
                <a:prstGeom prst="rtTriangle">
                  <a:avLst/>
                </a:prstGeom>
                <a:grpFill/>
                <a:ln w="28575">
                  <a:solidFill>
                    <a:srgbClr val="FFC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47" name="Rectangle 30">
                  <a:extLst>
                    <a:ext uri="{FF2B5EF4-FFF2-40B4-BE49-F238E27FC236}">
                      <a16:creationId xmlns:a16="http://schemas.microsoft.com/office/drawing/2014/main" id="{5D3F5FD6-BA36-B9D9-191A-CE82C80BEE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64" y="1551"/>
                  <a:ext cx="852" cy="301"/>
                </a:xfrm>
                <a:prstGeom prst="rect">
                  <a:avLst/>
                </a:prstGeom>
                <a:grpFill/>
                <a:ln w="28575">
                  <a:solidFill>
                    <a:srgbClr val="FFC000"/>
                  </a:solidFill>
                  <a:miter lim="800000"/>
                  <a:headEnd/>
                  <a:tailEnd type="none" w="med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248" name="ZoneTexte 247">
              <a:extLst>
                <a:ext uri="{FF2B5EF4-FFF2-40B4-BE49-F238E27FC236}">
                  <a16:creationId xmlns:a16="http://schemas.microsoft.com/office/drawing/2014/main" id="{0D8F7950-9F72-4782-AD70-1249736F7092}"/>
                </a:ext>
              </a:extLst>
            </p:cNvPr>
            <p:cNvSpPr txBox="1"/>
            <p:nvPr/>
          </p:nvSpPr>
          <p:spPr>
            <a:xfrm>
              <a:off x="1918998" y="2195418"/>
              <a:ext cx="1129773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</a:rPr>
                <a:t>Carter 4B </a:t>
              </a:r>
              <a:endParaRPr kumimoji="0" lang="fr-F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cxnSp>
          <p:nvCxnSpPr>
            <p:cNvPr id="249" name="Connecteur droit avec flèche 248">
              <a:extLst>
                <a:ext uri="{FF2B5EF4-FFF2-40B4-BE49-F238E27FC236}">
                  <a16:creationId xmlns:a16="http://schemas.microsoft.com/office/drawing/2014/main" id="{30003013-A8F0-47EE-E6CE-37A3AE1A03B1}"/>
                </a:ext>
              </a:extLst>
            </p:cNvPr>
            <p:cNvCxnSpPr>
              <a:cxnSpLocks/>
              <a:stCxn id="203" idx="1"/>
            </p:cNvCxnSpPr>
            <p:nvPr/>
          </p:nvCxnSpPr>
          <p:spPr>
            <a:xfrm flipV="1">
              <a:off x="3008173" y="864850"/>
              <a:ext cx="678129" cy="2547304"/>
            </a:xfrm>
            <a:prstGeom prst="straightConnector1">
              <a:avLst/>
            </a:prstGeom>
            <a:noFill/>
            <a:ln w="12700" cap="flat" cmpd="sng" algn="ctr">
              <a:solidFill>
                <a:sysClr val="window" lastClr="FFFFFF">
                  <a:lumMod val="50000"/>
                </a:sysClr>
              </a:solidFill>
              <a:prstDash val="dash"/>
              <a:miter lim="800000"/>
              <a:headEnd type="none" w="med" len="med"/>
              <a:tailEnd type="arrow" w="sm" len="sm"/>
            </a:ln>
            <a:effectLst/>
          </p:spPr>
        </p:cxnSp>
        <p:sp>
          <p:nvSpPr>
            <p:cNvPr id="250" name="ZoneTexte 249">
              <a:extLst>
                <a:ext uri="{FF2B5EF4-FFF2-40B4-BE49-F238E27FC236}">
                  <a16:creationId xmlns:a16="http://schemas.microsoft.com/office/drawing/2014/main" id="{07685843-8E8E-3DBA-7386-DBCAA54595B6}"/>
                </a:ext>
              </a:extLst>
            </p:cNvPr>
            <p:cNvSpPr txBox="1"/>
            <p:nvPr/>
          </p:nvSpPr>
          <p:spPr>
            <a:xfrm>
              <a:off x="2740165" y="603724"/>
              <a:ext cx="6347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y</a:t>
              </a:r>
              <a:r>
                <a:rPr kumimoji="0" lang="fr-F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0</a:t>
              </a:r>
              <a:r>
                <a:rPr kumimoji="0" lang="fr-FR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=y</a:t>
              </a:r>
              <a:r>
                <a:rPr kumimoji="0" lang="fr-F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</a:t>
              </a:r>
              <a:endPara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51" name="Arc 250">
              <a:extLst>
                <a:ext uri="{FF2B5EF4-FFF2-40B4-BE49-F238E27FC236}">
                  <a16:creationId xmlns:a16="http://schemas.microsoft.com/office/drawing/2014/main" id="{89AB70FC-C541-D1B1-F18B-6FB30511E3CC}"/>
                </a:ext>
              </a:extLst>
            </p:cNvPr>
            <p:cNvSpPr/>
            <p:nvPr/>
          </p:nvSpPr>
          <p:spPr>
            <a:xfrm>
              <a:off x="581914" y="1178425"/>
              <a:ext cx="4786573" cy="4786573"/>
            </a:xfrm>
            <a:prstGeom prst="arc">
              <a:avLst>
                <a:gd name="adj1" fmla="val 16243779"/>
                <a:gd name="adj2" fmla="val 17054138"/>
              </a:avLst>
            </a:prstGeom>
            <a:noFill/>
            <a:ln w="190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  <a:tailEnd type="arrow" w="sm" len="sm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2" name="ZoneTexte 251">
              <a:extLst>
                <a:ext uri="{FF2B5EF4-FFF2-40B4-BE49-F238E27FC236}">
                  <a16:creationId xmlns:a16="http://schemas.microsoft.com/office/drawing/2014/main" id="{3A2892B4-4D67-3C19-F4FC-2E17021AAA00}"/>
                </a:ext>
              </a:extLst>
            </p:cNvPr>
            <p:cNvSpPr txBox="1"/>
            <p:nvPr/>
          </p:nvSpPr>
          <p:spPr>
            <a:xfrm>
              <a:off x="3561931" y="1581245"/>
              <a:ext cx="4141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y</a:t>
              </a:r>
              <a:r>
                <a:rPr kumimoji="0" lang="fr-F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0</a:t>
              </a:r>
              <a:endPara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cxnSp>
          <p:nvCxnSpPr>
            <p:cNvPr id="253" name="Connecteur droit avec flèche 252">
              <a:extLst>
                <a:ext uri="{FF2B5EF4-FFF2-40B4-BE49-F238E27FC236}">
                  <a16:creationId xmlns:a16="http://schemas.microsoft.com/office/drawing/2014/main" id="{870DBCD9-D27B-003A-0ADE-AFD3287C87AB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 flipV="1">
              <a:off x="4262468" y="1549679"/>
              <a:ext cx="909015" cy="1992043"/>
            </a:xfrm>
            <a:prstGeom prst="straightConnector1">
              <a:avLst/>
            </a:prstGeom>
            <a:noFill/>
            <a:ln w="12700" cap="flat" cmpd="sng" algn="ctr">
              <a:solidFill>
                <a:sysClr val="window" lastClr="FFFFFF">
                  <a:lumMod val="50000"/>
                </a:sysClr>
              </a:solidFill>
              <a:prstDash val="dash"/>
              <a:miter lim="800000"/>
              <a:headEnd type="none" w="med" len="med"/>
              <a:tailEnd type="arrow" w="sm" len="sm"/>
            </a:ln>
            <a:effectLst/>
          </p:spPr>
        </p:cxnSp>
        <p:cxnSp>
          <p:nvCxnSpPr>
            <p:cNvPr id="254" name="Connecteur droit avec flèche 253">
              <a:extLst>
                <a:ext uri="{FF2B5EF4-FFF2-40B4-BE49-F238E27FC236}">
                  <a16:creationId xmlns:a16="http://schemas.microsoft.com/office/drawing/2014/main" id="{ED8050E8-C38C-F6F6-B77B-58587AD75B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5472" y="2682385"/>
              <a:ext cx="0" cy="796499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arrow" w="sm" len="sm"/>
            </a:ln>
            <a:effectLst/>
          </p:spPr>
        </p:cxnSp>
        <p:grpSp>
          <p:nvGrpSpPr>
            <p:cNvPr id="255" name="Group 2">
              <a:extLst>
                <a:ext uri="{FF2B5EF4-FFF2-40B4-BE49-F238E27FC236}">
                  <a16:creationId xmlns:a16="http://schemas.microsoft.com/office/drawing/2014/main" id="{0E7BC450-F2C3-5897-D878-9BE6DF5E042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815566" y="3874195"/>
              <a:ext cx="303213" cy="65697"/>
              <a:chOff x="3158" y="2625"/>
              <a:chExt cx="450" cy="98"/>
            </a:xfrm>
          </p:grpSpPr>
          <p:sp>
            <p:nvSpPr>
              <p:cNvPr id="256" name="Line 3">
                <a:extLst>
                  <a:ext uri="{FF2B5EF4-FFF2-40B4-BE49-F238E27FC236}">
                    <a16:creationId xmlns:a16="http://schemas.microsoft.com/office/drawing/2014/main" id="{1D66DFD7-A8BF-779D-F4B2-81EE0FA56FC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158" y="2625"/>
                <a:ext cx="450" cy="0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57" name="Line 4">
                <a:extLst>
                  <a:ext uri="{FF2B5EF4-FFF2-40B4-BE49-F238E27FC236}">
                    <a16:creationId xmlns:a16="http://schemas.microsoft.com/office/drawing/2014/main" id="{16965BC5-5DCE-11BC-4F0E-84702B275B3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3158" y="2625"/>
                <a:ext cx="47" cy="98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58" name="Line 5">
                <a:extLst>
                  <a:ext uri="{FF2B5EF4-FFF2-40B4-BE49-F238E27FC236}">
                    <a16:creationId xmlns:a16="http://schemas.microsoft.com/office/drawing/2014/main" id="{F0B19107-9F6A-F255-ECAC-FDE5A96F4A9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3252" y="2625"/>
                <a:ext cx="47" cy="98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59" name="Line 6">
                <a:extLst>
                  <a:ext uri="{FF2B5EF4-FFF2-40B4-BE49-F238E27FC236}">
                    <a16:creationId xmlns:a16="http://schemas.microsoft.com/office/drawing/2014/main" id="{300DB519-F1CA-80EA-0A0B-BE4442DD5F5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3346" y="2625"/>
                <a:ext cx="47" cy="98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60" name="Line 7">
                <a:extLst>
                  <a:ext uri="{FF2B5EF4-FFF2-40B4-BE49-F238E27FC236}">
                    <a16:creationId xmlns:a16="http://schemas.microsoft.com/office/drawing/2014/main" id="{5CC2294D-1511-F06A-20E9-8DDA60E3248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3444" y="2625"/>
                <a:ext cx="47" cy="98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61" name="Line 8">
                <a:extLst>
                  <a:ext uri="{FF2B5EF4-FFF2-40B4-BE49-F238E27FC236}">
                    <a16:creationId xmlns:a16="http://schemas.microsoft.com/office/drawing/2014/main" id="{852B31AC-8B58-80C7-B917-40945269984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3542" y="2625"/>
                <a:ext cx="47" cy="98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262" name="Line 15">
              <a:extLst>
                <a:ext uri="{FF2B5EF4-FFF2-40B4-BE49-F238E27FC236}">
                  <a16:creationId xmlns:a16="http://schemas.microsoft.com/office/drawing/2014/main" id="{E0A98E95-B734-A829-782E-39E7D0FC132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16200000">
              <a:off x="2889368" y="3801985"/>
              <a:ext cx="144420" cy="0"/>
            </a:xfrm>
            <a:prstGeom prst="line">
              <a:avLst/>
            </a:prstGeom>
            <a:noFill/>
            <a:ln w="28575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63" name="ZoneTexte 262">
              <a:extLst>
                <a:ext uri="{FF2B5EF4-FFF2-40B4-BE49-F238E27FC236}">
                  <a16:creationId xmlns:a16="http://schemas.microsoft.com/office/drawing/2014/main" id="{4F23B63F-B7D1-44A9-F6F2-54FA300DDF21}"/>
                </a:ext>
              </a:extLst>
            </p:cNvPr>
            <p:cNvSpPr txBox="1"/>
            <p:nvPr/>
          </p:nvSpPr>
          <p:spPr>
            <a:xfrm>
              <a:off x="3726219" y="4540073"/>
              <a:ext cx="8620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Châssis 0</a:t>
              </a:r>
            </a:p>
          </p:txBody>
        </p:sp>
        <p:sp>
          <p:nvSpPr>
            <p:cNvPr id="264" name="Arc 263">
              <a:extLst>
                <a:ext uri="{FF2B5EF4-FFF2-40B4-BE49-F238E27FC236}">
                  <a16:creationId xmlns:a16="http://schemas.microsoft.com/office/drawing/2014/main" id="{3C9AA6E3-F7AC-46F8-4B34-7A9AC26F8B44}"/>
                </a:ext>
              </a:extLst>
            </p:cNvPr>
            <p:cNvSpPr/>
            <p:nvPr/>
          </p:nvSpPr>
          <p:spPr>
            <a:xfrm>
              <a:off x="3361042" y="2982433"/>
              <a:ext cx="1743799" cy="1743799"/>
            </a:xfrm>
            <a:prstGeom prst="arc">
              <a:avLst>
                <a:gd name="adj1" fmla="val 16243779"/>
                <a:gd name="adj2" fmla="val 17219821"/>
              </a:avLst>
            </a:prstGeom>
            <a:noFill/>
            <a:ln w="190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  <a:tailEnd type="arrow" w="sm" len="sm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5" name="ZoneTexte 264">
              <a:extLst>
                <a:ext uri="{FF2B5EF4-FFF2-40B4-BE49-F238E27FC236}">
                  <a16:creationId xmlns:a16="http://schemas.microsoft.com/office/drawing/2014/main" id="{B500FEEA-242D-1886-85E1-99F2A0F4B198}"/>
                </a:ext>
              </a:extLst>
            </p:cNvPr>
            <p:cNvSpPr txBox="1"/>
            <p:nvPr/>
          </p:nvSpPr>
          <p:spPr>
            <a:xfrm>
              <a:off x="3408836" y="620389"/>
              <a:ext cx="6347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</a:rPr>
                <a:t>y</a:t>
              </a:r>
              <a:r>
                <a:rPr kumimoji="0" lang="fr-F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</a:rPr>
                <a:t>B</a:t>
              </a:r>
              <a:endPara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</a:endParaRPr>
            </a:p>
          </p:txBody>
        </p:sp>
        <p:sp>
          <p:nvSpPr>
            <p:cNvPr id="266" name="ZoneTexte 265">
              <a:extLst>
                <a:ext uri="{FF2B5EF4-FFF2-40B4-BE49-F238E27FC236}">
                  <a16:creationId xmlns:a16="http://schemas.microsoft.com/office/drawing/2014/main" id="{0A1E0D8C-79FF-7334-1AB9-EC4BF9075F1C}"/>
                </a:ext>
              </a:extLst>
            </p:cNvPr>
            <p:cNvSpPr txBox="1"/>
            <p:nvPr/>
          </p:nvSpPr>
          <p:spPr>
            <a:xfrm>
              <a:off x="5110119" y="1332313"/>
              <a:ext cx="6347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</a:rPr>
                <a:t>y</a:t>
              </a:r>
              <a:r>
                <a:rPr kumimoji="0" lang="fr-F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</a:rPr>
                <a:t>A</a:t>
              </a:r>
              <a:endPara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</a:endParaRPr>
            </a:p>
          </p:txBody>
        </p:sp>
        <p:sp>
          <p:nvSpPr>
            <p:cNvPr id="267" name="ZoneTexte 266">
              <a:extLst>
                <a:ext uri="{FF2B5EF4-FFF2-40B4-BE49-F238E27FC236}">
                  <a16:creationId xmlns:a16="http://schemas.microsoft.com/office/drawing/2014/main" id="{397D273B-03E0-FE17-527E-9FBD1896C2B4}"/>
                </a:ext>
              </a:extLst>
            </p:cNvPr>
            <p:cNvSpPr txBox="1"/>
            <p:nvPr/>
          </p:nvSpPr>
          <p:spPr>
            <a:xfrm>
              <a:off x="4124384" y="2724509"/>
              <a:ext cx="6347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</a:rPr>
                <a:t>θ</a:t>
              </a:r>
              <a:r>
                <a:rPr kumimoji="0" lang="fr-F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</a:rPr>
                <a:t>A</a:t>
              </a:r>
              <a:r>
                <a:rPr kumimoji="0" lang="fr-FR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</a:rPr>
                <a:t>(t)</a:t>
              </a:r>
            </a:p>
          </p:txBody>
        </p:sp>
        <p:sp>
          <p:nvSpPr>
            <p:cNvPr id="268" name="ZoneTexte 267">
              <a:extLst>
                <a:ext uri="{FF2B5EF4-FFF2-40B4-BE49-F238E27FC236}">
                  <a16:creationId xmlns:a16="http://schemas.microsoft.com/office/drawing/2014/main" id="{A2771E59-F5BA-20DE-97FF-5EA28631D616}"/>
                </a:ext>
              </a:extLst>
            </p:cNvPr>
            <p:cNvSpPr txBox="1"/>
            <p:nvPr/>
          </p:nvSpPr>
          <p:spPr>
            <a:xfrm>
              <a:off x="3095765" y="932232"/>
              <a:ext cx="6347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</a:rPr>
                <a:t>θ</a:t>
              </a:r>
              <a:r>
                <a:rPr kumimoji="0" lang="fr-F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</a:rPr>
                <a:t>B</a:t>
              </a:r>
              <a:r>
                <a:rPr kumimoji="0" lang="fr-FR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</a:rPr>
                <a:t>(t)</a:t>
              </a:r>
              <a:endPara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00" name="Groupe 299">
            <a:extLst>
              <a:ext uri="{FF2B5EF4-FFF2-40B4-BE49-F238E27FC236}">
                <a16:creationId xmlns:a16="http://schemas.microsoft.com/office/drawing/2014/main" id="{E77F9231-0101-B9AB-61EF-A964E2BA215E}"/>
              </a:ext>
            </a:extLst>
          </p:cNvPr>
          <p:cNvGrpSpPr/>
          <p:nvPr/>
        </p:nvGrpSpPr>
        <p:grpSpPr>
          <a:xfrm>
            <a:off x="5740520" y="1223331"/>
            <a:ext cx="6066763" cy="4008195"/>
            <a:chOff x="301080" y="342244"/>
            <a:chExt cx="6066763" cy="4008195"/>
          </a:xfrm>
        </p:grpSpPr>
        <p:cxnSp>
          <p:nvCxnSpPr>
            <p:cNvPr id="270" name="Connecteur droit 269">
              <a:extLst>
                <a:ext uri="{FF2B5EF4-FFF2-40B4-BE49-F238E27FC236}">
                  <a16:creationId xmlns:a16="http://schemas.microsoft.com/office/drawing/2014/main" id="{1907B27A-911C-CDEE-329F-4BDD5FBDD4F9}"/>
                </a:ext>
              </a:extLst>
            </p:cNvPr>
            <p:cNvCxnSpPr/>
            <p:nvPr/>
          </p:nvCxnSpPr>
          <p:spPr>
            <a:xfrm flipH="1" flipV="1">
              <a:off x="3387446" y="505360"/>
              <a:ext cx="0" cy="3454699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271" name="Forme libre : forme 270">
              <a:extLst>
                <a:ext uri="{FF2B5EF4-FFF2-40B4-BE49-F238E27FC236}">
                  <a16:creationId xmlns:a16="http://schemas.microsoft.com/office/drawing/2014/main" id="{D38CB2E5-FEB0-84FD-D475-40AB1595522A}"/>
                </a:ext>
              </a:extLst>
            </p:cNvPr>
            <p:cNvSpPr/>
            <p:nvPr/>
          </p:nvSpPr>
          <p:spPr>
            <a:xfrm flipH="1">
              <a:off x="3436084" y="596996"/>
              <a:ext cx="1538591" cy="3425372"/>
            </a:xfrm>
            <a:custGeom>
              <a:avLst/>
              <a:gdLst>
                <a:gd name="connsiteX0" fmla="*/ 1466019 w 1538591"/>
                <a:gd name="connsiteY0" fmla="*/ 3425372 h 3425372"/>
                <a:gd name="connsiteX1" fmla="*/ 464533 w 1538591"/>
                <a:gd name="connsiteY1" fmla="*/ 2786743 h 3425372"/>
                <a:gd name="connsiteX2" fmla="*/ 76 w 1538591"/>
                <a:gd name="connsiteY2" fmla="*/ 1785258 h 3425372"/>
                <a:gd name="connsiteX3" fmla="*/ 493562 w 1538591"/>
                <a:gd name="connsiteY3" fmla="*/ 667658 h 3425372"/>
                <a:gd name="connsiteX4" fmla="*/ 1538591 w 1538591"/>
                <a:gd name="connsiteY4" fmla="*/ 0 h 342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8591" h="3425372">
                  <a:moveTo>
                    <a:pt x="1466019" y="3425372"/>
                  </a:moveTo>
                  <a:cubicBezTo>
                    <a:pt x="1087438" y="3242733"/>
                    <a:pt x="708857" y="3060095"/>
                    <a:pt x="464533" y="2786743"/>
                  </a:cubicBezTo>
                  <a:cubicBezTo>
                    <a:pt x="220209" y="2513391"/>
                    <a:pt x="-4762" y="2138439"/>
                    <a:pt x="76" y="1785258"/>
                  </a:cubicBezTo>
                  <a:cubicBezTo>
                    <a:pt x="4914" y="1432077"/>
                    <a:pt x="237143" y="965201"/>
                    <a:pt x="493562" y="667658"/>
                  </a:cubicBezTo>
                  <a:cubicBezTo>
                    <a:pt x="749981" y="370115"/>
                    <a:pt x="1144286" y="185057"/>
                    <a:pt x="1538591" y="0"/>
                  </a:cubicBez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2" name="Forme libre : forme 271">
              <a:extLst>
                <a:ext uri="{FF2B5EF4-FFF2-40B4-BE49-F238E27FC236}">
                  <a16:creationId xmlns:a16="http://schemas.microsoft.com/office/drawing/2014/main" id="{FF9B95F0-7423-5942-ABBF-15D7C35CC0FC}"/>
                </a:ext>
              </a:extLst>
            </p:cNvPr>
            <p:cNvSpPr/>
            <p:nvPr/>
          </p:nvSpPr>
          <p:spPr>
            <a:xfrm>
              <a:off x="1790799" y="534687"/>
              <a:ext cx="1538591" cy="3425372"/>
            </a:xfrm>
            <a:custGeom>
              <a:avLst/>
              <a:gdLst>
                <a:gd name="connsiteX0" fmla="*/ 1466019 w 1538591"/>
                <a:gd name="connsiteY0" fmla="*/ 3425372 h 3425372"/>
                <a:gd name="connsiteX1" fmla="*/ 464533 w 1538591"/>
                <a:gd name="connsiteY1" fmla="*/ 2786743 h 3425372"/>
                <a:gd name="connsiteX2" fmla="*/ 76 w 1538591"/>
                <a:gd name="connsiteY2" fmla="*/ 1785258 h 3425372"/>
                <a:gd name="connsiteX3" fmla="*/ 493562 w 1538591"/>
                <a:gd name="connsiteY3" fmla="*/ 667658 h 3425372"/>
                <a:gd name="connsiteX4" fmla="*/ 1538591 w 1538591"/>
                <a:gd name="connsiteY4" fmla="*/ 0 h 342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8591" h="3425372">
                  <a:moveTo>
                    <a:pt x="1466019" y="3425372"/>
                  </a:moveTo>
                  <a:cubicBezTo>
                    <a:pt x="1087438" y="3242733"/>
                    <a:pt x="708857" y="3060095"/>
                    <a:pt x="464533" y="2786743"/>
                  </a:cubicBezTo>
                  <a:cubicBezTo>
                    <a:pt x="220209" y="2513391"/>
                    <a:pt x="-4762" y="2138439"/>
                    <a:pt x="76" y="1785258"/>
                  </a:cubicBezTo>
                  <a:cubicBezTo>
                    <a:pt x="4914" y="1432077"/>
                    <a:pt x="237143" y="965201"/>
                    <a:pt x="493562" y="667658"/>
                  </a:cubicBezTo>
                  <a:cubicBezTo>
                    <a:pt x="749981" y="370115"/>
                    <a:pt x="1144286" y="185057"/>
                    <a:pt x="1538591" y="0"/>
                  </a:cubicBez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3" name="Ellipse 272">
              <a:extLst>
                <a:ext uri="{FF2B5EF4-FFF2-40B4-BE49-F238E27FC236}">
                  <a16:creationId xmlns:a16="http://schemas.microsoft.com/office/drawing/2014/main" id="{2069AD61-70AD-C14F-3949-DFCA879CAADF}"/>
                </a:ext>
              </a:extLst>
            </p:cNvPr>
            <p:cNvSpPr/>
            <p:nvPr/>
          </p:nvSpPr>
          <p:spPr>
            <a:xfrm>
              <a:off x="3134837" y="3758225"/>
              <a:ext cx="460978" cy="460978"/>
            </a:xfrm>
            <a:prstGeom prst="ellipse">
              <a:avLst/>
            </a:prstGeom>
            <a:solidFill>
              <a:sysClr val="window" lastClr="FFFFFF"/>
            </a:solidFill>
            <a:ln w="28575">
              <a:solidFill>
                <a:sysClr val="windowText" lastClr="000000"/>
              </a:solidFill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0</a:t>
              </a:r>
            </a:p>
          </p:txBody>
        </p:sp>
        <p:sp>
          <p:nvSpPr>
            <p:cNvPr id="274" name="Ellipse 273">
              <a:extLst>
                <a:ext uri="{FF2B5EF4-FFF2-40B4-BE49-F238E27FC236}">
                  <a16:creationId xmlns:a16="http://schemas.microsoft.com/office/drawing/2014/main" id="{076993F7-EDD0-509A-646B-E43C2CD4B2CE}"/>
                </a:ext>
              </a:extLst>
            </p:cNvPr>
            <p:cNvSpPr/>
            <p:nvPr/>
          </p:nvSpPr>
          <p:spPr>
            <a:xfrm>
              <a:off x="3134837" y="342244"/>
              <a:ext cx="460978" cy="460978"/>
            </a:xfrm>
            <a:prstGeom prst="ellipse">
              <a:avLst/>
            </a:prstGeom>
            <a:solidFill>
              <a:sysClr val="window" lastClr="FFFFFF"/>
            </a:solidFill>
            <a:ln w="28575">
              <a:solidFill>
                <a:srgbClr val="00B05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275" name="Ellipse 274">
              <a:extLst>
                <a:ext uri="{FF2B5EF4-FFF2-40B4-BE49-F238E27FC236}">
                  <a16:creationId xmlns:a16="http://schemas.microsoft.com/office/drawing/2014/main" id="{D4D13751-526E-7686-87C8-0572AD5EE260}"/>
                </a:ext>
              </a:extLst>
            </p:cNvPr>
            <p:cNvSpPr/>
            <p:nvPr/>
          </p:nvSpPr>
          <p:spPr>
            <a:xfrm>
              <a:off x="4037226" y="1013265"/>
              <a:ext cx="715428" cy="507989"/>
            </a:xfrm>
            <a:prstGeom prst="ellipse">
              <a:avLst/>
            </a:prstGeom>
            <a:solidFill>
              <a:sysClr val="window" lastClr="FFFFFF"/>
            </a:soli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3A</a:t>
              </a:r>
            </a:p>
          </p:txBody>
        </p:sp>
        <p:sp>
          <p:nvSpPr>
            <p:cNvPr id="276" name="Ellipse 275">
              <a:extLst>
                <a:ext uri="{FF2B5EF4-FFF2-40B4-BE49-F238E27FC236}">
                  <a16:creationId xmlns:a16="http://schemas.microsoft.com/office/drawing/2014/main" id="{617AFF9D-F1A5-D2E7-24EB-91B9FCCEFC27}"/>
                </a:ext>
              </a:extLst>
            </p:cNvPr>
            <p:cNvSpPr/>
            <p:nvPr/>
          </p:nvSpPr>
          <p:spPr>
            <a:xfrm>
              <a:off x="3156566" y="2055607"/>
              <a:ext cx="460978" cy="460978"/>
            </a:xfrm>
            <a:prstGeom prst="ellipse">
              <a:avLst/>
            </a:prstGeom>
            <a:solidFill>
              <a:sysClr val="window" lastClr="FFFFFF"/>
            </a:solidFill>
            <a:ln w="28575">
              <a:solidFill>
                <a:srgbClr val="CD17BC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CD17BC"/>
                  </a:solidFill>
                  <a:effectLst/>
                  <a:uLnTx/>
                  <a:uFillTx/>
                </a:rPr>
                <a:t>1</a:t>
              </a:r>
            </a:p>
          </p:txBody>
        </p:sp>
        <p:sp>
          <p:nvSpPr>
            <p:cNvPr id="277" name="Ellipse 276">
              <a:extLst>
                <a:ext uri="{FF2B5EF4-FFF2-40B4-BE49-F238E27FC236}">
                  <a16:creationId xmlns:a16="http://schemas.microsoft.com/office/drawing/2014/main" id="{B4FBD3EF-902C-7684-AA6E-117B2DF25374}"/>
                </a:ext>
              </a:extLst>
            </p:cNvPr>
            <p:cNvSpPr/>
            <p:nvPr/>
          </p:nvSpPr>
          <p:spPr>
            <a:xfrm>
              <a:off x="1985332" y="1013265"/>
              <a:ext cx="715428" cy="507989"/>
            </a:xfrm>
            <a:prstGeom prst="ellipse">
              <a:avLst/>
            </a:prstGeom>
            <a:solidFill>
              <a:sysClr val="window" lastClr="FFFFFF"/>
            </a:soli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3B</a:t>
              </a:r>
            </a:p>
          </p:txBody>
        </p:sp>
        <p:sp>
          <p:nvSpPr>
            <p:cNvPr id="278" name="Ellipse 277">
              <a:extLst>
                <a:ext uri="{FF2B5EF4-FFF2-40B4-BE49-F238E27FC236}">
                  <a16:creationId xmlns:a16="http://schemas.microsoft.com/office/drawing/2014/main" id="{2EE911C3-3B0B-8B48-229D-A0B65D26AAB0}"/>
                </a:ext>
              </a:extLst>
            </p:cNvPr>
            <p:cNvSpPr/>
            <p:nvPr/>
          </p:nvSpPr>
          <p:spPr>
            <a:xfrm>
              <a:off x="4478518" y="2102975"/>
              <a:ext cx="715428" cy="507989"/>
            </a:xfrm>
            <a:prstGeom prst="ellipse">
              <a:avLst/>
            </a:prstGeom>
            <a:solidFill>
              <a:sysClr val="window" lastClr="FFFFFF"/>
            </a:solidFill>
            <a:ln w="28575">
              <a:solidFill>
                <a:srgbClr val="FFC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</a:rPr>
                <a:t>4A</a:t>
              </a:r>
            </a:p>
          </p:txBody>
        </p:sp>
        <p:sp>
          <p:nvSpPr>
            <p:cNvPr id="279" name="Ellipse 278">
              <a:extLst>
                <a:ext uri="{FF2B5EF4-FFF2-40B4-BE49-F238E27FC236}">
                  <a16:creationId xmlns:a16="http://schemas.microsoft.com/office/drawing/2014/main" id="{8655C099-3D01-265A-99FC-3BD7F8146A80}"/>
                </a:ext>
              </a:extLst>
            </p:cNvPr>
            <p:cNvSpPr/>
            <p:nvPr/>
          </p:nvSpPr>
          <p:spPr>
            <a:xfrm>
              <a:off x="1453639" y="2129259"/>
              <a:ext cx="715428" cy="507989"/>
            </a:xfrm>
            <a:prstGeom prst="ellipse">
              <a:avLst/>
            </a:prstGeom>
            <a:solidFill>
              <a:sysClr val="window" lastClr="FFFFFF"/>
            </a:solidFill>
            <a:ln w="28575">
              <a:solidFill>
                <a:srgbClr val="FFC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</a:rPr>
                <a:t>4B</a:t>
              </a:r>
            </a:p>
          </p:txBody>
        </p:sp>
        <p:sp>
          <p:nvSpPr>
            <p:cNvPr id="280" name="Ellipse 279">
              <a:extLst>
                <a:ext uri="{FF2B5EF4-FFF2-40B4-BE49-F238E27FC236}">
                  <a16:creationId xmlns:a16="http://schemas.microsoft.com/office/drawing/2014/main" id="{7B3CF3DC-99D6-36B8-E238-E4D32489BE80}"/>
                </a:ext>
              </a:extLst>
            </p:cNvPr>
            <p:cNvSpPr/>
            <p:nvPr/>
          </p:nvSpPr>
          <p:spPr>
            <a:xfrm>
              <a:off x="4057123" y="3079895"/>
              <a:ext cx="715428" cy="507989"/>
            </a:xfrm>
            <a:prstGeom prst="ellipse">
              <a:avLst/>
            </a:prstGeom>
            <a:solidFill>
              <a:sysClr val="window" lastClr="FFFFFF"/>
            </a:solidFill>
            <a:ln w="28575">
              <a:solidFill>
                <a:srgbClr val="3333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</a:rPr>
                <a:t>5A</a:t>
              </a:r>
            </a:p>
          </p:txBody>
        </p:sp>
        <p:sp>
          <p:nvSpPr>
            <p:cNvPr id="281" name="Ellipse 280">
              <a:extLst>
                <a:ext uri="{FF2B5EF4-FFF2-40B4-BE49-F238E27FC236}">
                  <a16:creationId xmlns:a16="http://schemas.microsoft.com/office/drawing/2014/main" id="{AA989058-CE83-0105-AC4E-84C6AD6E534C}"/>
                </a:ext>
              </a:extLst>
            </p:cNvPr>
            <p:cNvSpPr/>
            <p:nvPr/>
          </p:nvSpPr>
          <p:spPr>
            <a:xfrm>
              <a:off x="2005229" y="3079895"/>
              <a:ext cx="715428" cy="507989"/>
            </a:xfrm>
            <a:prstGeom prst="ellipse">
              <a:avLst/>
            </a:prstGeom>
            <a:solidFill>
              <a:sysClr val="window" lastClr="FFFFFF"/>
            </a:solidFill>
            <a:ln w="28575">
              <a:solidFill>
                <a:srgbClr val="3333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</a:rPr>
                <a:t>5B</a:t>
              </a:r>
            </a:p>
          </p:txBody>
        </p:sp>
        <p:sp>
          <p:nvSpPr>
            <p:cNvPr id="282" name="ZoneTexte 281">
              <a:extLst>
                <a:ext uri="{FF2B5EF4-FFF2-40B4-BE49-F238E27FC236}">
                  <a16:creationId xmlns:a16="http://schemas.microsoft.com/office/drawing/2014/main" id="{8D4E64A9-EB86-786F-4E25-5DAD526757C6}"/>
                </a:ext>
              </a:extLst>
            </p:cNvPr>
            <p:cNvSpPr txBox="1"/>
            <p:nvPr/>
          </p:nvSpPr>
          <p:spPr>
            <a:xfrm>
              <a:off x="3892527" y="363500"/>
              <a:ext cx="9627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Rotule de centre D</a:t>
              </a:r>
            </a:p>
          </p:txBody>
        </p:sp>
        <p:sp>
          <p:nvSpPr>
            <p:cNvPr id="283" name="ZoneTexte 282">
              <a:extLst>
                <a:ext uri="{FF2B5EF4-FFF2-40B4-BE49-F238E27FC236}">
                  <a16:creationId xmlns:a16="http://schemas.microsoft.com/office/drawing/2014/main" id="{58BFEAF7-7CD8-B091-5138-B62FD0E7CF3D}"/>
                </a:ext>
              </a:extLst>
            </p:cNvPr>
            <p:cNvSpPr txBox="1"/>
            <p:nvPr/>
          </p:nvSpPr>
          <p:spPr>
            <a:xfrm>
              <a:off x="1933114" y="342244"/>
              <a:ext cx="9627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Rotule de centre D’</a:t>
              </a:r>
            </a:p>
          </p:txBody>
        </p:sp>
        <p:sp>
          <p:nvSpPr>
            <p:cNvPr id="284" name="ZoneTexte 283">
              <a:extLst>
                <a:ext uri="{FF2B5EF4-FFF2-40B4-BE49-F238E27FC236}">
                  <a16:creationId xmlns:a16="http://schemas.microsoft.com/office/drawing/2014/main" id="{0946481A-CA45-53F6-477E-E5A95B55AC85}"/>
                </a:ext>
              </a:extLst>
            </p:cNvPr>
            <p:cNvSpPr txBox="1"/>
            <p:nvPr/>
          </p:nvSpPr>
          <p:spPr>
            <a:xfrm>
              <a:off x="4834504" y="1406997"/>
              <a:ext cx="12942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Glissière de direction y3A</a:t>
              </a:r>
            </a:p>
          </p:txBody>
        </p:sp>
        <p:sp>
          <p:nvSpPr>
            <p:cNvPr id="285" name="ZoneTexte 284">
              <a:extLst>
                <a:ext uri="{FF2B5EF4-FFF2-40B4-BE49-F238E27FC236}">
                  <a16:creationId xmlns:a16="http://schemas.microsoft.com/office/drawing/2014/main" id="{30D38B61-ABA5-4E25-DF78-013E6AAC62A0}"/>
                </a:ext>
              </a:extLst>
            </p:cNvPr>
            <p:cNvSpPr txBox="1"/>
            <p:nvPr/>
          </p:nvSpPr>
          <p:spPr>
            <a:xfrm>
              <a:off x="2789813" y="1202638"/>
              <a:ext cx="12086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  Pivot  d’ 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     axe   (A,z0)</a:t>
              </a:r>
            </a:p>
          </p:txBody>
        </p:sp>
        <p:sp>
          <p:nvSpPr>
            <p:cNvPr id="286" name="ZoneTexte 285">
              <a:extLst>
                <a:ext uri="{FF2B5EF4-FFF2-40B4-BE49-F238E27FC236}">
                  <a16:creationId xmlns:a16="http://schemas.microsoft.com/office/drawing/2014/main" id="{C0BB15F0-8576-081F-28CC-A976FC2FDCCC}"/>
                </a:ext>
              </a:extLst>
            </p:cNvPr>
            <p:cNvSpPr txBox="1"/>
            <p:nvPr/>
          </p:nvSpPr>
          <p:spPr>
            <a:xfrm>
              <a:off x="2485939" y="2595225"/>
              <a:ext cx="12771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    Glissière  de 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   direction  y0</a:t>
              </a:r>
            </a:p>
          </p:txBody>
        </p:sp>
        <p:sp>
          <p:nvSpPr>
            <p:cNvPr id="287" name="ZoneTexte 286">
              <a:extLst>
                <a:ext uri="{FF2B5EF4-FFF2-40B4-BE49-F238E27FC236}">
                  <a16:creationId xmlns:a16="http://schemas.microsoft.com/office/drawing/2014/main" id="{6F8ED5C2-06DB-31A3-4708-057B4B4E49DB}"/>
                </a:ext>
              </a:extLst>
            </p:cNvPr>
            <p:cNvSpPr txBox="1"/>
            <p:nvPr/>
          </p:nvSpPr>
          <p:spPr>
            <a:xfrm>
              <a:off x="756861" y="1317013"/>
              <a:ext cx="12942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Glissière de direction y3B</a:t>
              </a:r>
            </a:p>
          </p:txBody>
        </p:sp>
        <p:sp>
          <p:nvSpPr>
            <p:cNvPr id="288" name="ZoneTexte 287">
              <a:extLst>
                <a:ext uri="{FF2B5EF4-FFF2-40B4-BE49-F238E27FC236}">
                  <a16:creationId xmlns:a16="http://schemas.microsoft.com/office/drawing/2014/main" id="{D8C227B3-4633-E1B3-55AA-C96BB8E1BB15}"/>
                </a:ext>
              </a:extLst>
            </p:cNvPr>
            <p:cNvSpPr txBox="1"/>
            <p:nvPr/>
          </p:nvSpPr>
          <p:spPr>
            <a:xfrm>
              <a:off x="4804914" y="2818114"/>
              <a:ext cx="12942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Glissière de direction y5A</a:t>
              </a:r>
            </a:p>
          </p:txBody>
        </p:sp>
        <p:sp>
          <p:nvSpPr>
            <p:cNvPr id="289" name="ZoneTexte 288">
              <a:extLst>
                <a:ext uri="{FF2B5EF4-FFF2-40B4-BE49-F238E27FC236}">
                  <a16:creationId xmlns:a16="http://schemas.microsoft.com/office/drawing/2014/main" id="{0DD4876B-561D-8945-0EAF-460919672BAA}"/>
                </a:ext>
              </a:extLst>
            </p:cNvPr>
            <p:cNvSpPr txBox="1"/>
            <p:nvPr/>
          </p:nvSpPr>
          <p:spPr>
            <a:xfrm>
              <a:off x="767253" y="2810669"/>
              <a:ext cx="12942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Glissière de direction y5B</a:t>
              </a:r>
            </a:p>
          </p:txBody>
        </p:sp>
        <p:sp>
          <p:nvSpPr>
            <p:cNvPr id="290" name="ZoneTexte 289">
              <a:extLst>
                <a:ext uri="{FF2B5EF4-FFF2-40B4-BE49-F238E27FC236}">
                  <a16:creationId xmlns:a16="http://schemas.microsoft.com/office/drawing/2014/main" id="{7470233F-76A0-4903-49D6-F740ACA0D475}"/>
                </a:ext>
              </a:extLst>
            </p:cNvPr>
            <p:cNvSpPr txBox="1"/>
            <p:nvPr/>
          </p:nvSpPr>
          <p:spPr>
            <a:xfrm>
              <a:off x="2073479" y="3725865"/>
              <a:ext cx="9627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Rotule de centre C’</a:t>
              </a:r>
            </a:p>
          </p:txBody>
        </p:sp>
        <p:sp>
          <p:nvSpPr>
            <p:cNvPr id="291" name="ZoneTexte 290">
              <a:extLst>
                <a:ext uri="{FF2B5EF4-FFF2-40B4-BE49-F238E27FC236}">
                  <a16:creationId xmlns:a16="http://schemas.microsoft.com/office/drawing/2014/main" id="{B8836526-5662-1642-35A0-873B4F9763EA}"/>
                </a:ext>
              </a:extLst>
            </p:cNvPr>
            <p:cNvSpPr txBox="1"/>
            <p:nvPr/>
          </p:nvSpPr>
          <p:spPr>
            <a:xfrm>
              <a:off x="3803875" y="3827219"/>
              <a:ext cx="9627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Rotule de centre C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2" name="ZoneTexte 291">
                  <a:extLst>
                    <a:ext uri="{FF2B5EF4-FFF2-40B4-BE49-F238E27FC236}">
                      <a16:creationId xmlns:a16="http://schemas.microsoft.com/office/drawing/2014/main" id="{D73A3D42-62A2-93EC-7222-8FE235CB0A61}"/>
                    </a:ext>
                  </a:extLst>
                </p:cNvPr>
                <p:cNvSpPr txBox="1"/>
                <p:nvPr/>
              </p:nvSpPr>
              <p:spPr>
                <a:xfrm>
                  <a:off x="3346670" y="1590022"/>
                  <a:ext cx="9579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fr-FR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fr-FR" sz="18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𝜽</m:t>
                          </m:r>
                        </m:e>
                        <m:sub>
                          <m:r>
                            <a:rPr kumimoji="0" lang="fr-FR" sz="18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𝟐𝟏</m:t>
                          </m:r>
                        </m:sub>
                      </m:sSub>
                      <m:d>
                        <m:dPr>
                          <m:ctrlPr>
                            <a:rPr kumimoji="0" lang="fr-FR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fr-FR" sz="18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𝒕</m:t>
                          </m:r>
                        </m:e>
                      </m:d>
                    </m:oMath>
                  </a14:m>
                  <a:r>
                    <a:rPr kumimoji="0" lang="fr-FR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:endPara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>
            <p:sp>
              <p:nvSpPr>
                <p:cNvPr id="292" name="ZoneTexte 291">
                  <a:extLst>
                    <a:ext uri="{FF2B5EF4-FFF2-40B4-BE49-F238E27FC236}">
                      <a16:creationId xmlns:a16="http://schemas.microsoft.com/office/drawing/2014/main" id="{D73A3D42-62A2-93EC-7222-8FE235CB0A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6670" y="1590022"/>
                  <a:ext cx="957932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3" name="ZoneTexte 292">
                  <a:extLst>
                    <a:ext uri="{FF2B5EF4-FFF2-40B4-BE49-F238E27FC236}">
                      <a16:creationId xmlns:a16="http://schemas.microsoft.com/office/drawing/2014/main" id="{B928A1B3-4323-5230-5389-BC8380CC065D}"/>
                    </a:ext>
                  </a:extLst>
                </p:cNvPr>
                <p:cNvSpPr txBox="1"/>
                <p:nvPr/>
              </p:nvSpPr>
              <p:spPr>
                <a:xfrm>
                  <a:off x="3505403" y="2637248"/>
                  <a:ext cx="9579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r-FR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fr-FR" sz="18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𝑫</m:t>
                            </m:r>
                          </m:e>
                          <m:sub>
                            <m:r>
                              <a:rPr kumimoji="0" lang="fr-FR" sz="18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𝟏𝟎</m:t>
                            </m:r>
                          </m:sub>
                        </m:sSub>
                        <m:r>
                          <a:rPr kumimoji="0" lang="fr-FR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kumimoji="0" lang="fr-FR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𝒕</m:t>
                        </m:r>
                        <m:r>
                          <a:rPr kumimoji="0" lang="fr-FR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oMath>
                    </m:oMathPara>
                  </a14:m>
                  <a:endPara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>
            <p:sp>
              <p:nvSpPr>
                <p:cNvPr id="293" name="ZoneTexte 292">
                  <a:extLst>
                    <a:ext uri="{FF2B5EF4-FFF2-40B4-BE49-F238E27FC236}">
                      <a16:creationId xmlns:a16="http://schemas.microsoft.com/office/drawing/2014/main" id="{B928A1B3-4323-5230-5389-BC8380CC06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5403" y="2637248"/>
                  <a:ext cx="957932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4" name="ZoneTexte 293">
                  <a:extLst>
                    <a:ext uri="{FF2B5EF4-FFF2-40B4-BE49-F238E27FC236}">
                      <a16:creationId xmlns:a16="http://schemas.microsoft.com/office/drawing/2014/main" id="{70B59CE4-1307-599B-4E35-12A224BC96F2}"/>
                    </a:ext>
                  </a:extLst>
                </p:cNvPr>
                <p:cNvSpPr txBox="1"/>
                <p:nvPr/>
              </p:nvSpPr>
              <p:spPr>
                <a:xfrm>
                  <a:off x="5438872" y="2172303"/>
                  <a:ext cx="92897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r>
                        <a:rPr kumimoji="0" lang="fr-FR" sz="18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𝑫𝑨</m:t>
                      </m:r>
                      <m:r>
                        <a:rPr kumimoji="0" lang="fr-FR" sz="18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0" lang="fr-FR" sz="18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𝒕</m:t>
                      </m:r>
                      <m:r>
                        <a:rPr kumimoji="0" lang="fr-FR" sz="18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r>
                    <a:rPr kumimoji="0" lang="fr-FR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:endPara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>
            <p:sp>
              <p:nvSpPr>
                <p:cNvPr id="294" name="ZoneTexte 293">
                  <a:extLst>
                    <a:ext uri="{FF2B5EF4-FFF2-40B4-BE49-F238E27FC236}">
                      <a16:creationId xmlns:a16="http://schemas.microsoft.com/office/drawing/2014/main" id="{70B59CE4-1307-599B-4E35-12A224BC96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8872" y="2172303"/>
                  <a:ext cx="928971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5" name="ZoneTexte 294">
                  <a:extLst>
                    <a:ext uri="{FF2B5EF4-FFF2-40B4-BE49-F238E27FC236}">
                      <a16:creationId xmlns:a16="http://schemas.microsoft.com/office/drawing/2014/main" id="{79FC5495-5D7B-DB1D-C847-E3FF79050223}"/>
                    </a:ext>
                  </a:extLst>
                </p:cNvPr>
                <p:cNvSpPr txBox="1"/>
                <p:nvPr/>
              </p:nvSpPr>
              <p:spPr>
                <a:xfrm>
                  <a:off x="301080" y="2186571"/>
                  <a:ext cx="92897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r>
                        <a:rPr kumimoji="0" lang="fr-FR" sz="18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𝑫𝑩</m:t>
                      </m:r>
                      <m:r>
                        <a:rPr kumimoji="0" lang="fr-FR" sz="18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0" lang="fr-FR" sz="18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𝒕</m:t>
                      </m:r>
                      <m:r>
                        <a:rPr kumimoji="0" lang="fr-FR" sz="18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r>
                    <a:rPr kumimoji="0" lang="fr-FR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:endPara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>
            <p:sp>
              <p:nvSpPr>
                <p:cNvPr id="295" name="ZoneTexte 294">
                  <a:extLst>
                    <a:ext uri="{FF2B5EF4-FFF2-40B4-BE49-F238E27FC236}">
                      <a16:creationId xmlns:a16="http://schemas.microsoft.com/office/drawing/2014/main" id="{79FC5495-5D7B-DB1D-C847-E3FF790502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080" y="2186571"/>
                  <a:ext cx="928971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6" name="Connecteur droit avec flèche 295">
              <a:extLst>
                <a:ext uri="{FF2B5EF4-FFF2-40B4-BE49-F238E27FC236}">
                  <a16:creationId xmlns:a16="http://schemas.microsoft.com/office/drawing/2014/main" id="{EE0708FE-578A-D199-DE93-B9BC8C7678F9}"/>
                </a:ext>
              </a:extLst>
            </p:cNvPr>
            <p:cNvCxnSpPr/>
            <p:nvPr/>
          </p:nvCxnSpPr>
          <p:spPr>
            <a:xfrm flipH="1">
              <a:off x="864401" y="1892770"/>
              <a:ext cx="174171" cy="251211"/>
            </a:xfrm>
            <a:prstGeom prst="straightConnector1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97" name="Connecteur droit avec flèche 296">
              <a:extLst>
                <a:ext uri="{FF2B5EF4-FFF2-40B4-BE49-F238E27FC236}">
                  <a16:creationId xmlns:a16="http://schemas.microsoft.com/office/drawing/2014/main" id="{1352D6C9-4483-C56B-20AF-513CA75F73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9248" y="2616215"/>
              <a:ext cx="178022" cy="234926"/>
            </a:xfrm>
            <a:prstGeom prst="straightConnector1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98" name="Connecteur droit avec flèche 297">
              <a:extLst>
                <a:ext uri="{FF2B5EF4-FFF2-40B4-BE49-F238E27FC236}">
                  <a16:creationId xmlns:a16="http://schemas.microsoft.com/office/drawing/2014/main" id="{E27BA5DC-2D37-759F-E308-B19BA1E2C42E}"/>
                </a:ext>
              </a:extLst>
            </p:cNvPr>
            <p:cNvCxnSpPr>
              <a:cxnSpLocks/>
            </p:cNvCxnSpPr>
            <p:nvPr/>
          </p:nvCxnSpPr>
          <p:spPr>
            <a:xfrm>
              <a:off x="5588801" y="1914544"/>
              <a:ext cx="174171" cy="251211"/>
            </a:xfrm>
            <a:prstGeom prst="straightConnector1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99" name="Connecteur droit avec flèche 298">
              <a:extLst>
                <a:ext uri="{FF2B5EF4-FFF2-40B4-BE49-F238E27FC236}">
                  <a16:creationId xmlns:a16="http://schemas.microsoft.com/office/drawing/2014/main" id="{8CB09800-A151-8D22-29BC-CB3199798D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36538" y="2537192"/>
              <a:ext cx="178022" cy="234926"/>
            </a:xfrm>
            <a:prstGeom prst="straightConnector1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733520121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284</Words>
  <Application>Microsoft Office PowerPoint</Application>
  <PresentationFormat>Grand écran</PresentationFormat>
  <Paragraphs>111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Arial Nova</vt:lpstr>
      <vt:lpstr>Calibri</vt:lpstr>
      <vt:lpstr>Calibri Light</vt:lpstr>
      <vt:lpstr>Cambria Math</vt:lpstr>
      <vt:lpstr>Wingdings</vt:lpstr>
      <vt:lpstr>Rétrospective</vt:lpstr>
      <vt:lpstr>Présentation PowerPoint</vt:lpstr>
      <vt:lpstr>Présentation PowerPoint</vt:lpstr>
      <vt:lpstr>02 Chaîne fonctionnelle</vt:lpstr>
      <vt:lpstr>Exo-V</vt:lpstr>
      <vt:lpstr>04 – Résolution cinématique 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Xavier Pessoles</dc:creator>
  <cp:lastModifiedBy>Xavier Pessoles</cp:lastModifiedBy>
  <cp:revision>53</cp:revision>
  <cp:lastPrinted>2024-06-03T12:48:55Z</cp:lastPrinted>
  <dcterms:created xsi:type="dcterms:W3CDTF">2023-03-22T10:05:05Z</dcterms:created>
  <dcterms:modified xsi:type="dcterms:W3CDTF">2026-04-06T08:21:35Z</dcterms:modified>
</cp:coreProperties>
</file>