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5" r:id="rId3"/>
    <p:sldId id="266" r:id="rId4"/>
    <p:sldId id="267" r:id="rId5"/>
    <p:sldId id="269" r:id="rId6"/>
    <p:sldId id="276" r:id="rId7"/>
    <p:sldId id="277" r:id="rId8"/>
    <p:sldId id="281" r:id="rId9"/>
    <p:sldId id="279" r:id="rId10"/>
    <p:sldId id="278" r:id="rId11"/>
    <p:sldId id="280" r:id="rId12"/>
    <p:sldId id="282" r:id="rId13"/>
    <p:sldId id="275" r:id="rId14"/>
    <p:sldId id="284" r:id="rId15"/>
    <p:sldId id="283" r:id="rId16"/>
    <p:sldId id="285" r:id="rId17"/>
    <p:sldId id="272" r:id="rId18"/>
    <p:sldId id="271" r:id="rId19"/>
    <p:sldId id="27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47F"/>
    <a:srgbClr val="DFE3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>
        <p:scale>
          <a:sx n="66" d="100"/>
          <a:sy n="66" d="100"/>
        </p:scale>
        <p:origin x="576" y="-256"/>
      </p:cViewPr>
      <p:guideLst>
        <p:guide orient="horz" pos="218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135F6-2A09-4FDD-9ECA-096E230CA0FA}" type="datetimeFigureOut">
              <a:rPr lang="fr-FR" smtClean="0"/>
              <a:t>28/04/2026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6A38F-5C8E-497F-8761-3C4E0EEEA33A}" type="slidenum">
              <a:rPr lang="fr-FR" smtClean="0"/>
              <a:t>‹N°›</a:t>
            </a:fld>
            <a:endParaRPr lang="fr-F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84131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fr-FR" dirty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71463" indent="-269875">
              <a:defRPr/>
            </a:lvl1pPr>
            <a:lvl2pPr marL="449263" indent="-249238">
              <a:buClr>
                <a:schemeClr val="accent1"/>
              </a:buClr>
              <a:buSzPct val="80000"/>
              <a:defRPr/>
            </a:lvl2pPr>
            <a:lvl3pPr>
              <a:buClr>
                <a:schemeClr val="accent2"/>
              </a:buClr>
              <a:buSzPct val="80000"/>
              <a:defRPr/>
            </a:lvl3pPr>
            <a:lvl4pPr>
              <a:buClr>
                <a:schemeClr val="accent3"/>
              </a:buClr>
              <a:buSzPct val="80000"/>
              <a:defRPr/>
            </a:lvl4pPr>
            <a:lvl5pPr>
              <a:buClr>
                <a:schemeClr val="accent4"/>
              </a:buClr>
              <a:buSzPct val="80000"/>
              <a:defRPr/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135F6-2A09-4FDD-9ECA-096E230CA0FA}" type="datetimeFigureOut">
              <a:rPr lang="fr-FR" smtClean="0"/>
              <a:t>28/04/2026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6A38F-5C8E-497F-8761-3C4E0EEEA3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073859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135F6-2A09-4FDD-9ECA-096E230CA0FA}" type="datetimeFigureOut">
              <a:rPr lang="fr-FR" smtClean="0"/>
              <a:t>28/04/2026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6A38F-5C8E-497F-8761-3C4E0EEEA33A}" type="slidenum">
              <a:rPr lang="fr-FR" smtClean="0"/>
              <a:t>‹N°›</a:t>
            </a:fld>
            <a:endParaRPr lang="fr-F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32369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135F6-2A09-4FDD-9ECA-096E230CA0FA}" type="datetimeFigureOut">
              <a:rPr lang="fr-FR" smtClean="0"/>
              <a:t>28/04/2026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6A38F-5C8E-497F-8761-3C4E0EEEA3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58281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135F6-2A09-4FDD-9ECA-096E230CA0FA}" type="datetimeFigureOut">
              <a:rPr lang="fr-FR" smtClean="0"/>
              <a:t>28/04/2026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6A38F-5C8E-497F-8761-3C4E0EEEA3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57187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135F6-2A09-4FDD-9ECA-096E230CA0FA}" type="datetimeFigureOut">
              <a:rPr lang="fr-FR" smtClean="0"/>
              <a:t>28/04/2026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6A38F-5C8E-497F-8761-3C4E0EEEA3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623871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135F6-2A09-4FDD-9ECA-096E230CA0FA}" type="datetimeFigureOut">
              <a:rPr lang="fr-FR" smtClean="0"/>
              <a:t>28/04/2026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6A38F-5C8E-497F-8761-3C4E0EEEA3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242619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D7F135F6-2A09-4FDD-9ECA-096E230CA0FA}" type="datetimeFigureOut">
              <a:rPr lang="fr-FR" smtClean="0"/>
              <a:t>28/04/2026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7A6A38F-5C8E-497F-8761-3C4E0EEEA3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419469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135F6-2A09-4FDD-9ECA-096E230CA0FA}" type="datetimeFigureOut">
              <a:rPr lang="fr-FR" smtClean="0"/>
              <a:t>28/04/2026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6A38F-5C8E-497F-8761-3C4E0EEEA3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195341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135F6-2A09-4FDD-9ECA-096E230CA0FA}" type="datetimeFigureOut">
              <a:rPr lang="fr-FR" smtClean="0"/>
              <a:t>28/04/2026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6A38F-5C8E-497F-8761-3C4E0EEEA3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530107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135F6-2A09-4FDD-9ECA-096E230CA0FA}" type="datetimeFigureOut">
              <a:rPr lang="fr-FR" smtClean="0"/>
              <a:t>28/04/2026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6A38F-5C8E-497F-8761-3C4E0EEEA3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011295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2"/>
            <a:ext cx="12192000" cy="8827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795" y="981887"/>
            <a:ext cx="11956410" cy="5253339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845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D7F135F6-2A09-4FDD-9ECA-096E230CA0FA}" type="datetimeFigureOut">
              <a:rPr lang="fr-FR" smtClean="0"/>
              <a:t>28/04/2026</a:t>
            </a:fld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84474" y="6459785"/>
            <a:ext cx="662622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60429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B7A6A38F-5C8E-497F-8761-3C4E0EEEA33A}" type="slidenum">
              <a:rPr lang="fr-FR" smtClean="0"/>
              <a:t>‹N°›</a:t>
            </a:fld>
            <a:endParaRPr lang="fr-FR" dirty="0"/>
          </a:p>
        </p:txBody>
      </p:sp>
      <p:cxnSp>
        <p:nvCxnSpPr>
          <p:cNvPr id="10" name="Straight Connector 9"/>
          <p:cNvCxnSpPr>
            <a:cxnSpLocks/>
          </p:cNvCxnSpPr>
          <p:nvPr/>
        </p:nvCxnSpPr>
        <p:spPr>
          <a:xfrm>
            <a:off x="117795" y="891152"/>
            <a:ext cx="11956410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51999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71463" indent="-271463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tx2"/>
        </a:buClr>
        <a:buSzPct val="80000"/>
        <a:buFont typeface="Wingdings" panose="05000000000000000000" pitchFamily="2" charset="2"/>
        <a:buChar char="q"/>
        <a:defRPr lang="fr-FR" sz="2800" kern="1200" dirty="0" smtClean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449263" indent="-249238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Wingdings" panose="05000000000000000000" pitchFamily="2" charset="2"/>
        <a:buChar char="q"/>
        <a:defRPr lang="fr-FR" sz="2400" kern="1200" dirty="0" smtClean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627063" indent="-242888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SzPct val="80000"/>
        <a:buFont typeface="Wingdings" panose="05000000000000000000" pitchFamily="2" charset="2"/>
        <a:buChar char="q"/>
        <a:defRPr lang="fr-FR" sz="1800" kern="1200" dirty="0" smtClean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804863" indent="-238125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SzPct val="80000"/>
        <a:buFont typeface="Wingdings" panose="05000000000000000000" pitchFamily="2" charset="2"/>
        <a:buChar char="q"/>
        <a:defRPr lang="fr-FR" sz="1800" kern="1200" dirty="0" smtClean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82663" indent="-233363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4"/>
        </a:buClr>
        <a:buSzPct val="80000"/>
        <a:buFont typeface="Wingdings" panose="05000000000000000000" pitchFamily="2" charset="2"/>
        <a:buChar char="q"/>
        <a:defRPr lang="en-US" sz="1800" kern="1200" dirty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18" Type="http://schemas.openxmlformats.org/officeDocument/2006/relationships/image" Target="../media/image18.png"/><Relationship Id="rId3" Type="http://schemas.openxmlformats.org/officeDocument/2006/relationships/image" Target="../media/image3.png"/><Relationship Id="rId21" Type="http://schemas.openxmlformats.org/officeDocument/2006/relationships/image" Target="../media/image16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image" Target="../media/image2.png"/><Relationship Id="rId20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23" Type="http://schemas.openxmlformats.org/officeDocument/2006/relationships/image" Target="../media/image19.png"/><Relationship Id="rId10" Type="http://schemas.openxmlformats.org/officeDocument/2006/relationships/image" Target="../media/image10.png"/><Relationship Id="rId19" Type="http://schemas.openxmlformats.org/officeDocument/2006/relationships/image" Target="../media/image14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22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1.png"/><Relationship Id="rId2" Type="http://schemas.openxmlformats.org/officeDocument/2006/relationships/image" Target="../media/image26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1.png"/><Relationship Id="rId7" Type="http://schemas.openxmlformats.org/officeDocument/2006/relationships/image" Target="../media/image31.png"/><Relationship Id="rId2" Type="http://schemas.openxmlformats.org/officeDocument/2006/relationships/image" Target="../media/image26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1.png"/><Relationship Id="rId7" Type="http://schemas.openxmlformats.org/officeDocument/2006/relationships/image" Target="../media/image31.png"/><Relationship Id="rId2" Type="http://schemas.openxmlformats.org/officeDocument/2006/relationships/image" Target="../media/image26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29.png"/><Relationship Id="rId10" Type="http://schemas.openxmlformats.org/officeDocument/2006/relationships/image" Target="../media/image35.png"/><Relationship Id="rId4" Type="http://schemas.openxmlformats.org/officeDocument/2006/relationships/image" Target="../media/image28.png"/><Relationship Id="rId9" Type="http://schemas.openxmlformats.org/officeDocument/2006/relationships/image" Target="../media/image34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1.png"/><Relationship Id="rId7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0.png"/><Relationship Id="rId3" Type="http://schemas.openxmlformats.org/officeDocument/2006/relationships/image" Target="../media/image6.png"/><Relationship Id="rId7" Type="http://schemas.openxmlformats.org/officeDocument/2006/relationships/image" Target="../media/image1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11" Type="http://schemas.openxmlformats.org/officeDocument/2006/relationships/image" Target="../media/image290.png"/><Relationship Id="rId5" Type="http://schemas.openxmlformats.org/officeDocument/2006/relationships/image" Target="../media/image260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A169B8C-C613-5194-0894-54831B3305C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Moby </a:t>
            </a:r>
            <a:r>
              <a:rPr lang="fr-FR" dirty="0" err="1"/>
              <a:t>Crea</a:t>
            </a: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12914DB3-05EE-DC10-8133-D85DE6A654F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/>
              <a:t>Éléments de corrigés des </a:t>
            </a:r>
            <a:r>
              <a:rPr lang="fr-FR" dirty="0" err="1"/>
              <a:t>tp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898434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B23CFB6-C96F-2738-656C-799A569A5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3A0F49C-2000-CFFA-4CC2-9D86BC1329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966845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B794E1E6-E0CB-0314-482E-A48AE59E0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02</a:t>
            </a:r>
            <a:br>
              <a:rPr lang="fr-FR" dirty="0"/>
            </a:br>
            <a:r>
              <a:rPr lang="fr-FR" dirty="0"/>
              <a:t>Chaîne fonctionnelle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31164354-1A91-E980-2D9B-9062246D64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84944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Rectangle : coins arrondis 90">
            <a:extLst>
              <a:ext uri="{FF2B5EF4-FFF2-40B4-BE49-F238E27FC236}">
                <a16:creationId xmlns:a16="http://schemas.microsoft.com/office/drawing/2014/main" id="{6015CC9C-F06A-6145-07AB-90D570197E3C}"/>
              </a:ext>
            </a:extLst>
          </p:cNvPr>
          <p:cNvSpPr/>
          <p:nvPr/>
        </p:nvSpPr>
        <p:spPr>
          <a:xfrm>
            <a:off x="9648386" y="4190096"/>
            <a:ext cx="1365662" cy="652851"/>
          </a:xfrm>
          <a:prstGeom prst="roundRect">
            <a:avLst>
              <a:gd name="adj" fmla="val 11914"/>
            </a:avLst>
          </a:prstGeom>
          <a:solidFill>
            <a:srgbClr val="F7B8B3"/>
          </a:solidFill>
          <a:ln w="19050">
            <a:solidFill>
              <a:srgbClr val="F7B8B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00" dirty="0">
                <a:solidFill>
                  <a:srgbClr val="EE685D"/>
                </a:solidFill>
                <a:latin typeface="Arial Nova" panose="020B0504020202020204" pitchFamily="34" charset="0"/>
              </a:rPr>
              <a:t>Mécanisme </a:t>
            </a:r>
          </a:p>
          <a:p>
            <a:pPr algn="ctr"/>
            <a:r>
              <a:rPr lang="fr-FR" sz="900" dirty="0">
                <a:solidFill>
                  <a:srgbClr val="EE685D"/>
                </a:solidFill>
                <a:latin typeface="Arial Nova" panose="020B0504020202020204" pitchFamily="34" charset="0"/>
              </a:rPr>
              <a:t>Stator + Rotor – Vis + Ecrou + Bras</a:t>
            </a:r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E5C1CAA4-BEC8-E034-06F5-82D8ED3BF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Chaine fonctionnelle du </a:t>
            </a:r>
            <a:r>
              <a:rPr lang="fr-FR" dirty="0" err="1"/>
              <a:t>MaxPID</a:t>
            </a:r>
            <a:endParaRPr lang="fr-FR" dirty="0"/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F7822C3A-6752-03D9-8DF8-C9BF49763BD8}"/>
              </a:ext>
            </a:extLst>
          </p:cNvPr>
          <p:cNvSpPr/>
          <p:nvPr/>
        </p:nvSpPr>
        <p:spPr>
          <a:xfrm>
            <a:off x="1056905" y="1549834"/>
            <a:ext cx="1440000" cy="540000"/>
          </a:xfrm>
          <a:prstGeom prst="roundRect">
            <a:avLst>
              <a:gd name="adj" fmla="val 11914"/>
            </a:avLst>
          </a:prstGeom>
          <a:noFill/>
          <a:ln w="19050">
            <a:solidFill>
              <a:srgbClr val="004F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rgbClr val="004F77"/>
                </a:solidFill>
                <a:latin typeface="Arial Nova" panose="020B0504020202020204" pitchFamily="34" charset="0"/>
              </a:rPr>
              <a:t>Acquérir</a:t>
            </a: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FEC70D79-FF53-E1E6-8F5D-7DB4552BDEB8}"/>
              </a:ext>
            </a:extLst>
          </p:cNvPr>
          <p:cNvSpPr/>
          <p:nvPr/>
        </p:nvSpPr>
        <p:spPr>
          <a:xfrm>
            <a:off x="1056905" y="2324979"/>
            <a:ext cx="1440000" cy="946211"/>
          </a:xfrm>
          <a:prstGeom prst="roundRect">
            <a:avLst>
              <a:gd name="adj" fmla="val 11914"/>
            </a:avLst>
          </a:prstGeom>
          <a:solidFill>
            <a:srgbClr val="DFE3EB"/>
          </a:solidFill>
          <a:ln w="19050">
            <a:solidFill>
              <a:srgbClr val="DFE3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800" dirty="0">
                <a:solidFill>
                  <a:srgbClr val="004F77"/>
                </a:solidFill>
                <a:latin typeface="Arial Nova" panose="020B0504020202020204" pitchFamily="34" charset="0"/>
              </a:rPr>
              <a:t>Capteur de courant</a:t>
            </a:r>
          </a:p>
          <a:p>
            <a:pPr algn="ctr"/>
            <a:r>
              <a:rPr lang="fr-FR" sz="800" dirty="0">
                <a:solidFill>
                  <a:srgbClr val="004F77"/>
                </a:solidFill>
                <a:latin typeface="Arial Nova" panose="020B0504020202020204" pitchFamily="34" charset="0"/>
              </a:rPr>
              <a:t>Génératrice tachymétrique</a:t>
            </a:r>
          </a:p>
          <a:p>
            <a:pPr algn="ctr"/>
            <a:r>
              <a:rPr lang="fr-FR" sz="800" dirty="0">
                <a:solidFill>
                  <a:srgbClr val="004F77"/>
                </a:solidFill>
                <a:latin typeface="Arial Nova" panose="020B0504020202020204" pitchFamily="34" charset="0"/>
              </a:rPr>
              <a:t>Potentiomètre rotatif</a:t>
            </a:r>
          </a:p>
          <a:p>
            <a:pPr algn="ctr"/>
            <a:r>
              <a:rPr lang="fr-FR" sz="800" dirty="0">
                <a:solidFill>
                  <a:srgbClr val="004F77"/>
                </a:solidFill>
                <a:latin typeface="Arial Nova" panose="020B0504020202020204" pitchFamily="34" charset="0"/>
              </a:rPr>
              <a:t>(Codeur sur le </a:t>
            </a:r>
            <a:r>
              <a:rPr lang="fr-FR" sz="800" dirty="0" err="1">
                <a:solidFill>
                  <a:srgbClr val="004F77"/>
                </a:solidFill>
                <a:latin typeface="Arial Nova" panose="020B0504020202020204" pitchFamily="34" charset="0"/>
              </a:rPr>
              <a:t>Maxpid</a:t>
            </a:r>
            <a:r>
              <a:rPr lang="fr-FR" sz="800" dirty="0">
                <a:solidFill>
                  <a:srgbClr val="004F77"/>
                </a:solidFill>
                <a:latin typeface="Arial Nova" panose="020B0504020202020204" pitchFamily="34" charset="0"/>
              </a:rPr>
              <a:t>-E)</a:t>
            </a: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492C39D7-C7C7-3458-7E55-FC4FCBD955B0}"/>
              </a:ext>
            </a:extLst>
          </p:cNvPr>
          <p:cNvSpPr/>
          <p:nvPr/>
        </p:nvSpPr>
        <p:spPr>
          <a:xfrm>
            <a:off x="3229319" y="1548298"/>
            <a:ext cx="1440000" cy="540000"/>
          </a:xfrm>
          <a:prstGeom prst="roundRect">
            <a:avLst>
              <a:gd name="adj" fmla="val 11914"/>
            </a:avLst>
          </a:prstGeom>
          <a:noFill/>
          <a:ln w="19050">
            <a:solidFill>
              <a:srgbClr val="004F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rgbClr val="0C7391"/>
                </a:solidFill>
                <a:latin typeface="Arial Nova" panose="020B0504020202020204" pitchFamily="34" charset="0"/>
              </a:rPr>
              <a:t>Traiter</a:t>
            </a:r>
          </a:p>
        </p:txBody>
      </p:sp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5E73C37F-4A2D-AB41-B3A3-7332F9A357A2}"/>
              </a:ext>
            </a:extLst>
          </p:cNvPr>
          <p:cNvSpPr/>
          <p:nvPr/>
        </p:nvSpPr>
        <p:spPr>
          <a:xfrm>
            <a:off x="3218894" y="2341159"/>
            <a:ext cx="1440000" cy="540000"/>
          </a:xfrm>
          <a:prstGeom prst="roundRect">
            <a:avLst>
              <a:gd name="adj" fmla="val 11914"/>
            </a:avLst>
          </a:prstGeom>
          <a:solidFill>
            <a:srgbClr val="E4EBF0"/>
          </a:solidFill>
          <a:ln w="19050">
            <a:solidFill>
              <a:srgbClr val="E4EB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>
                <a:solidFill>
                  <a:srgbClr val="0C7391"/>
                </a:solidFill>
                <a:latin typeface="Arial Nova" panose="020B0504020202020204" pitchFamily="34" charset="0"/>
              </a:rPr>
              <a:t>Carte de traitement</a:t>
            </a:r>
          </a:p>
          <a:p>
            <a:pPr algn="ctr"/>
            <a:r>
              <a:rPr lang="fr-FR" sz="1000" dirty="0">
                <a:solidFill>
                  <a:srgbClr val="0C7391"/>
                </a:solidFill>
                <a:latin typeface="Arial Nova" panose="020B0504020202020204" pitchFamily="34" charset="0"/>
              </a:rPr>
              <a:t>Carte EPOS</a:t>
            </a:r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8BE8DB55-CD2C-9609-869B-BFB5FBA5A6D3}"/>
              </a:ext>
            </a:extLst>
          </p:cNvPr>
          <p:cNvSpPr/>
          <p:nvPr/>
        </p:nvSpPr>
        <p:spPr>
          <a:xfrm>
            <a:off x="5389319" y="1525957"/>
            <a:ext cx="1440000" cy="576000"/>
          </a:xfrm>
          <a:prstGeom prst="roundRect">
            <a:avLst>
              <a:gd name="adj" fmla="val 11914"/>
            </a:avLst>
          </a:prstGeom>
          <a:noFill/>
          <a:ln w="19050">
            <a:solidFill>
              <a:srgbClr val="08A5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rgbClr val="08A559"/>
                </a:solidFill>
                <a:latin typeface="Arial Nova" panose="020B0504020202020204" pitchFamily="34" charset="0"/>
              </a:rPr>
              <a:t>Communiquer</a:t>
            </a:r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E7C50B13-9945-267C-9C0F-3901C1922B55}"/>
              </a:ext>
            </a:extLst>
          </p:cNvPr>
          <p:cNvSpPr/>
          <p:nvPr/>
        </p:nvSpPr>
        <p:spPr>
          <a:xfrm>
            <a:off x="5389319" y="2319926"/>
            <a:ext cx="1406281" cy="534390"/>
          </a:xfrm>
          <a:prstGeom prst="roundRect">
            <a:avLst>
              <a:gd name="adj" fmla="val 11914"/>
            </a:avLst>
          </a:prstGeom>
          <a:solidFill>
            <a:srgbClr val="E8F3E8"/>
          </a:solidFill>
          <a:ln w="19050">
            <a:solidFill>
              <a:srgbClr val="E8F3E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>
                <a:solidFill>
                  <a:srgbClr val="08A559"/>
                </a:solidFill>
                <a:latin typeface="Arial Nova" panose="020B0504020202020204" pitchFamily="34" charset="0"/>
              </a:rPr>
              <a:t>Carte de </a:t>
            </a:r>
            <a:r>
              <a:rPr lang="fr-FR" sz="1100" dirty="0" err="1">
                <a:solidFill>
                  <a:srgbClr val="08A559"/>
                </a:solidFill>
                <a:latin typeface="Arial Nova" panose="020B0504020202020204" pitchFamily="34" charset="0"/>
              </a:rPr>
              <a:t>comm</a:t>
            </a:r>
            <a:endParaRPr lang="fr-FR" sz="1100" dirty="0">
              <a:solidFill>
                <a:srgbClr val="08A559"/>
              </a:solidFill>
              <a:latin typeface="Arial Nova" panose="020B0504020202020204" pitchFamily="34" charset="0"/>
            </a:endParaRPr>
          </a:p>
          <a:p>
            <a:pPr algn="ctr"/>
            <a:r>
              <a:rPr lang="fr-FR" sz="1100" dirty="0">
                <a:solidFill>
                  <a:srgbClr val="08A559"/>
                </a:solidFill>
                <a:latin typeface="Arial Nova" panose="020B0504020202020204" pitchFamily="34" charset="0"/>
              </a:rPr>
              <a:t>Carte EPOS</a:t>
            </a: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8CFBB7BE-C306-859A-CF41-F04DD9BC455C}"/>
              </a:ext>
            </a:extLst>
          </p:cNvPr>
          <p:cNvSpPr/>
          <p:nvPr/>
        </p:nvSpPr>
        <p:spPr>
          <a:xfrm>
            <a:off x="1056905" y="3542688"/>
            <a:ext cx="1440000" cy="540000"/>
          </a:xfrm>
          <a:prstGeom prst="roundRect">
            <a:avLst>
              <a:gd name="adj" fmla="val 11914"/>
            </a:avLst>
          </a:prstGeom>
          <a:noFill/>
          <a:ln w="19050">
            <a:solidFill>
              <a:srgbClr val="FDAD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rgbClr val="FDAD57"/>
                </a:solidFill>
                <a:latin typeface="Arial Nova" panose="020B0504020202020204" pitchFamily="34" charset="0"/>
              </a:rPr>
              <a:t>Alimenter</a:t>
            </a:r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D364B3FD-91A8-1B5F-5FD3-55E164E3B9AE}"/>
              </a:ext>
            </a:extLst>
          </p:cNvPr>
          <p:cNvSpPr/>
          <p:nvPr/>
        </p:nvSpPr>
        <p:spPr>
          <a:xfrm>
            <a:off x="1056905" y="4237443"/>
            <a:ext cx="1440000" cy="540000"/>
          </a:xfrm>
          <a:prstGeom prst="roundRect">
            <a:avLst>
              <a:gd name="adj" fmla="val 11914"/>
            </a:avLst>
          </a:prstGeom>
          <a:solidFill>
            <a:srgbClr val="FEE6CC"/>
          </a:solidFill>
          <a:ln w="19050">
            <a:solidFill>
              <a:srgbClr val="FEE6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rgbClr val="FDAD57"/>
                </a:solidFill>
                <a:latin typeface="Arial Nova" panose="020B0504020202020204" pitchFamily="34" charset="0"/>
              </a:rPr>
              <a:t>Alimentation</a:t>
            </a: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96A2B729-7EE6-8CA6-72B2-5A16AA5A785A}"/>
              </a:ext>
            </a:extLst>
          </p:cNvPr>
          <p:cNvSpPr/>
          <p:nvPr/>
        </p:nvSpPr>
        <p:spPr>
          <a:xfrm>
            <a:off x="3218894" y="3537925"/>
            <a:ext cx="1440000" cy="540000"/>
          </a:xfrm>
          <a:prstGeom prst="roundRect">
            <a:avLst>
              <a:gd name="adj" fmla="val 11914"/>
            </a:avLst>
          </a:prstGeom>
          <a:noFill/>
          <a:ln w="19050">
            <a:solidFill>
              <a:srgbClr val="0C739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rgbClr val="0C7391"/>
                </a:solidFill>
                <a:latin typeface="Arial Nova" panose="020B0504020202020204" pitchFamily="34" charset="0"/>
              </a:rPr>
              <a:t>Distribuer</a:t>
            </a: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3841B1B6-C546-170C-78BF-906D65F5DAA8}"/>
              </a:ext>
            </a:extLst>
          </p:cNvPr>
          <p:cNvSpPr/>
          <p:nvPr/>
        </p:nvSpPr>
        <p:spPr>
          <a:xfrm>
            <a:off x="3199256" y="4222480"/>
            <a:ext cx="1440000" cy="572255"/>
          </a:xfrm>
          <a:prstGeom prst="roundRect">
            <a:avLst>
              <a:gd name="adj" fmla="val 11914"/>
            </a:avLst>
          </a:prstGeom>
          <a:solidFill>
            <a:srgbClr val="9EC7D3"/>
          </a:solidFill>
          <a:ln w="19050">
            <a:solidFill>
              <a:srgbClr val="9EC7D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>
                <a:solidFill>
                  <a:srgbClr val="0C7391"/>
                </a:solidFill>
                <a:latin typeface="Arial Nova" panose="020B0504020202020204" pitchFamily="34" charset="0"/>
              </a:rPr>
              <a:t>Hacheur</a:t>
            </a:r>
            <a:endParaRPr lang="fr-FR" dirty="0">
              <a:solidFill>
                <a:srgbClr val="0C7391"/>
              </a:solidFill>
              <a:latin typeface="Arial Nova" panose="020B0504020202020204" pitchFamily="34" charset="0"/>
            </a:endParaRPr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B8181AD4-9AB8-CA7B-EFBF-8B9CD4369264}"/>
              </a:ext>
            </a:extLst>
          </p:cNvPr>
          <p:cNvSpPr/>
          <p:nvPr/>
        </p:nvSpPr>
        <p:spPr>
          <a:xfrm>
            <a:off x="5380883" y="3542688"/>
            <a:ext cx="1440000" cy="540000"/>
          </a:xfrm>
          <a:prstGeom prst="roundRect">
            <a:avLst>
              <a:gd name="adj" fmla="val 11914"/>
            </a:avLst>
          </a:prstGeom>
          <a:noFill/>
          <a:ln w="19050">
            <a:solidFill>
              <a:srgbClr val="68348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rgbClr val="68348B"/>
                </a:solidFill>
                <a:latin typeface="Arial Nova" panose="020B0504020202020204" pitchFamily="34" charset="0"/>
              </a:rPr>
              <a:t>Convertir</a:t>
            </a:r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7E462E27-42D7-734B-5E6F-B78EF40987B6}"/>
              </a:ext>
            </a:extLst>
          </p:cNvPr>
          <p:cNvSpPr/>
          <p:nvPr/>
        </p:nvSpPr>
        <p:spPr>
          <a:xfrm>
            <a:off x="5389319" y="4223146"/>
            <a:ext cx="1440000" cy="540000"/>
          </a:xfrm>
          <a:prstGeom prst="roundRect">
            <a:avLst>
              <a:gd name="adj" fmla="val 11914"/>
            </a:avLst>
          </a:prstGeom>
          <a:solidFill>
            <a:srgbClr val="C3AED1"/>
          </a:solidFill>
          <a:ln w="19050">
            <a:solidFill>
              <a:srgbClr val="C3AE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rgbClr val="68348B"/>
                </a:solidFill>
                <a:latin typeface="Arial Nova" panose="020B0504020202020204" pitchFamily="34" charset="0"/>
              </a:rPr>
              <a:t>Moteur à courant continu</a:t>
            </a: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AA76E29F-1BCE-DD76-499C-CE8F3E850A8E}"/>
              </a:ext>
            </a:extLst>
          </p:cNvPr>
          <p:cNvSpPr/>
          <p:nvPr/>
        </p:nvSpPr>
        <p:spPr>
          <a:xfrm>
            <a:off x="7542872" y="3545795"/>
            <a:ext cx="1365662" cy="534390"/>
          </a:xfrm>
          <a:prstGeom prst="roundRect">
            <a:avLst>
              <a:gd name="adj" fmla="val 11914"/>
            </a:avLst>
          </a:prstGeom>
          <a:noFill/>
          <a:ln w="19050">
            <a:solidFill>
              <a:srgbClr val="EE685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rgbClr val="EE685D"/>
                </a:solidFill>
                <a:latin typeface="Arial Nova" panose="020B0504020202020204" pitchFamily="34" charset="0"/>
              </a:rPr>
              <a:t>Transmettre</a:t>
            </a:r>
          </a:p>
        </p:txBody>
      </p:sp>
      <p:sp>
        <p:nvSpPr>
          <p:cNvPr id="19" name="Rectangle : coins arrondis 18">
            <a:extLst>
              <a:ext uri="{FF2B5EF4-FFF2-40B4-BE49-F238E27FC236}">
                <a16:creationId xmlns:a16="http://schemas.microsoft.com/office/drawing/2014/main" id="{A66FC087-C9BC-9FD1-6C13-AD7571852AD4}"/>
              </a:ext>
            </a:extLst>
          </p:cNvPr>
          <p:cNvSpPr/>
          <p:nvPr/>
        </p:nvSpPr>
        <p:spPr>
          <a:xfrm>
            <a:off x="7549319" y="4202642"/>
            <a:ext cx="1365662" cy="652851"/>
          </a:xfrm>
          <a:prstGeom prst="roundRect">
            <a:avLst>
              <a:gd name="adj" fmla="val 11914"/>
            </a:avLst>
          </a:prstGeom>
          <a:solidFill>
            <a:srgbClr val="F7B8B3"/>
          </a:solidFill>
          <a:ln w="19050">
            <a:solidFill>
              <a:srgbClr val="F7B8B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00" dirty="0">
                <a:solidFill>
                  <a:srgbClr val="EE685D"/>
                </a:solidFill>
                <a:latin typeface="Arial Nova" panose="020B0504020202020204" pitchFamily="34" charset="0"/>
              </a:rPr>
              <a:t>Vis – écrou à billes</a:t>
            </a:r>
          </a:p>
          <a:p>
            <a:pPr algn="ctr"/>
            <a:r>
              <a:rPr lang="fr-FR" sz="900" dirty="0">
                <a:solidFill>
                  <a:srgbClr val="EE685D"/>
                </a:solidFill>
                <a:latin typeface="Arial Nova" panose="020B0504020202020204" pitchFamily="34" charset="0"/>
              </a:rPr>
              <a:t>Pas : 4 mm</a:t>
            </a:r>
          </a:p>
        </p:txBody>
      </p:sp>
      <p:pic>
        <p:nvPicPr>
          <p:cNvPr id="20" name="Image 19">
            <a:extLst>
              <a:ext uri="{FF2B5EF4-FFF2-40B4-BE49-F238E27FC236}">
                <a16:creationId xmlns:a16="http://schemas.microsoft.com/office/drawing/2014/main" id="{7282EFC0-8E54-A4E0-6953-44E98A7B8B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4826" y="1603805"/>
            <a:ext cx="434918" cy="152010"/>
          </a:xfrm>
          <a:prstGeom prst="rect">
            <a:avLst/>
          </a:prstGeom>
        </p:spPr>
      </p:pic>
      <p:cxnSp>
        <p:nvCxnSpPr>
          <p:cNvPr id="21" name="Connecteur droit avec flèche 20">
            <a:extLst>
              <a:ext uri="{FF2B5EF4-FFF2-40B4-BE49-F238E27FC236}">
                <a16:creationId xmlns:a16="http://schemas.microsoft.com/office/drawing/2014/main" id="{BE599621-6A35-D218-9184-0073520A41FC}"/>
              </a:ext>
            </a:extLst>
          </p:cNvPr>
          <p:cNvCxnSpPr>
            <a:cxnSpLocks/>
          </p:cNvCxnSpPr>
          <p:nvPr/>
        </p:nvCxnSpPr>
        <p:spPr>
          <a:xfrm flipV="1">
            <a:off x="2496905" y="1827907"/>
            <a:ext cx="720000" cy="1536"/>
          </a:xfrm>
          <a:prstGeom prst="straightConnector1">
            <a:avLst/>
          </a:prstGeom>
          <a:ln w="25400" cap="rnd">
            <a:solidFill>
              <a:srgbClr val="004F77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avec flèche 21">
            <a:extLst>
              <a:ext uri="{FF2B5EF4-FFF2-40B4-BE49-F238E27FC236}">
                <a16:creationId xmlns:a16="http://schemas.microsoft.com/office/drawing/2014/main" id="{25CB3708-D27C-9C0F-920D-E2174EF1D3C1}"/>
              </a:ext>
            </a:extLst>
          </p:cNvPr>
          <p:cNvCxnSpPr/>
          <p:nvPr/>
        </p:nvCxnSpPr>
        <p:spPr>
          <a:xfrm flipV="1">
            <a:off x="4669319" y="1813957"/>
            <a:ext cx="720000" cy="1536"/>
          </a:xfrm>
          <a:prstGeom prst="straightConnector1">
            <a:avLst/>
          </a:prstGeom>
          <a:ln w="25400" cap="rnd">
            <a:solidFill>
              <a:srgbClr val="004F77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Image 22">
            <a:extLst>
              <a:ext uri="{FF2B5EF4-FFF2-40B4-BE49-F238E27FC236}">
                <a16:creationId xmlns:a16="http://schemas.microsoft.com/office/drawing/2014/main" id="{6B85577F-75F2-AC91-9B29-7674830D4F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8894" y="1418598"/>
            <a:ext cx="360000" cy="360000"/>
          </a:xfrm>
          <a:prstGeom prst="rect">
            <a:avLst/>
          </a:prstGeom>
        </p:spPr>
      </p:pic>
      <p:cxnSp>
        <p:nvCxnSpPr>
          <p:cNvPr id="24" name="Connecteur droit avec flèche 23">
            <a:extLst>
              <a:ext uri="{FF2B5EF4-FFF2-40B4-BE49-F238E27FC236}">
                <a16:creationId xmlns:a16="http://schemas.microsoft.com/office/drawing/2014/main" id="{4D3E9C84-1558-D9D2-B9AE-51FFDFD2ACAC}"/>
              </a:ext>
            </a:extLst>
          </p:cNvPr>
          <p:cNvCxnSpPr>
            <a:cxnSpLocks/>
          </p:cNvCxnSpPr>
          <p:nvPr/>
        </p:nvCxnSpPr>
        <p:spPr>
          <a:xfrm flipV="1">
            <a:off x="2509319" y="3811152"/>
            <a:ext cx="720000" cy="1536"/>
          </a:xfrm>
          <a:prstGeom prst="straightConnector1">
            <a:avLst/>
          </a:prstGeom>
          <a:ln w="25400" cap="rnd">
            <a:solidFill>
              <a:srgbClr val="FDAD57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oupe 24">
            <a:extLst>
              <a:ext uri="{FF2B5EF4-FFF2-40B4-BE49-F238E27FC236}">
                <a16:creationId xmlns:a16="http://schemas.microsoft.com/office/drawing/2014/main" id="{F7A18018-C728-6B01-3037-0421AF781FBB}"/>
              </a:ext>
            </a:extLst>
          </p:cNvPr>
          <p:cNvGrpSpPr/>
          <p:nvPr/>
        </p:nvGrpSpPr>
        <p:grpSpPr>
          <a:xfrm>
            <a:off x="1596905" y="3980066"/>
            <a:ext cx="360000" cy="360000"/>
            <a:chOff x="4197400" y="3547713"/>
            <a:chExt cx="1800000" cy="1800000"/>
          </a:xfrm>
        </p:grpSpPr>
        <p:sp>
          <p:nvSpPr>
            <p:cNvPr id="26" name="Ellipse 25">
              <a:extLst>
                <a:ext uri="{FF2B5EF4-FFF2-40B4-BE49-F238E27FC236}">
                  <a16:creationId xmlns:a16="http://schemas.microsoft.com/office/drawing/2014/main" id="{AF615AC5-8CF6-FF34-1EF7-5C5D2FE5B9E8}"/>
                </a:ext>
              </a:extLst>
            </p:cNvPr>
            <p:cNvSpPr/>
            <p:nvPr/>
          </p:nvSpPr>
          <p:spPr>
            <a:xfrm>
              <a:off x="4197400" y="3547713"/>
              <a:ext cx="1800000" cy="1800000"/>
            </a:xfrm>
            <a:prstGeom prst="ellipse">
              <a:avLst/>
            </a:prstGeom>
            <a:solidFill>
              <a:srgbClr val="FFB25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27" name="Image 26">
              <a:extLst>
                <a:ext uri="{FF2B5EF4-FFF2-40B4-BE49-F238E27FC236}">
                  <a16:creationId xmlns:a16="http://schemas.microsoft.com/office/drawing/2014/main" id="{D99F6707-A222-D5E1-C4A9-E878E9F04E6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526157" y="3876470"/>
              <a:ext cx="1142486" cy="1142486"/>
            </a:xfrm>
            <a:prstGeom prst="rect">
              <a:avLst/>
            </a:prstGeom>
          </p:spPr>
        </p:pic>
      </p:grpSp>
      <p:pic>
        <p:nvPicPr>
          <p:cNvPr id="28" name="Image 27">
            <a:extLst>
              <a:ext uri="{FF2B5EF4-FFF2-40B4-BE49-F238E27FC236}">
                <a16:creationId xmlns:a16="http://schemas.microsoft.com/office/drawing/2014/main" id="{35145E60-25D8-7A86-65AE-7F3729EC78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044" y="3666221"/>
            <a:ext cx="360000" cy="360000"/>
          </a:xfrm>
          <a:prstGeom prst="rect">
            <a:avLst/>
          </a:prstGeom>
        </p:spPr>
      </p:pic>
      <p:pic>
        <p:nvPicPr>
          <p:cNvPr id="29" name="Image 28">
            <a:extLst>
              <a:ext uri="{FF2B5EF4-FFF2-40B4-BE49-F238E27FC236}">
                <a16:creationId xmlns:a16="http://schemas.microsoft.com/office/drawing/2014/main" id="{3C7DD139-EB5F-1D13-171E-251FB77C6B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76905" y="3393409"/>
            <a:ext cx="360000" cy="360000"/>
          </a:xfrm>
          <a:prstGeom prst="rect">
            <a:avLst/>
          </a:prstGeom>
        </p:spPr>
      </p:pic>
      <p:cxnSp>
        <p:nvCxnSpPr>
          <p:cNvPr id="34" name="Connecteur droit avec flèche 33">
            <a:extLst>
              <a:ext uri="{FF2B5EF4-FFF2-40B4-BE49-F238E27FC236}">
                <a16:creationId xmlns:a16="http://schemas.microsoft.com/office/drawing/2014/main" id="{6E52C4D0-B55B-30AA-F92B-6E09F0A4D9C9}"/>
              </a:ext>
            </a:extLst>
          </p:cNvPr>
          <p:cNvCxnSpPr>
            <a:cxnSpLocks/>
          </p:cNvCxnSpPr>
          <p:nvPr/>
        </p:nvCxnSpPr>
        <p:spPr>
          <a:xfrm flipV="1">
            <a:off x="4669319" y="3798320"/>
            <a:ext cx="720000" cy="1536"/>
          </a:xfrm>
          <a:prstGeom prst="straightConnector1">
            <a:avLst/>
          </a:prstGeom>
          <a:ln w="25400" cap="rnd">
            <a:solidFill>
              <a:srgbClr val="0C739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5" name="Image 34">
            <a:extLst>
              <a:ext uri="{FF2B5EF4-FFF2-40B4-BE49-F238E27FC236}">
                <a16:creationId xmlns:a16="http://schemas.microsoft.com/office/drawing/2014/main" id="{F31071D2-3D9A-9512-E018-EA9EA1D5A0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38894" y="3393409"/>
            <a:ext cx="360000" cy="360000"/>
          </a:xfrm>
          <a:prstGeom prst="rect">
            <a:avLst/>
          </a:prstGeom>
        </p:spPr>
      </p:pic>
      <p:cxnSp>
        <p:nvCxnSpPr>
          <p:cNvPr id="39" name="Connecteur droit avec flèche 38">
            <a:extLst>
              <a:ext uri="{FF2B5EF4-FFF2-40B4-BE49-F238E27FC236}">
                <a16:creationId xmlns:a16="http://schemas.microsoft.com/office/drawing/2014/main" id="{75B4C387-2DFC-8DD6-0817-E4B93F7F3F85}"/>
              </a:ext>
            </a:extLst>
          </p:cNvPr>
          <p:cNvCxnSpPr>
            <a:cxnSpLocks/>
          </p:cNvCxnSpPr>
          <p:nvPr/>
        </p:nvCxnSpPr>
        <p:spPr>
          <a:xfrm flipV="1">
            <a:off x="6829319" y="3807925"/>
            <a:ext cx="720000" cy="1536"/>
          </a:xfrm>
          <a:prstGeom prst="straightConnector1">
            <a:avLst/>
          </a:prstGeom>
          <a:ln w="25400" cap="rnd">
            <a:solidFill>
              <a:srgbClr val="68348B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3" name="Image 42">
            <a:extLst>
              <a:ext uri="{FF2B5EF4-FFF2-40B4-BE49-F238E27FC236}">
                <a16:creationId xmlns:a16="http://schemas.microsoft.com/office/drawing/2014/main" id="{F1B5964F-3473-92A5-6A3A-F03DA766A90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93108" y="3418676"/>
            <a:ext cx="360000" cy="360000"/>
          </a:xfrm>
          <a:prstGeom prst="rect">
            <a:avLst/>
          </a:prstGeom>
        </p:spPr>
      </p:pic>
      <p:cxnSp>
        <p:nvCxnSpPr>
          <p:cNvPr id="44" name="Connecteur : en angle 43">
            <a:extLst>
              <a:ext uri="{FF2B5EF4-FFF2-40B4-BE49-F238E27FC236}">
                <a16:creationId xmlns:a16="http://schemas.microsoft.com/office/drawing/2014/main" id="{2C5943AA-979A-103D-FC4E-264A925A4FF0}"/>
              </a:ext>
            </a:extLst>
          </p:cNvPr>
          <p:cNvCxnSpPr>
            <a:cxnSpLocks/>
            <a:stCxn id="10" idx="3"/>
            <a:endCxn id="45" idx="3"/>
          </p:cNvCxnSpPr>
          <p:nvPr/>
        </p:nvCxnSpPr>
        <p:spPr>
          <a:xfrm flipH="1">
            <a:off x="6795600" y="1813957"/>
            <a:ext cx="33719" cy="1346496"/>
          </a:xfrm>
          <a:prstGeom prst="bentConnector3">
            <a:avLst>
              <a:gd name="adj1" fmla="val -1067152"/>
            </a:avLst>
          </a:prstGeom>
          <a:ln w="25400">
            <a:solidFill>
              <a:srgbClr val="08A559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ectangle : coins arrondis 44">
            <a:extLst>
              <a:ext uri="{FF2B5EF4-FFF2-40B4-BE49-F238E27FC236}">
                <a16:creationId xmlns:a16="http://schemas.microsoft.com/office/drawing/2014/main" id="{4EDA86AC-B60C-0765-FBC6-4E7119B8D620}"/>
              </a:ext>
            </a:extLst>
          </p:cNvPr>
          <p:cNvSpPr/>
          <p:nvPr/>
        </p:nvSpPr>
        <p:spPr>
          <a:xfrm>
            <a:off x="5389319" y="2994774"/>
            <a:ext cx="1406281" cy="331358"/>
          </a:xfrm>
          <a:prstGeom prst="roundRect">
            <a:avLst>
              <a:gd name="adj" fmla="val 11914"/>
            </a:avLst>
          </a:prstGeom>
          <a:solidFill>
            <a:srgbClr val="08A559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bg1"/>
                </a:solidFill>
                <a:latin typeface="Arial Nova" panose="020B0504020202020204" pitchFamily="34" charset="0"/>
              </a:rPr>
              <a:t>Ordres (PWM)</a:t>
            </a:r>
          </a:p>
        </p:txBody>
      </p:sp>
      <p:cxnSp>
        <p:nvCxnSpPr>
          <p:cNvPr id="46" name="Connecteur : en angle 45">
            <a:extLst>
              <a:ext uri="{FF2B5EF4-FFF2-40B4-BE49-F238E27FC236}">
                <a16:creationId xmlns:a16="http://schemas.microsoft.com/office/drawing/2014/main" id="{C9DF5005-6531-4D0B-0B32-A0A73479B4F0}"/>
              </a:ext>
            </a:extLst>
          </p:cNvPr>
          <p:cNvCxnSpPr>
            <a:cxnSpLocks/>
            <a:stCxn id="45" idx="1"/>
            <a:endCxn id="14" idx="0"/>
          </p:cNvCxnSpPr>
          <p:nvPr/>
        </p:nvCxnSpPr>
        <p:spPr>
          <a:xfrm rot="10800000" flipV="1">
            <a:off x="3938895" y="3160453"/>
            <a:ext cx="1450425" cy="377472"/>
          </a:xfrm>
          <a:prstGeom prst="bentConnector2">
            <a:avLst/>
          </a:prstGeom>
          <a:ln w="25400">
            <a:solidFill>
              <a:srgbClr val="08A559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7" name="Image 46">
            <a:extLst>
              <a:ext uri="{FF2B5EF4-FFF2-40B4-BE49-F238E27FC236}">
                <a16:creationId xmlns:a16="http://schemas.microsoft.com/office/drawing/2014/main" id="{5684C887-250C-3EE4-51A9-97E49BAEEC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108" y="2942920"/>
            <a:ext cx="180000" cy="180000"/>
          </a:xfrm>
          <a:prstGeom prst="rect">
            <a:avLst/>
          </a:prstGeom>
        </p:spPr>
      </p:pic>
      <p:pic>
        <p:nvPicPr>
          <p:cNvPr id="48" name="Image 47">
            <a:extLst>
              <a:ext uri="{FF2B5EF4-FFF2-40B4-BE49-F238E27FC236}">
                <a16:creationId xmlns:a16="http://schemas.microsoft.com/office/drawing/2014/main" id="{A2DBB512-E0D6-1DCF-AD42-945E614530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5152" y="3218549"/>
            <a:ext cx="180000" cy="180000"/>
          </a:xfrm>
          <a:prstGeom prst="rect">
            <a:avLst/>
          </a:prstGeom>
        </p:spPr>
      </p:pic>
      <p:sp>
        <p:nvSpPr>
          <p:cNvPr id="49" name="Rectangle : coins arrondis 48">
            <a:extLst>
              <a:ext uri="{FF2B5EF4-FFF2-40B4-BE49-F238E27FC236}">
                <a16:creationId xmlns:a16="http://schemas.microsoft.com/office/drawing/2014/main" id="{41C8C10B-28B1-AAD9-17B3-48F680D32BCC}"/>
              </a:ext>
            </a:extLst>
          </p:cNvPr>
          <p:cNvSpPr/>
          <p:nvPr/>
        </p:nvSpPr>
        <p:spPr>
          <a:xfrm>
            <a:off x="11719813" y="3534156"/>
            <a:ext cx="1365662" cy="1194790"/>
          </a:xfrm>
          <a:prstGeom prst="roundRect">
            <a:avLst>
              <a:gd name="adj" fmla="val 11914"/>
            </a:avLst>
          </a:prstGeom>
          <a:solidFill>
            <a:srgbClr val="B2CAD6"/>
          </a:solidFill>
          <a:ln w="19050">
            <a:solidFill>
              <a:srgbClr val="B2CAD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rgbClr val="0D587E"/>
                </a:solidFill>
                <a:latin typeface="Arial Nova" panose="020B0504020202020204" pitchFamily="34" charset="0"/>
              </a:rPr>
              <a:t>Bras</a:t>
            </a:r>
          </a:p>
        </p:txBody>
      </p:sp>
      <p:cxnSp>
        <p:nvCxnSpPr>
          <p:cNvPr id="50" name="Connecteur droit avec flèche 49">
            <a:extLst>
              <a:ext uri="{FF2B5EF4-FFF2-40B4-BE49-F238E27FC236}">
                <a16:creationId xmlns:a16="http://schemas.microsoft.com/office/drawing/2014/main" id="{505D6021-1B16-1674-733B-C648AC112904}"/>
              </a:ext>
            </a:extLst>
          </p:cNvPr>
          <p:cNvCxnSpPr>
            <a:cxnSpLocks/>
          </p:cNvCxnSpPr>
          <p:nvPr/>
        </p:nvCxnSpPr>
        <p:spPr>
          <a:xfrm flipV="1">
            <a:off x="10996452" y="3807925"/>
            <a:ext cx="720000" cy="1536"/>
          </a:xfrm>
          <a:prstGeom prst="straightConnector1">
            <a:avLst/>
          </a:prstGeom>
          <a:ln w="25400" cap="rnd">
            <a:solidFill>
              <a:srgbClr val="68348B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2" name="Groupe 51">
            <a:extLst>
              <a:ext uri="{FF2B5EF4-FFF2-40B4-BE49-F238E27FC236}">
                <a16:creationId xmlns:a16="http://schemas.microsoft.com/office/drawing/2014/main" id="{C3681FD9-BFE4-7350-1964-9C093DDF1B5E}"/>
              </a:ext>
            </a:extLst>
          </p:cNvPr>
          <p:cNvGrpSpPr/>
          <p:nvPr/>
        </p:nvGrpSpPr>
        <p:grpSpPr>
          <a:xfrm>
            <a:off x="3770117" y="2030387"/>
            <a:ext cx="360000" cy="360000"/>
            <a:chOff x="6138169" y="4069439"/>
            <a:chExt cx="1800000" cy="1800000"/>
          </a:xfrm>
        </p:grpSpPr>
        <p:sp>
          <p:nvSpPr>
            <p:cNvPr id="53" name="Ellipse 52">
              <a:extLst>
                <a:ext uri="{FF2B5EF4-FFF2-40B4-BE49-F238E27FC236}">
                  <a16:creationId xmlns:a16="http://schemas.microsoft.com/office/drawing/2014/main" id="{599396A5-DEE6-FF8C-4576-A72DC9E6130D}"/>
                </a:ext>
              </a:extLst>
            </p:cNvPr>
            <p:cNvSpPr/>
            <p:nvPr/>
          </p:nvSpPr>
          <p:spPr>
            <a:xfrm>
              <a:off x="6138169" y="4069439"/>
              <a:ext cx="1800000" cy="1800000"/>
            </a:xfrm>
            <a:prstGeom prst="ellipse">
              <a:avLst/>
            </a:prstGeom>
            <a:solidFill>
              <a:srgbClr val="0054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54" name="Image 53">
              <a:extLst>
                <a:ext uri="{FF2B5EF4-FFF2-40B4-BE49-F238E27FC236}">
                  <a16:creationId xmlns:a16="http://schemas.microsoft.com/office/drawing/2014/main" id="{F05DEF27-F929-BD20-2E07-1628A11DB34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243433" y="4174703"/>
              <a:ext cx="1589472" cy="1589472"/>
            </a:xfrm>
            <a:prstGeom prst="rect">
              <a:avLst/>
            </a:prstGeom>
          </p:spPr>
        </p:pic>
      </p:grpSp>
      <p:cxnSp>
        <p:nvCxnSpPr>
          <p:cNvPr id="55" name="Connecteur droit avec flèche 54">
            <a:extLst>
              <a:ext uri="{FF2B5EF4-FFF2-40B4-BE49-F238E27FC236}">
                <a16:creationId xmlns:a16="http://schemas.microsoft.com/office/drawing/2014/main" id="{CEC25A5B-4B64-B67F-296D-04E6B189266D}"/>
              </a:ext>
            </a:extLst>
          </p:cNvPr>
          <p:cNvCxnSpPr/>
          <p:nvPr/>
        </p:nvCxnSpPr>
        <p:spPr>
          <a:xfrm flipV="1">
            <a:off x="6829319" y="1735886"/>
            <a:ext cx="720000" cy="1536"/>
          </a:xfrm>
          <a:prstGeom prst="straightConnector1">
            <a:avLst/>
          </a:prstGeom>
          <a:ln w="25400">
            <a:solidFill>
              <a:srgbClr val="08A559"/>
            </a:solidFill>
            <a:headEnd type="stealth" w="med" len="lg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7" name="Groupe 56">
            <a:extLst>
              <a:ext uri="{FF2B5EF4-FFF2-40B4-BE49-F238E27FC236}">
                <a16:creationId xmlns:a16="http://schemas.microsoft.com/office/drawing/2014/main" id="{CA7F3E2C-9FA7-42D8-DEF0-9439478A5709}"/>
              </a:ext>
            </a:extLst>
          </p:cNvPr>
          <p:cNvGrpSpPr/>
          <p:nvPr/>
        </p:nvGrpSpPr>
        <p:grpSpPr>
          <a:xfrm rot="5400000" flipV="1">
            <a:off x="12248508" y="4154169"/>
            <a:ext cx="835963" cy="1617775"/>
            <a:chOff x="9150640" y="2423323"/>
            <a:chExt cx="835963" cy="2135794"/>
          </a:xfrm>
        </p:grpSpPr>
        <p:sp>
          <p:nvSpPr>
            <p:cNvPr id="58" name="Flèche : virage 57">
              <a:extLst>
                <a:ext uri="{FF2B5EF4-FFF2-40B4-BE49-F238E27FC236}">
                  <a16:creationId xmlns:a16="http://schemas.microsoft.com/office/drawing/2014/main" id="{A404FB7A-E23C-BD6A-6263-4B2DE2013DB7}"/>
                </a:ext>
              </a:extLst>
            </p:cNvPr>
            <p:cNvSpPr/>
            <p:nvPr/>
          </p:nvSpPr>
          <p:spPr>
            <a:xfrm rot="5400000">
              <a:off x="8500725" y="3073238"/>
              <a:ext cx="2135794" cy="835963"/>
            </a:xfrm>
            <a:prstGeom prst="bentArrow">
              <a:avLst>
                <a:gd name="adj1" fmla="val 31434"/>
                <a:gd name="adj2" fmla="val 25000"/>
                <a:gd name="adj3" fmla="val 17852"/>
                <a:gd name="adj4" fmla="val 20160"/>
              </a:avLst>
            </a:prstGeom>
            <a:solidFill>
              <a:srgbClr val="B2CA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>
                <a:solidFill>
                  <a:schemeClr val="tx1"/>
                </a:solidFill>
              </a:endParaRPr>
            </a:p>
          </p:txBody>
        </p:sp>
        <p:sp>
          <p:nvSpPr>
            <p:cNvPr id="59" name="ZoneTexte 58">
              <a:extLst>
                <a:ext uri="{FF2B5EF4-FFF2-40B4-BE49-F238E27FC236}">
                  <a16:creationId xmlns:a16="http://schemas.microsoft.com/office/drawing/2014/main" id="{D9969D2B-BFBA-54A7-C4C5-06DFD5138BC1}"/>
                </a:ext>
              </a:extLst>
            </p:cNvPr>
            <p:cNvSpPr txBox="1"/>
            <p:nvPr/>
          </p:nvSpPr>
          <p:spPr>
            <a:xfrm rot="16200000">
              <a:off x="8815678" y="3317013"/>
              <a:ext cx="1918043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fr-FR" sz="900" dirty="0">
                  <a:solidFill>
                    <a:schemeClr val="bg1"/>
                  </a:solidFill>
                  <a:latin typeface="Arial Nova" panose="020B0504020202020204" pitchFamily="34" charset="0"/>
                </a:rPr>
                <a:t>Bras en position finale</a:t>
              </a:r>
            </a:p>
          </p:txBody>
        </p:sp>
      </p:grpSp>
      <p:grpSp>
        <p:nvGrpSpPr>
          <p:cNvPr id="60" name="Groupe 59">
            <a:extLst>
              <a:ext uri="{FF2B5EF4-FFF2-40B4-BE49-F238E27FC236}">
                <a16:creationId xmlns:a16="http://schemas.microsoft.com/office/drawing/2014/main" id="{32A82909-C4F5-9AA0-D150-C388F421C774}"/>
              </a:ext>
            </a:extLst>
          </p:cNvPr>
          <p:cNvGrpSpPr/>
          <p:nvPr/>
        </p:nvGrpSpPr>
        <p:grpSpPr>
          <a:xfrm>
            <a:off x="10661488" y="2941725"/>
            <a:ext cx="1566153" cy="577809"/>
            <a:chOff x="9058474" y="2836569"/>
            <a:chExt cx="1566153" cy="577809"/>
          </a:xfrm>
        </p:grpSpPr>
        <p:sp>
          <p:nvSpPr>
            <p:cNvPr id="61" name="Flèche : virage 60">
              <a:extLst>
                <a:ext uri="{FF2B5EF4-FFF2-40B4-BE49-F238E27FC236}">
                  <a16:creationId xmlns:a16="http://schemas.microsoft.com/office/drawing/2014/main" id="{FED08932-ADD7-D2A1-8E5A-D62CEEB1B93F}"/>
                </a:ext>
              </a:extLst>
            </p:cNvPr>
            <p:cNvSpPr/>
            <p:nvPr/>
          </p:nvSpPr>
          <p:spPr>
            <a:xfrm rot="5400000">
              <a:off x="9563593" y="2353345"/>
              <a:ext cx="572849" cy="1549218"/>
            </a:xfrm>
            <a:prstGeom prst="bentArrow">
              <a:avLst>
                <a:gd name="adj1" fmla="val 38639"/>
                <a:gd name="adj2" fmla="val 38302"/>
                <a:gd name="adj3" fmla="val 16744"/>
                <a:gd name="adj4" fmla="val 20160"/>
              </a:avLst>
            </a:prstGeom>
            <a:solidFill>
              <a:srgbClr val="B2CA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>
                <a:solidFill>
                  <a:schemeClr val="tx1"/>
                </a:solidFill>
              </a:endParaRPr>
            </a:p>
          </p:txBody>
        </p:sp>
        <p:sp>
          <p:nvSpPr>
            <p:cNvPr id="62" name="ZoneTexte 61">
              <a:extLst>
                <a:ext uri="{FF2B5EF4-FFF2-40B4-BE49-F238E27FC236}">
                  <a16:creationId xmlns:a16="http://schemas.microsoft.com/office/drawing/2014/main" id="{2C25BFE2-5262-D3BC-BDD8-923C0B8002AD}"/>
                </a:ext>
              </a:extLst>
            </p:cNvPr>
            <p:cNvSpPr txBox="1"/>
            <p:nvPr/>
          </p:nvSpPr>
          <p:spPr>
            <a:xfrm>
              <a:off x="9058474" y="2836569"/>
              <a:ext cx="1473718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fr-FR" sz="800" dirty="0">
                  <a:solidFill>
                    <a:schemeClr val="bg1"/>
                  </a:solidFill>
                  <a:latin typeface="Arial Nova" panose="020B0504020202020204" pitchFamily="34" charset="0"/>
                </a:rPr>
                <a:t>Bras en position initiale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ZoneTexte 63">
                <a:extLst>
                  <a:ext uri="{FF2B5EF4-FFF2-40B4-BE49-F238E27FC236}">
                    <a16:creationId xmlns:a16="http://schemas.microsoft.com/office/drawing/2014/main" id="{A29D106A-C634-EC49-818B-7FFD6B86043E}"/>
                  </a:ext>
                </a:extLst>
              </p:cNvPr>
              <p:cNvSpPr txBox="1"/>
              <p:nvPr/>
            </p:nvSpPr>
            <p:spPr>
              <a:xfrm>
                <a:off x="170158" y="4004272"/>
                <a:ext cx="116196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1200" b="1" dirty="0">
                    <a:solidFill>
                      <a:srgbClr val="FFB25A"/>
                    </a:solidFill>
                    <a:latin typeface="Arial Nova" panose="020B0504020202020204" pitchFamily="34" charset="0"/>
                  </a:rPr>
                  <a:t>230 V </a:t>
                </a:r>
                <a14:m>
                  <m:oMath xmlns:m="http://schemas.openxmlformats.org/officeDocument/2006/math">
                    <m:r>
                      <a:rPr lang="fr-FR" sz="1200" b="1" i="1" smtClean="0">
                        <a:solidFill>
                          <a:srgbClr val="FFB25A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~</m:t>
                    </m:r>
                  </m:oMath>
                </a14:m>
                <a:endParaRPr lang="fr-FR" sz="1200" b="1" dirty="0">
                  <a:solidFill>
                    <a:srgbClr val="FFB25A"/>
                  </a:solidFill>
                  <a:latin typeface="Arial Nova" panose="020B0504020202020204" pitchFamily="34" charset="0"/>
                </a:endParaRPr>
              </a:p>
            </p:txBody>
          </p:sp>
        </mc:Choice>
        <mc:Fallback xmlns="">
          <p:sp>
            <p:nvSpPr>
              <p:cNvPr id="64" name="ZoneTexte 63">
                <a:extLst>
                  <a:ext uri="{FF2B5EF4-FFF2-40B4-BE49-F238E27FC236}">
                    <a16:creationId xmlns:a16="http://schemas.microsoft.com/office/drawing/2014/main" id="{A29D106A-C634-EC49-818B-7FFD6B8604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158" y="4004272"/>
                <a:ext cx="1161960" cy="276999"/>
              </a:xfrm>
              <a:prstGeom prst="rect">
                <a:avLst/>
              </a:prstGeom>
              <a:blipFill>
                <a:blip r:embed="rId8"/>
                <a:stretch>
                  <a:fillRect t="-2222" b="-1777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ZoneTexte 64">
                <a:extLst>
                  <a:ext uri="{FF2B5EF4-FFF2-40B4-BE49-F238E27FC236}">
                    <a16:creationId xmlns:a16="http://schemas.microsoft.com/office/drawing/2014/main" id="{98529472-463C-B655-7D36-3F43A14EC5EF}"/>
                  </a:ext>
                </a:extLst>
              </p:cNvPr>
              <p:cNvSpPr txBox="1"/>
              <p:nvPr/>
            </p:nvSpPr>
            <p:spPr>
              <a:xfrm>
                <a:off x="2282648" y="3831108"/>
                <a:ext cx="11619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1200" b="1" dirty="0">
                    <a:solidFill>
                      <a:srgbClr val="FFB25A"/>
                    </a:solidFill>
                    <a:latin typeface="Arial Nova" panose="020B0504020202020204" pitchFamily="34" charset="0"/>
                  </a:rPr>
                  <a:t> xx V </a:t>
                </a:r>
                <a14:m>
                  <m:oMath xmlns:m="http://schemas.openxmlformats.org/officeDocument/2006/math">
                    <m:r>
                      <a:rPr lang="fr-FR" sz="1200" b="1" i="0" smtClean="0">
                        <a:solidFill>
                          <a:srgbClr val="FFB25A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=</m:t>
                    </m:r>
                  </m:oMath>
                </a14:m>
                <a:endParaRPr lang="fr-FR" sz="1200" b="1" dirty="0">
                  <a:solidFill>
                    <a:srgbClr val="FFB25A"/>
                  </a:solidFill>
                  <a:latin typeface="Arial Nova" panose="020B050402020202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b="1" i="1" smtClean="0">
                          <a:solidFill>
                            <a:srgbClr val="FFB25A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𝓟</m:t>
                      </m:r>
                      <m:r>
                        <a:rPr lang="fr-FR" sz="1200" b="1" i="1" smtClean="0">
                          <a:solidFill>
                            <a:srgbClr val="FFB25A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fr-FR" sz="1200" b="1" i="1" smtClean="0">
                          <a:solidFill>
                            <a:srgbClr val="FFB25A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𝑼𝑰</m:t>
                      </m:r>
                    </m:oMath>
                  </m:oMathPara>
                </a14:m>
                <a:endParaRPr lang="fr-FR" sz="1200" b="1" dirty="0">
                  <a:solidFill>
                    <a:srgbClr val="FFB25A"/>
                  </a:solidFill>
                  <a:latin typeface="Arial Nova" panose="020B0504020202020204" pitchFamily="34" charset="0"/>
                </a:endParaRPr>
              </a:p>
            </p:txBody>
          </p:sp>
        </mc:Choice>
        <mc:Fallback xmlns="">
          <p:sp>
            <p:nvSpPr>
              <p:cNvPr id="65" name="ZoneTexte 64">
                <a:extLst>
                  <a:ext uri="{FF2B5EF4-FFF2-40B4-BE49-F238E27FC236}">
                    <a16:creationId xmlns:a16="http://schemas.microsoft.com/office/drawing/2014/main" id="{98529472-463C-B655-7D36-3F43A14EC5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2648" y="3831108"/>
                <a:ext cx="1161960" cy="46166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2" name="Rectangle 71">
            <a:extLst>
              <a:ext uri="{FF2B5EF4-FFF2-40B4-BE49-F238E27FC236}">
                <a16:creationId xmlns:a16="http://schemas.microsoft.com/office/drawing/2014/main" id="{22DFAA51-C6D3-9FCC-9035-87E9C9207526}"/>
              </a:ext>
            </a:extLst>
          </p:cNvPr>
          <p:cNvSpPr/>
          <p:nvPr/>
        </p:nvSpPr>
        <p:spPr>
          <a:xfrm>
            <a:off x="498044" y="5363610"/>
            <a:ext cx="8528438" cy="652851"/>
          </a:xfrm>
          <a:prstGeom prst="rect">
            <a:avLst/>
          </a:prstGeom>
          <a:solidFill>
            <a:srgbClr val="DFE3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9263" algn="just"/>
            <a:r>
              <a:rPr lang="fr-FR" sz="1400" dirty="0">
                <a:solidFill>
                  <a:srgbClr val="00547F"/>
                </a:solidFill>
              </a:rPr>
              <a:t>Tous </a:t>
            </a:r>
            <a:r>
              <a:rPr lang="fr-FR" sz="1400">
                <a:solidFill>
                  <a:srgbClr val="00547F"/>
                </a:solidFill>
              </a:rPr>
              <a:t>les capteurs </a:t>
            </a:r>
            <a:r>
              <a:rPr lang="fr-FR" sz="1400" dirty="0">
                <a:solidFill>
                  <a:srgbClr val="00547F"/>
                </a:solidFill>
              </a:rPr>
              <a:t>sont nécessaires au bon fonctionnement du système.</a:t>
            </a:r>
          </a:p>
        </p:txBody>
      </p:sp>
      <p:grpSp>
        <p:nvGrpSpPr>
          <p:cNvPr id="103" name="Groupe 102">
            <a:extLst>
              <a:ext uri="{FF2B5EF4-FFF2-40B4-BE49-F238E27FC236}">
                <a16:creationId xmlns:a16="http://schemas.microsoft.com/office/drawing/2014/main" id="{58AD15BE-FF0B-AB8F-1B32-BB8FEEBA2DEA}"/>
              </a:ext>
            </a:extLst>
          </p:cNvPr>
          <p:cNvGrpSpPr/>
          <p:nvPr/>
        </p:nvGrpSpPr>
        <p:grpSpPr>
          <a:xfrm>
            <a:off x="3747478" y="3931144"/>
            <a:ext cx="360000" cy="360000"/>
            <a:chOff x="4235640" y="2696679"/>
            <a:chExt cx="1800000" cy="1800000"/>
          </a:xfrm>
        </p:grpSpPr>
        <p:sp>
          <p:nvSpPr>
            <p:cNvPr id="104" name="Ellipse 103">
              <a:extLst>
                <a:ext uri="{FF2B5EF4-FFF2-40B4-BE49-F238E27FC236}">
                  <a16:creationId xmlns:a16="http://schemas.microsoft.com/office/drawing/2014/main" id="{617E9B91-42CB-D7A6-CB9D-2F41FFC4BB96}"/>
                </a:ext>
              </a:extLst>
            </p:cNvPr>
            <p:cNvSpPr/>
            <p:nvPr/>
          </p:nvSpPr>
          <p:spPr>
            <a:xfrm>
              <a:off x="4235640" y="2696679"/>
              <a:ext cx="1800000" cy="1800000"/>
            </a:xfrm>
            <a:prstGeom prst="ellipse">
              <a:avLst/>
            </a:prstGeom>
            <a:solidFill>
              <a:srgbClr val="0C739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pic>
          <p:nvPicPr>
            <p:cNvPr id="105" name="Image 104">
              <a:extLst>
                <a:ext uri="{FF2B5EF4-FFF2-40B4-BE49-F238E27FC236}">
                  <a16:creationId xmlns:a16="http://schemas.microsoft.com/office/drawing/2014/main" id="{99E60331-B84D-5566-9183-29714B6CECF8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4451640" y="3100228"/>
              <a:ext cx="1368000" cy="992903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ZoneTexte 1">
                <a:extLst>
                  <a:ext uri="{FF2B5EF4-FFF2-40B4-BE49-F238E27FC236}">
                    <a16:creationId xmlns:a16="http://schemas.microsoft.com/office/drawing/2014/main" id="{B39CA18C-C050-2248-E6F6-D99BB87303C8}"/>
                  </a:ext>
                </a:extLst>
              </p:cNvPr>
              <p:cNvSpPr txBox="1"/>
              <p:nvPr/>
            </p:nvSpPr>
            <p:spPr>
              <a:xfrm>
                <a:off x="4452429" y="3859412"/>
                <a:ext cx="11619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1200" b="1" dirty="0">
                    <a:solidFill>
                      <a:srgbClr val="FFB25A"/>
                    </a:solidFill>
                    <a:latin typeface="Arial Nova" panose="020B0504020202020204" pitchFamily="34" charset="0"/>
                  </a:rPr>
                  <a:t> xx V </a:t>
                </a:r>
                <a14:m>
                  <m:oMath xmlns:m="http://schemas.openxmlformats.org/officeDocument/2006/math">
                    <m:r>
                      <a:rPr lang="fr-FR" sz="1200" b="1" i="0" smtClean="0">
                        <a:solidFill>
                          <a:srgbClr val="FFB25A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=</m:t>
                    </m:r>
                  </m:oMath>
                </a14:m>
                <a:endParaRPr lang="fr-FR" sz="1200" b="1" dirty="0">
                  <a:solidFill>
                    <a:srgbClr val="FFB25A"/>
                  </a:solidFill>
                  <a:latin typeface="Arial Nova" panose="020B0504020202020204" pitchFamily="34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b="1" i="1" smtClean="0">
                          <a:solidFill>
                            <a:srgbClr val="FFB25A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𝓟</m:t>
                      </m:r>
                      <m:r>
                        <a:rPr lang="fr-FR" sz="1200" b="1" i="1" smtClean="0">
                          <a:solidFill>
                            <a:srgbClr val="FFB25A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fr-FR" sz="1200" b="1" i="1" smtClean="0">
                          <a:solidFill>
                            <a:srgbClr val="FFB25A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𝑼𝑰</m:t>
                      </m:r>
                    </m:oMath>
                  </m:oMathPara>
                </a14:m>
                <a:endParaRPr lang="fr-FR" sz="1200" b="1" dirty="0">
                  <a:solidFill>
                    <a:srgbClr val="FFB25A"/>
                  </a:solidFill>
                  <a:latin typeface="Arial Nova" panose="020B0504020202020204" pitchFamily="34" charset="0"/>
                </a:endParaRPr>
              </a:p>
            </p:txBody>
          </p:sp>
        </mc:Choice>
        <mc:Fallback xmlns="">
          <p:sp>
            <p:nvSpPr>
              <p:cNvPr id="2" name="ZoneTexte 1">
                <a:extLst>
                  <a:ext uri="{FF2B5EF4-FFF2-40B4-BE49-F238E27FC236}">
                    <a16:creationId xmlns:a16="http://schemas.microsoft.com/office/drawing/2014/main" id="{B39CA18C-C050-2248-E6F6-D99BB87303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2429" y="3859412"/>
                <a:ext cx="1161960" cy="46166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1" name="Groupe 30">
            <a:extLst>
              <a:ext uri="{FF2B5EF4-FFF2-40B4-BE49-F238E27FC236}">
                <a16:creationId xmlns:a16="http://schemas.microsoft.com/office/drawing/2014/main" id="{89225F91-8C4A-4D28-806F-C285AA8AEAEF}"/>
              </a:ext>
            </a:extLst>
          </p:cNvPr>
          <p:cNvGrpSpPr/>
          <p:nvPr/>
        </p:nvGrpSpPr>
        <p:grpSpPr>
          <a:xfrm>
            <a:off x="694382" y="2059338"/>
            <a:ext cx="360000" cy="360000"/>
            <a:chOff x="6054233" y="4960569"/>
            <a:chExt cx="1800000" cy="1800000"/>
          </a:xfrm>
        </p:grpSpPr>
        <p:sp>
          <p:nvSpPr>
            <p:cNvPr id="32" name="Ellipse 31">
              <a:extLst>
                <a:ext uri="{FF2B5EF4-FFF2-40B4-BE49-F238E27FC236}">
                  <a16:creationId xmlns:a16="http://schemas.microsoft.com/office/drawing/2014/main" id="{002BBCC8-7149-2E70-FA08-89D364A2E7EE}"/>
                </a:ext>
              </a:extLst>
            </p:cNvPr>
            <p:cNvSpPr/>
            <p:nvPr/>
          </p:nvSpPr>
          <p:spPr>
            <a:xfrm>
              <a:off x="6054233" y="4960569"/>
              <a:ext cx="1800000" cy="1800000"/>
            </a:xfrm>
            <a:prstGeom prst="ellipse">
              <a:avLst/>
            </a:prstGeom>
            <a:solidFill>
              <a:srgbClr val="0054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b="1"/>
            </a:p>
          </p:txBody>
        </p:sp>
        <p:pic>
          <p:nvPicPr>
            <p:cNvPr id="33" name="Image 32">
              <a:extLst>
                <a:ext uri="{FF2B5EF4-FFF2-40B4-BE49-F238E27FC236}">
                  <a16:creationId xmlns:a16="http://schemas.microsoft.com/office/drawing/2014/main" id="{6C676998-302E-BC6E-6F7D-BB576DC3168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6298697" y="5322283"/>
              <a:ext cx="1311072" cy="1076572"/>
            </a:xfrm>
            <a:prstGeom prst="rect">
              <a:avLst/>
            </a:prstGeom>
          </p:spPr>
        </p:pic>
      </p:grpSp>
      <p:grpSp>
        <p:nvGrpSpPr>
          <p:cNvPr id="76" name="Groupe 75">
            <a:extLst>
              <a:ext uri="{FF2B5EF4-FFF2-40B4-BE49-F238E27FC236}">
                <a16:creationId xmlns:a16="http://schemas.microsoft.com/office/drawing/2014/main" id="{19663B7E-D161-9EFA-9C0C-DD72CA7CD5F3}"/>
              </a:ext>
            </a:extLst>
          </p:cNvPr>
          <p:cNvGrpSpPr/>
          <p:nvPr/>
        </p:nvGrpSpPr>
        <p:grpSpPr>
          <a:xfrm>
            <a:off x="3739256" y="4678863"/>
            <a:ext cx="288000" cy="288000"/>
            <a:chOff x="6054233" y="4960569"/>
            <a:chExt cx="1800000" cy="1800000"/>
          </a:xfrm>
        </p:grpSpPr>
        <p:sp>
          <p:nvSpPr>
            <p:cNvPr id="83" name="Ellipse 82">
              <a:extLst>
                <a:ext uri="{FF2B5EF4-FFF2-40B4-BE49-F238E27FC236}">
                  <a16:creationId xmlns:a16="http://schemas.microsoft.com/office/drawing/2014/main" id="{16D5DB05-5A42-D1F5-377B-CDBD0872CC09}"/>
                </a:ext>
              </a:extLst>
            </p:cNvPr>
            <p:cNvSpPr/>
            <p:nvPr/>
          </p:nvSpPr>
          <p:spPr>
            <a:xfrm>
              <a:off x="6054233" y="4960569"/>
              <a:ext cx="1800000" cy="1800000"/>
            </a:xfrm>
            <a:prstGeom prst="ellipse">
              <a:avLst/>
            </a:prstGeom>
            <a:solidFill>
              <a:srgbClr val="0054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b="1"/>
            </a:p>
          </p:txBody>
        </p:sp>
        <p:pic>
          <p:nvPicPr>
            <p:cNvPr id="84" name="Image 83">
              <a:extLst>
                <a:ext uri="{FF2B5EF4-FFF2-40B4-BE49-F238E27FC236}">
                  <a16:creationId xmlns:a16="http://schemas.microsoft.com/office/drawing/2014/main" id="{7369074B-A1C6-2F25-51BF-F9B0973126E6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6298697" y="5322283"/>
              <a:ext cx="1311072" cy="1076572"/>
            </a:xfrm>
            <a:prstGeom prst="rect">
              <a:avLst/>
            </a:prstGeom>
          </p:spPr>
        </p:pic>
      </p:grpSp>
      <p:grpSp>
        <p:nvGrpSpPr>
          <p:cNvPr id="56" name="Groupe 55">
            <a:extLst>
              <a:ext uri="{FF2B5EF4-FFF2-40B4-BE49-F238E27FC236}">
                <a16:creationId xmlns:a16="http://schemas.microsoft.com/office/drawing/2014/main" id="{DF68A625-AE5C-1A7C-F5F9-AC430D107D83}"/>
              </a:ext>
            </a:extLst>
          </p:cNvPr>
          <p:cNvGrpSpPr/>
          <p:nvPr/>
        </p:nvGrpSpPr>
        <p:grpSpPr>
          <a:xfrm rot="5400000">
            <a:off x="7583512" y="1418598"/>
            <a:ext cx="720000" cy="720000"/>
            <a:chOff x="8494276" y="748802"/>
            <a:chExt cx="1800000" cy="1800000"/>
          </a:xfrm>
        </p:grpSpPr>
        <p:sp>
          <p:nvSpPr>
            <p:cNvPr id="75" name="Ellipse 74">
              <a:extLst>
                <a:ext uri="{FF2B5EF4-FFF2-40B4-BE49-F238E27FC236}">
                  <a16:creationId xmlns:a16="http://schemas.microsoft.com/office/drawing/2014/main" id="{9B8556EE-C14C-E3F8-ECFF-C9B72247AFEB}"/>
                </a:ext>
              </a:extLst>
            </p:cNvPr>
            <p:cNvSpPr/>
            <p:nvPr/>
          </p:nvSpPr>
          <p:spPr>
            <a:xfrm>
              <a:off x="8494276" y="748802"/>
              <a:ext cx="1800000" cy="1800000"/>
            </a:xfrm>
            <a:prstGeom prst="ellipse">
              <a:avLst/>
            </a:prstGeom>
            <a:solidFill>
              <a:srgbClr val="08AF5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pic>
          <p:nvPicPr>
            <p:cNvPr id="77" name="Image 76">
              <a:extLst>
                <a:ext uri="{FF2B5EF4-FFF2-40B4-BE49-F238E27FC236}">
                  <a16:creationId xmlns:a16="http://schemas.microsoft.com/office/drawing/2014/main" id="{34E96531-7B16-AC52-C1E6-052E6F7852E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8943232" y="938192"/>
              <a:ext cx="902088" cy="1440000"/>
            </a:xfrm>
            <a:prstGeom prst="rect">
              <a:avLst/>
            </a:prstGeom>
          </p:spPr>
        </p:pic>
      </p:grpSp>
      <p:grpSp>
        <p:nvGrpSpPr>
          <p:cNvPr id="78" name="Groupe 77">
            <a:extLst>
              <a:ext uri="{FF2B5EF4-FFF2-40B4-BE49-F238E27FC236}">
                <a16:creationId xmlns:a16="http://schemas.microsoft.com/office/drawing/2014/main" id="{62B9229E-5DD5-9728-B982-E481189F9BEC}"/>
              </a:ext>
            </a:extLst>
          </p:cNvPr>
          <p:cNvGrpSpPr/>
          <p:nvPr/>
        </p:nvGrpSpPr>
        <p:grpSpPr>
          <a:xfrm>
            <a:off x="5929319" y="3962771"/>
            <a:ext cx="360000" cy="360000"/>
            <a:chOff x="5775745" y="3144183"/>
            <a:chExt cx="1800000" cy="1800000"/>
          </a:xfrm>
        </p:grpSpPr>
        <p:sp>
          <p:nvSpPr>
            <p:cNvPr id="79" name="Ellipse 78">
              <a:extLst>
                <a:ext uri="{FF2B5EF4-FFF2-40B4-BE49-F238E27FC236}">
                  <a16:creationId xmlns:a16="http://schemas.microsoft.com/office/drawing/2014/main" id="{45D1B4DF-7033-EB1C-DEC9-639AE2145414}"/>
                </a:ext>
              </a:extLst>
            </p:cNvPr>
            <p:cNvSpPr/>
            <p:nvPr/>
          </p:nvSpPr>
          <p:spPr>
            <a:xfrm>
              <a:off x="5775745" y="3144183"/>
              <a:ext cx="1800000" cy="1800000"/>
            </a:xfrm>
            <a:prstGeom prst="ellipse">
              <a:avLst/>
            </a:prstGeom>
            <a:solidFill>
              <a:srgbClr val="68348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80" name="Image 79">
              <a:extLst>
                <a:ext uri="{FF2B5EF4-FFF2-40B4-BE49-F238E27FC236}">
                  <a16:creationId xmlns:a16="http://schemas.microsoft.com/office/drawing/2014/main" id="{E313AA97-25C8-7CFE-4F0E-0B1EFC00D5AF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5903821" y="3513485"/>
              <a:ext cx="1543848" cy="1061396"/>
            </a:xfrm>
            <a:prstGeom prst="rect">
              <a:avLst/>
            </a:prstGeom>
          </p:spPr>
        </p:pic>
      </p:grpSp>
      <p:cxnSp>
        <p:nvCxnSpPr>
          <p:cNvPr id="36" name="Connecteur : en angle 35">
            <a:extLst>
              <a:ext uri="{FF2B5EF4-FFF2-40B4-BE49-F238E27FC236}">
                <a16:creationId xmlns:a16="http://schemas.microsoft.com/office/drawing/2014/main" id="{C2AEE372-FD76-ECD7-B5E0-FBDBBD520A65}"/>
              </a:ext>
            </a:extLst>
          </p:cNvPr>
          <p:cNvCxnSpPr>
            <a:cxnSpLocks/>
          </p:cNvCxnSpPr>
          <p:nvPr/>
        </p:nvCxnSpPr>
        <p:spPr>
          <a:xfrm rot="5400000" flipH="1">
            <a:off x="1854634" y="696188"/>
            <a:ext cx="3107098" cy="5372209"/>
          </a:xfrm>
          <a:prstGeom prst="bentConnector4">
            <a:avLst>
              <a:gd name="adj1" fmla="val -7357"/>
              <a:gd name="adj2" fmla="val 109671"/>
            </a:avLst>
          </a:prstGeom>
          <a:ln w="25400" cap="rnd">
            <a:solidFill>
              <a:srgbClr val="004F77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eur : en angle 41">
            <a:extLst>
              <a:ext uri="{FF2B5EF4-FFF2-40B4-BE49-F238E27FC236}">
                <a16:creationId xmlns:a16="http://schemas.microsoft.com/office/drawing/2014/main" id="{2AE03594-D3AE-333C-8170-CA27A08C2D8C}"/>
              </a:ext>
            </a:extLst>
          </p:cNvPr>
          <p:cNvCxnSpPr>
            <a:cxnSpLocks/>
            <a:stCxn id="83" idx="4"/>
            <a:endCxn id="33" idx="1"/>
          </p:cNvCxnSpPr>
          <p:nvPr/>
        </p:nvCxnSpPr>
        <p:spPr>
          <a:xfrm rot="5400000" flipH="1">
            <a:off x="949503" y="2033111"/>
            <a:ext cx="2727525" cy="3139981"/>
          </a:xfrm>
          <a:prstGeom prst="bentConnector4">
            <a:avLst>
              <a:gd name="adj1" fmla="val -3414"/>
              <a:gd name="adj2" fmla="val 112813"/>
            </a:avLst>
          </a:prstGeom>
          <a:ln w="25400" cap="rnd">
            <a:solidFill>
              <a:srgbClr val="004F77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Connecteur : en angle 88">
            <a:extLst>
              <a:ext uri="{FF2B5EF4-FFF2-40B4-BE49-F238E27FC236}">
                <a16:creationId xmlns:a16="http://schemas.microsoft.com/office/drawing/2014/main" id="{B5CD6745-802D-4E58-D331-F439AC7E3358}"/>
              </a:ext>
            </a:extLst>
          </p:cNvPr>
          <p:cNvCxnSpPr>
            <a:cxnSpLocks/>
          </p:cNvCxnSpPr>
          <p:nvPr/>
        </p:nvCxnSpPr>
        <p:spPr>
          <a:xfrm rot="16200000" flipV="1">
            <a:off x="5574322" y="-3433195"/>
            <a:ext cx="2286493" cy="11686371"/>
          </a:xfrm>
          <a:prstGeom prst="bentConnector3">
            <a:avLst>
              <a:gd name="adj1" fmla="val 109998"/>
            </a:avLst>
          </a:prstGeom>
          <a:ln w="25400" cap="rnd">
            <a:solidFill>
              <a:srgbClr val="004F77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ZoneTexte 110">
                <a:extLst>
                  <a:ext uri="{FF2B5EF4-FFF2-40B4-BE49-F238E27FC236}">
                    <a16:creationId xmlns:a16="http://schemas.microsoft.com/office/drawing/2014/main" id="{4BE6685B-714A-2936-1BA2-2CA1122FD234}"/>
                  </a:ext>
                </a:extLst>
              </p:cNvPr>
              <p:cNvSpPr txBox="1"/>
              <p:nvPr/>
            </p:nvSpPr>
            <p:spPr>
              <a:xfrm>
                <a:off x="6496530" y="3899673"/>
                <a:ext cx="1431825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1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𝓟</m:t>
                      </m:r>
                      <m:r>
                        <a:rPr lang="fr-FR" sz="11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11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1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𝑪</m:t>
                          </m:r>
                        </m:e>
                        <m:sub>
                          <m:r>
                            <a:rPr lang="fr-FR" sz="11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𝒎</m:t>
                          </m:r>
                        </m:sub>
                      </m:sSub>
                      <m:sSub>
                        <m:sSubPr>
                          <m:ctrlPr>
                            <a:rPr lang="fr-FR" sz="11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1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𝝎</m:t>
                          </m:r>
                        </m:e>
                        <m:sub>
                          <m:r>
                            <a:rPr lang="fr-FR" sz="11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𝒎</m:t>
                          </m:r>
                        </m:sub>
                      </m:sSub>
                    </m:oMath>
                  </m:oMathPara>
                </a14:m>
                <a:endParaRPr lang="fr-FR" sz="1100" b="1" dirty="0">
                  <a:solidFill>
                    <a:srgbClr val="7030A0"/>
                  </a:solidFill>
                  <a:latin typeface="Arial Nova" panose="020B0504020202020204" pitchFamily="34" charset="0"/>
                </a:endParaRPr>
              </a:p>
            </p:txBody>
          </p:sp>
        </mc:Choice>
        <mc:Fallback xmlns="">
          <p:sp>
            <p:nvSpPr>
              <p:cNvPr id="111" name="ZoneTexte 110">
                <a:extLst>
                  <a:ext uri="{FF2B5EF4-FFF2-40B4-BE49-F238E27FC236}">
                    <a16:creationId xmlns:a16="http://schemas.microsoft.com/office/drawing/2014/main" id="{4BE6685B-714A-2936-1BA2-2CA1122FD2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6530" y="3899673"/>
                <a:ext cx="1431825" cy="26161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6" name="Rectangle : coins arrondis 65">
            <a:extLst>
              <a:ext uri="{FF2B5EF4-FFF2-40B4-BE49-F238E27FC236}">
                <a16:creationId xmlns:a16="http://schemas.microsoft.com/office/drawing/2014/main" id="{DEFEC9DC-D44C-BD4C-C7C7-8E5A976EE82E}"/>
              </a:ext>
            </a:extLst>
          </p:cNvPr>
          <p:cNvSpPr/>
          <p:nvPr/>
        </p:nvSpPr>
        <p:spPr>
          <a:xfrm>
            <a:off x="9625448" y="3534654"/>
            <a:ext cx="1365662" cy="534390"/>
          </a:xfrm>
          <a:prstGeom prst="roundRect">
            <a:avLst>
              <a:gd name="adj" fmla="val 11914"/>
            </a:avLst>
          </a:prstGeom>
          <a:noFill/>
          <a:ln w="19050">
            <a:solidFill>
              <a:srgbClr val="EE685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rgbClr val="EE685D"/>
                </a:solidFill>
                <a:latin typeface="Arial Nova" panose="020B0504020202020204" pitchFamily="34" charset="0"/>
              </a:rPr>
              <a:t>Transmettre</a:t>
            </a:r>
          </a:p>
        </p:txBody>
      </p:sp>
      <p:cxnSp>
        <p:nvCxnSpPr>
          <p:cNvPr id="67" name="Connecteur droit avec flèche 66">
            <a:extLst>
              <a:ext uri="{FF2B5EF4-FFF2-40B4-BE49-F238E27FC236}">
                <a16:creationId xmlns:a16="http://schemas.microsoft.com/office/drawing/2014/main" id="{FA030DA2-3C3A-C8FA-45E8-D976D05C940D}"/>
              </a:ext>
            </a:extLst>
          </p:cNvPr>
          <p:cNvCxnSpPr>
            <a:cxnSpLocks/>
          </p:cNvCxnSpPr>
          <p:nvPr/>
        </p:nvCxnSpPr>
        <p:spPr>
          <a:xfrm flipV="1">
            <a:off x="8911895" y="3796784"/>
            <a:ext cx="720000" cy="1536"/>
          </a:xfrm>
          <a:prstGeom prst="straightConnector1">
            <a:avLst/>
          </a:prstGeom>
          <a:ln w="25400" cap="rnd">
            <a:solidFill>
              <a:srgbClr val="68348B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Image 4">
            <a:extLst>
              <a:ext uri="{FF2B5EF4-FFF2-40B4-BE49-F238E27FC236}">
                <a16:creationId xmlns:a16="http://schemas.microsoft.com/office/drawing/2014/main" id="{9D7A6D98-7B9F-A9B5-23AC-FDD7BBE7B75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56590" y="3407535"/>
            <a:ext cx="360000" cy="360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0" name="ZoneTexte 29">
                <a:extLst>
                  <a:ext uri="{FF2B5EF4-FFF2-40B4-BE49-F238E27FC236}">
                    <a16:creationId xmlns:a16="http://schemas.microsoft.com/office/drawing/2014/main" id="{A910A58C-1179-CA7F-E823-40BDA4D5C934}"/>
                  </a:ext>
                </a:extLst>
              </p:cNvPr>
              <p:cNvSpPr txBox="1"/>
              <p:nvPr/>
            </p:nvSpPr>
            <p:spPr>
              <a:xfrm>
                <a:off x="10669986" y="3939627"/>
                <a:ext cx="1431825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1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𝓟</m:t>
                      </m:r>
                      <m:r>
                        <a:rPr lang="fr-FR" sz="11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11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1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𝑪</m:t>
                          </m:r>
                        </m:e>
                        <m:sub>
                          <m:r>
                            <a:rPr lang="fr-FR" sz="11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𝒎</m:t>
                          </m:r>
                        </m:sub>
                      </m:sSub>
                      <m:sSub>
                        <m:sSubPr>
                          <m:ctrlPr>
                            <a:rPr lang="fr-FR" sz="11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1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𝝎</m:t>
                          </m:r>
                        </m:e>
                        <m:sub>
                          <m:r>
                            <a:rPr lang="fr-FR" sz="11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𝒎</m:t>
                          </m:r>
                        </m:sub>
                      </m:sSub>
                    </m:oMath>
                  </m:oMathPara>
                </a14:m>
                <a:endParaRPr lang="fr-FR" sz="1100" b="1" dirty="0">
                  <a:solidFill>
                    <a:srgbClr val="7030A0"/>
                  </a:solidFill>
                  <a:latin typeface="Arial Nova" panose="020B0504020202020204" pitchFamily="34" charset="0"/>
                </a:endParaRPr>
              </a:p>
            </p:txBody>
          </p:sp>
        </mc:Choice>
        <mc:Fallback xmlns="">
          <p:sp>
            <p:nvSpPr>
              <p:cNvPr id="30" name="ZoneTexte 29">
                <a:extLst>
                  <a:ext uri="{FF2B5EF4-FFF2-40B4-BE49-F238E27FC236}">
                    <a16:creationId xmlns:a16="http://schemas.microsoft.com/office/drawing/2014/main" id="{A910A58C-1179-CA7F-E823-40BDA4D5C9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9986" y="3939627"/>
                <a:ext cx="1431825" cy="26161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7" name="Groupe 36">
            <a:extLst>
              <a:ext uri="{FF2B5EF4-FFF2-40B4-BE49-F238E27FC236}">
                <a16:creationId xmlns:a16="http://schemas.microsoft.com/office/drawing/2014/main" id="{9BD378B3-7B53-A753-62A4-0FE230E15643}"/>
              </a:ext>
            </a:extLst>
          </p:cNvPr>
          <p:cNvGrpSpPr/>
          <p:nvPr/>
        </p:nvGrpSpPr>
        <p:grpSpPr>
          <a:xfrm>
            <a:off x="12387220" y="3543372"/>
            <a:ext cx="360000" cy="360000"/>
            <a:chOff x="1856523" y="133118"/>
            <a:chExt cx="720000" cy="720000"/>
          </a:xfrm>
        </p:grpSpPr>
        <p:sp>
          <p:nvSpPr>
            <p:cNvPr id="38" name="Ellipse 37">
              <a:extLst>
                <a:ext uri="{FF2B5EF4-FFF2-40B4-BE49-F238E27FC236}">
                  <a16:creationId xmlns:a16="http://schemas.microsoft.com/office/drawing/2014/main" id="{3BB21AE3-2ACD-729F-E350-AFA1D4B8F162}"/>
                </a:ext>
              </a:extLst>
            </p:cNvPr>
            <p:cNvSpPr/>
            <p:nvPr/>
          </p:nvSpPr>
          <p:spPr>
            <a:xfrm>
              <a:off x="1856523" y="133118"/>
              <a:ext cx="720000" cy="720000"/>
            </a:xfrm>
            <a:prstGeom prst="ellipse">
              <a:avLst/>
            </a:prstGeom>
            <a:solidFill>
              <a:srgbClr val="00517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pic>
          <p:nvPicPr>
            <p:cNvPr id="40" name="Image 39">
              <a:extLst>
                <a:ext uri="{FF2B5EF4-FFF2-40B4-BE49-F238E27FC236}">
                  <a16:creationId xmlns:a16="http://schemas.microsoft.com/office/drawing/2014/main" id="{560049D0-4921-DFB2-54FC-73843936F173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1955338" y="231933"/>
              <a:ext cx="522371" cy="522371"/>
            </a:xfrm>
            <a:prstGeom prst="rect">
              <a:avLst/>
            </a:prstGeom>
          </p:spPr>
        </p:pic>
      </p:grpSp>
      <p:grpSp>
        <p:nvGrpSpPr>
          <p:cNvPr id="41" name="Groupe 40">
            <a:extLst>
              <a:ext uri="{FF2B5EF4-FFF2-40B4-BE49-F238E27FC236}">
                <a16:creationId xmlns:a16="http://schemas.microsoft.com/office/drawing/2014/main" id="{B01E63F3-4BF5-704E-6471-BF9A4C55D36A}"/>
              </a:ext>
            </a:extLst>
          </p:cNvPr>
          <p:cNvGrpSpPr/>
          <p:nvPr/>
        </p:nvGrpSpPr>
        <p:grpSpPr>
          <a:xfrm>
            <a:off x="688576" y="1260713"/>
            <a:ext cx="360000" cy="360000"/>
            <a:chOff x="1856523" y="133118"/>
            <a:chExt cx="720000" cy="720000"/>
          </a:xfrm>
        </p:grpSpPr>
        <p:sp>
          <p:nvSpPr>
            <p:cNvPr id="51" name="Ellipse 50">
              <a:extLst>
                <a:ext uri="{FF2B5EF4-FFF2-40B4-BE49-F238E27FC236}">
                  <a16:creationId xmlns:a16="http://schemas.microsoft.com/office/drawing/2014/main" id="{3BEB3D33-3C61-0F37-D35D-EEEC73101051}"/>
                </a:ext>
              </a:extLst>
            </p:cNvPr>
            <p:cNvSpPr/>
            <p:nvPr/>
          </p:nvSpPr>
          <p:spPr>
            <a:xfrm>
              <a:off x="1856523" y="133118"/>
              <a:ext cx="720000" cy="720000"/>
            </a:xfrm>
            <a:prstGeom prst="ellipse">
              <a:avLst/>
            </a:prstGeom>
            <a:solidFill>
              <a:srgbClr val="00517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pic>
          <p:nvPicPr>
            <p:cNvPr id="63" name="Image 62">
              <a:extLst>
                <a:ext uri="{FF2B5EF4-FFF2-40B4-BE49-F238E27FC236}">
                  <a16:creationId xmlns:a16="http://schemas.microsoft.com/office/drawing/2014/main" id="{2B956809-6B27-95FF-8FBA-38B4BA637017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1955338" y="231933"/>
              <a:ext cx="522371" cy="522371"/>
            </a:xfrm>
            <a:prstGeom prst="rect">
              <a:avLst/>
            </a:prstGeom>
          </p:spPr>
        </p:pic>
      </p:grpSp>
      <p:grpSp>
        <p:nvGrpSpPr>
          <p:cNvPr id="73" name="Groupe 72">
            <a:extLst>
              <a:ext uri="{FF2B5EF4-FFF2-40B4-BE49-F238E27FC236}">
                <a16:creationId xmlns:a16="http://schemas.microsoft.com/office/drawing/2014/main" id="{E5D4ED94-FD8A-E9D5-5B49-962CE5C6E25B}"/>
              </a:ext>
            </a:extLst>
          </p:cNvPr>
          <p:cNvGrpSpPr/>
          <p:nvPr/>
        </p:nvGrpSpPr>
        <p:grpSpPr>
          <a:xfrm>
            <a:off x="704165" y="1638298"/>
            <a:ext cx="360000" cy="360000"/>
            <a:chOff x="3056845" y="1528414"/>
            <a:chExt cx="3454284" cy="3454284"/>
          </a:xfrm>
        </p:grpSpPr>
        <p:sp>
          <p:nvSpPr>
            <p:cNvPr id="74" name="Ellipse 73">
              <a:extLst>
                <a:ext uri="{FF2B5EF4-FFF2-40B4-BE49-F238E27FC236}">
                  <a16:creationId xmlns:a16="http://schemas.microsoft.com/office/drawing/2014/main" id="{1A4AFC09-9CB7-634D-3093-CE44DBB23C51}"/>
                </a:ext>
              </a:extLst>
            </p:cNvPr>
            <p:cNvSpPr/>
            <p:nvPr/>
          </p:nvSpPr>
          <p:spPr>
            <a:xfrm>
              <a:off x="3056845" y="1528414"/>
              <a:ext cx="3454284" cy="3454284"/>
            </a:xfrm>
            <a:prstGeom prst="ellipse">
              <a:avLst/>
            </a:prstGeom>
            <a:solidFill>
              <a:srgbClr val="0054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81" name="Image 80">
              <a:extLst>
                <a:ext uri="{FF2B5EF4-FFF2-40B4-BE49-F238E27FC236}">
                  <a16:creationId xmlns:a16="http://schemas.microsoft.com/office/drawing/2014/main" id="{E100991F-29E3-91C0-E698-B6F9D6794432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3327958" y="2056096"/>
              <a:ext cx="2912058" cy="2398920"/>
            </a:xfrm>
            <a:prstGeom prst="rect">
              <a:avLst/>
            </a:prstGeom>
          </p:spPr>
        </p:pic>
      </p:grpSp>
      <p:grpSp>
        <p:nvGrpSpPr>
          <p:cNvPr id="82" name="Groupe 81">
            <a:extLst>
              <a:ext uri="{FF2B5EF4-FFF2-40B4-BE49-F238E27FC236}">
                <a16:creationId xmlns:a16="http://schemas.microsoft.com/office/drawing/2014/main" id="{D490A147-67BA-D5AA-020E-1414E8A0E832}"/>
              </a:ext>
            </a:extLst>
          </p:cNvPr>
          <p:cNvGrpSpPr/>
          <p:nvPr/>
        </p:nvGrpSpPr>
        <p:grpSpPr>
          <a:xfrm>
            <a:off x="5912459" y="4736737"/>
            <a:ext cx="360000" cy="360000"/>
            <a:chOff x="3056845" y="1528414"/>
            <a:chExt cx="3454284" cy="3454284"/>
          </a:xfrm>
        </p:grpSpPr>
        <p:sp>
          <p:nvSpPr>
            <p:cNvPr id="85" name="Ellipse 84">
              <a:extLst>
                <a:ext uri="{FF2B5EF4-FFF2-40B4-BE49-F238E27FC236}">
                  <a16:creationId xmlns:a16="http://schemas.microsoft.com/office/drawing/2014/main" id="{F455E967-89A5-926B-9569-B0C18BCEFCEB}"/>
                </a:ext>
              </a:extLst>
            </p:cNvPr>
            <p:cNvSpPr/>
            <p:nvPr/>
          </p:nvSpPr>
          <p:spPr>
            <a:xfrm>
              <a:off x="3056845" y="1528414"/>
              <a:ext cx="3454284" cy="3454284"/>
            </a:xfrm>
            <a:prstGeom prst="ellipse">
              <a:avLst/>
            </a:prstGeom>
            <a:solidFill>
              <a:srgbClr val="0054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90" name="Image 89">
              <a:extLst>
                <a:ext uri="{FF2B5EF4-FFF2-40B4-BE49-F238E27FC236}">
                  <a16:creationId xmlns:a16="http://schemas.microsoft.com/office/drawing/2014/main" id="{E22E4030-22B7-70AB-F9A2-07A81EEE8B2E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3327958" y="2056096"/>
              <a:ext cx="2912058" cy="2398920"/>
            </a:xfrm>
            <a:prstGeom prst="rect">
              <a:avLst/>
            </a:prstGeom>
          </p:spPr>
        </p:pic>
      </p:grpSp>
      <p:grpSp>
        <p:nvGrpSpPr>
          <p:cNvPr id="102" name="Groupe 101">
            <a:extLst>
              <a:ext uri="{FF2B5EF4-FFF2-40B4-BE49-F238E27FC236}">
                <a16:creationId xmlns:a16="http://schemas.microsoft.com/office/drawing/2014/main" id="{52B43403-7B09-8054-59ED-49F7D05C1B54}"/>
              </a:ext>
            </a:extLst>
          </p:cNvPr>
          <p:cNvGrpSpPr/>
          <p:nvPr/>
        </p:nvGrpSpPr>
        <p:grpSpPr>
          <a:xfrm>
            <a:off x="8000684" y="3973702"/>
            <a:ext cx="463240" cy="360000"/>
            <a:chOff x="4476612" y="5880432"/>
            <a:chExt cx="1010860" cy="720000"/>
          </a:xfrm>
        </p:grpSpPr>
        <p:sp>
          <p:nvSpPr>
            <p:cNvPr id="106" name="Ellipse 105">
              <a:extLst>
                <a:ext uri="{FF2B5EF4-FFF2-40B4-BE49-F238E27FC236}">
                  <a16:creationId xmlns:a16="http://schemas.microsoft.com/office/drawing/2014/main" id="{C7749C57-CAA2-3363-F666-0D5749584068}"/>
                </a:ext>
              </a:extLst>
            </p:cNvPr>
            <p:cNvSpPr/>
            <p:nvPr/>
          </p:nvSpPr>
          <p:spPr>
            <a:xfrm>
              <a:off x="4678466" y="5880432"/>
              <a:ext cx="720000" cy="720000"/>
            </a:xfrm>
            <a:prstGeom prst="ellipse">
              <a:avLst/>
            </a:prstGeom>
            <a:solidFill>
              <a:srgbClr val="EF726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pic>
          <p:nvPicPr>
            <p:cNvPr id="113" name="Image 112">
              <a:extLst>
                <a:ext uri="{FF2B5EF4-FFF2-40B4-BE49-F238E27FC236}">
                  <a16:creationId xmlns:a16="http://schemas.microsoft.com/office/drawing/2014/main" id="{FF5703C6-7107-BB41-D6A5-8F693C9E2DE2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4476612" y="6060432"/>
              <a:ext cx="1010860" cy="360000"/>
            </a:xfrm>
            <a:prstGeom prst="rect">
              <a:avLst/>
            </a:prstGeom>
          </p:spPr>
        </p:pic>
      </p:grpSp>
      <p:grpSp>
        <p:nvGrpSpPr>
          <p:cNvPr id="114" name="Groupe 113">
            <a:extLst>
              <a:ext uri="{FF2B5EF4-FFF2-40B4-BE49-F238E27FC236}">
                <a16:creationId xmlns:a16="http://schemas.microsoft.com/office/drawing/2014/main" id="{DBB3458D-4CEE-E727-4796-FBB9AD6D4CE5}"/>
              </a:ext>
            </a:extLst>
          </p:cNvPr>
          <p:cNvGrpSpPr/>
          <p:nvPr/>
        </p:nvGrpSpPr>
        <p:grpSpPr>
          <a:xfrm>
            <a:off x="10144506" y="3914795"/>
            <a:ext cx="360000" cy="360000"/>
            <a:chOff x="3533664" y="4396133"/>
            <a:chExt cx="1800000" cy="1800000"/>
          </a:xfrm>
        </p:grpSpPr>
        <p:sp>
          <p:nvSpPr>
            <p:cNvPr id="115" name="Ellipse 114">
              <a:extLst>
                <a:ext uri="{FF2B5EF4-FFF2-40B4-BE49-F238E27FC236}">
                  <a16:creationId xmlns:a16="http://schemas.microsoft.com/office/drawing/2014/main" id="{97E301B2-3F02-4877-1A72-C48716EC20AC}"/>
                </a:ext>
              </a:extLst>
            </p:cNvPr>
            <p:cNvSpPr/>
            <p:nvPr/>
          </p:nvSpPr>
          <p:spPr>
            <a:xfrm>
              <a:off x="3533664" y="4396133"/>
              <a:ext cx="1800000" cy="1800000"/>
            </a:xfrm>
            <a:prstGeom prst="ellipse">
              <a:avLst/>
            </a:prstGeom>
            <a:solidFill>
              <a:srgbClr val="EF726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pic>
          <p:nvPicPr>
            <p:cNvPr id="116" name="Image 115">
              <a:extLst>
                <a:ext uri="{FF2B5EF4-FFF2-40B4-BE49-F238E27FC236}">
                  <a16:creationId xmlns:a16="http://schemas.microsoft.com/office/drawing/2014/main" id="{DAAD1D66-50CD-ECAA-883C-2A36C76F0979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3681584" y="4594762"/>
              <a:ext cx="1427962" cy="1471564"/>
            </a:xfrm>
            <a:prstGeom prst="rect">
              <a:avLst/>
            </a:prstGeom>
          </p:spPr>
        </p:pic>
      </p:grpSp>
      <p:cxnSp>
        <p:nvCxnSpPr>
          <p:cNvPr id="3" name="Connecteur droit avec flèche 2">
            <a:extLst>
              <a:ext uri="{FF2B5EF4-FFF2-40B4-BE49-F238E27FC236}">
                <a16:creationId xmlns:a16="http://schemas.microsoft.com/office/drawing/2014/main" id="{3C559C9F-CCBD-9AC4-A616-FC536BB7F3AC}"/>
              </a:ext>
            </a:extLst>
          </p:cNvPr>
          <p:cNvCxnSpPr>
            <a:cxnSpLocks/>
          </p:cNvCxnSpPr>
          <p:nvPr/>
        </p:nvCxnSpPr>
        <p:spPr>
          <a:xfrm>
            <a:off x="-308610" y="882798"/>
            <a:ext cx="12500610" cy="4866492"/>
          </a:xfrm>
          <a:prstGeom prst="straightConnector1">
            <a:avLst/>
          </a:prstGeom>
          <a:ln w="25400" cap="rnd">
            <a:solidFill>
              <a:srgbClr val="68348B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0608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B794E1E6-E0CB-0314-482E-A48AE59E0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04</a:t>
            </a:r>
            <a:br>
              <a:rPr lang="fr-FR" dirty="0"/>
            </a:br>
            <a:r>
              <a:rPr lang="fr-FR" dirty="0"/>
              <a:t>Résolution cinématique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31164354-1A91-E980-2D9B-9062246D64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552277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F4EE4A5E-C26A-D651-80E8-3CCC5870AC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Axe horizontal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Espace réservé du contenu 5">
                <a:extLst>
                  <a:ext uri="{FF2B5EF4-FFF2-40B4-BE49-F238E27FC236}">
                    <a16:creationId xmlns:a16="http://schemas.microsoft.com/office/drawing/2014/main" id="{5281AD59-E239-7D64-BC24-38E56F01486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7795" y="981887"/>
                <a:ext cx="6340155" cy="5253339"/>
              </a:xfrm>
            </p:spPr>
            <p:txBody>
              <a:bodyPr/>
              <a:lstStyle/>
              <a:p>
                <a:r>
                  <a:rPr lang="fr-FR" dirty="0"/>
                  <a:t>On a :</a:t>
                </a:r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fr-FR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𝐴𝐶</m:t>
                        </m:r>
                      </m:e>
                    </m:acc>
                    <m:r>
                      <a:rPr lang="fr-FR" b="0" i="1" smtClean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𝐴𝐵</m:t>
                        </m:r>
                      </m:e>
                    </m:acc>
                    <m:r>
                      <a:rPr lang="fr-FR" b="0" i="1" smtClean="0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fr-FR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</m:oMath>
                </a14:m>
                <a:endParaRPr lang="fr-FR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fr-FR" i="1">
                        <a:latin typeface="Cambria Math" panose="02040503050406030204" pitchFamily="18" charset="0"/>
                      </a:rPr>
                      <m:t>⇒</m:t>
                    </m:r>
                    <m:r>
                      <a:rPr lang="fr-FR" i="1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acc>
                      <m:accPr>
                        <m:chr m:val="⃗"/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acc>
                    <m:r>
                      <a:rPr lang="fr-FR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i="1">
                        <a:latin typeface="Cambria Math" panose="02040503050406030204" pitchFamily="18" charset="0"/>
                      </a:rPr>
                      <m:t>𝑒</m:t>
                    </m:r>
                    <m:acc>
                      <m:accPr>
                        <m:chr m:val="⃗"/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acc>
                    <m:r>
                      <a:rPr lang="fr-FR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fr-FR" i="1">
                        <a:latin typeface="Cambria Math" panose="02040503050406030204" pitchFamily="18" charset="0"/>
                      </a:rPr>
                      <m:t>𝐿</m:t>
                    </m:r>
                    <m:acc>
                      <m:accPr>
                        <m:chr m:val="⃗"/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acc>
                  </m:oMath>
                </a14:m>
                <a:endParaRPr lang="fr-FR" dirty="0"/>
              </a:p>
              <a:p>
                <a:pPr lvl="1"/>
                <a14:m>
                  <m:oMath xmlns:m="http://schemas.openxmlformats.org/officeDocument/2006/math">
                    <m:r>
                      <a:rPr lang="fr-FR" i="1">
                        <a:latin typeface="Cambria Math" panose="02040503050406030204" pitchFamily="18" charset="0"/>
                      </a:rPr>
                      <m:t>⇒</m:t>
                    </m:r>
                    <m:d>
                      <m:dPr>
                        <m:begChr m:val="{"/>
                        <m:endChr m:val=""/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d>
                              <m:dPr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  <m:func>
                              <m:funcPr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fr-FR"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fName>
                              <m:e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func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func>
                              <m:funcPr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fr-FR"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𝜑</m:t>
                                    </m:r>
                                  </m:e>
                                </m:d>
                              </m:e>
                            </m:func>
                          </m:e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0=−</m:t>
                            </m:r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  <m:func>
                              <m:funcPr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fr-FR"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fName>
                              <m:e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func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func>
                              <m:funcPr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fr-FR"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𝜑</m:t>
                                    </m:r>
                                  </m:e>
                                </m:d>
                              </m:e>
                            </m:func>
                          </m:e>
                        </m:eqArr>
                      </m:e>
                    </m:d>
                  </m:oMath>
                </a14:m>
                <a:endParaRPr lang="fr-FR" dirty="0"/>
              </a:p>
              <a:p>
                <a:pPr lvl="1"/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⇒</m:t>
                    </m:r>
                    <m:d>
                      <m:dPr>
                        <m:begChr m:val="{"/>
                        <m:endChr m:val=""/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d>
                              <m:dPr>
                                <m:ctrlP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  <m:func>
                              <m:funcPr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fr-FR"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fName>
                              <m:e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func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func>
                              <m:funcPr>
                                <m:ctrlP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fr-FR" b="0" i="0" smtClean="0"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𝜑</m:t>
                                    </m:r>
                                  </m:e>
                                </m:d>
                              </m:e>
                            </m:func>
                          </m:e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  <m:func>
                              <m:funcPr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fr-FR">
                                    <a:latin typeface="Cambria Math" panose="02040503050406030204" pitchFamily="18" charset="0"/>
                                  </a:rPr>
                                  <m:t>s</m:t>
                                </m:r>
                                <m:r>
                                  <m:rPr>
                                    <m:sty m:val="p"/>
                                  </m:rPr>
                                  <a:rPr lang="fr-FR" b="0" i="0" smtClean="0">
                                    <a:latin typeface="Cambria Math" panose="02040503050406030204" pitchFamily="18" charset="0"/>
                                  </a:rPr>
                                  <m:t>in</m:t>
                                </m:r>
                              </m:fName>
                              <m:e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func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func>
                              <m:funcPr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fr-FR">
                                    <a:latin typeface="Cambria Math" panose="02040503050406030204" pitchFamily="18" charset="0"/>
                                  </a:rPr>
                                  <m:t>s</m:t>
                                </m:r>
                                <m:r>
                                  <m:rPr>
                                    <m:sty m:val="p"/>
                                  </m:rPr>
                                  <a:rPr lang="fr-FR" b="0" i="0" smtClean="0">
                                    <a:latin typeface="Cambria Math" panose="02040503050406030204" pitchFamily="18" charset="0"/>
                                  </a:rPr>
                                  <m:t>in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𝜑</m:t>
                                    </m:r>
                                  </m:e>
                                </m:d>
                              </m:e>
                            </m:func>
                          </m:e>
                        </m:eqArr>
                      </m:e>
                    </m:d>
                  </m:oMath>
                </a14:m>
                <a:endParaRPr lang="fr-FR" dirty="0"/>
              </a:p>
              <a:p>
                <a:pPr lvl="1"/>
                <a14:m>
                  <m:oMath xmlns:m="http://schemas.openxmlformats.org/officeDocument/2006/math">
                    <m:r>
                      <a:rPr lang="fr-FR" i="1">
                        <a:latin typeface="Cambria Math" panose="02040503050406030204" pitchFamily="18" charset="0"/>
                      </a:rPr>
                      <m:t>⇒</m:t>
                    </m:r>
                    <m:sSup>
                      <m:sSup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fr-FR">
                            <a:latin typeface="Cambria Math" panose="02040503050406030204" pitchFamily="18" charset="0"/>
                          </a:rPr>
                          <m:t>L</m:t>
                        </m:r>
                      </m:e>
                      <m:sup>
                        <m:r>
                          <a:rPr lang="fr-FR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fr-FR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fr-FR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d>
                              <m:dPr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  <m:func>
                              <m:funcPr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fr-FR"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fName>
                              <m:e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func>
                          </m:e>
                        </m:d>
                      </m:e>
                      <m:sup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fr-FR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fr-FR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unc>
                      <m:func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fr-FR"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fName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</m:oMath>
                </a14:m>
                <a:endParaRPr lang="fr-FR" dirty="0"/>
              </a:p>
              <a:p>
                <a:pPr lvl="1"/>
                <a14:m>
                  <m:oMath xmlns:m="http://schemas.openxmlformats.org/officeDocument/2006/math">
                    <m:r>
                      <a:rPr lang="fr-FR" i="1">
                        <a:latin typeface="Cambria Math" panose="02040503050406030204" pitchFamily="18" charset="0"/>
                      </a:rPr>
                      <m:t>⇒</m:t>
                    </m:r>
                    <m:sSup>
                      <m:sSup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fr-FR">
                            <a:latin typeface="Cambria Math" panose="02040503050406030204" pitchFamily="18" charset="0"/>
                          </a:rPr>
                          <m:t>L</m:t>
                        </m:r>
                      </m:e>
                      <m:sup>
                        <m:r>
                          <a:rPr lang="fr-FR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fr-FR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i="1">
                        <a:latin typeface="Cambria Math" panose="02040503050406030204" pitchFamily="18" charset="0"/>
                      </a:rPr>
                      <m:t>𝑥</m:t>
                    </m:r>
                    <m:sSup>
                      <m:sSup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  <m:sup>
                        <m:r>
                          <a:rPr lang="fr-FR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fr-FR" i="1">
                        <a:latin typeface="Cambria Math" panose="02040503050406030204" pitchFamily="18" charset="0"/>
                      </a:rPr>
                      <m:t>−2</m:t>
                    </m:r>
                    <m:r>
                      <a:rPr lang="fr-FR" i="1">
                        <a:latin typeface="Cambria Math" panose="02040503050406030204" pitchFamily="18" charset="0"/>
                      </a:rPr>
                      <m:t>𝑒𝐿</m:t>
                    </m:r>
                    <m:func>
                      <m:func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fr-FR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  <m:r>
                      <a:rPr lang="fr-FR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fr-FR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unc>
                      <m:func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fr-FR"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fr-FR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fName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  <m:r>
                      <a:rPr lang="fr-FR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fr-FR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unc>
                      <m:func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fr-FR"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fName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  <m:r>
                      <a:rPr lang="fr-FR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i="1">
                        <a:latin typeface="Cambria Math" panose="02040503050406030204" pitchFamily="18" charset="0"/>
                      </a:rPr>
                      <m:t>𝑥</m:t>
                    </m:r>
                    <m:sSup>
                      <m:sSup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  <m:sup>
                        <m:r>
                          <a:rPr lang="fr-FR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fr-FR" i="1">
                        <a:latin typeface="Cambria Math" panose="02040503050406030204" pitchFamily="18" charset="0"/>
                      </a:rPr>
                      <m:t>−2</m:t>
                    </m:r>
                    <m:r>
                      <a:rPr lang="fr-FR" i="1">
                        <a:latin typeface="Cambria Math" panose="02040503050406030204" pitchFamily="18" charset="0"/>
                      </a:rPr>
                      <m:t>𝑒</m:t>
                    </m:r>
                    <m:func>
                      <m:func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fr-FR" b="0" i="0" smtClean="0">
                            <a:latin typeface="Cambria Math" panose="02040503050406030204" pitchFamily="18" charset="0"/>
                          </a:rPr>
                          <m:t>L</m:t>
                        </m:r>
                        <m:r>
                          <m:rPr>
                            <m:sty m:val="p"/>
                          </m:rPr>
                          <a:rPr lang="fr-FR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  <m:r>
                      <a:rPr lang="fr-FR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fr-FR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fr-FR" dirty="0"/>
              </a:p>
              <a:p>
                <a:pPr lvl="1"/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⇒</m:t>
                    </m:r>
                    <m:sSup>
                      <m:sSup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fr-FR" b="0" i="0" smtClean="0">
                            <a:latin typeface="Cambria Math" panose="02040503050406030204" pitchFamily="18" charset="0"/>
                          </a:rPr>
                          <m:t>L</m:t>
                        </m:r>
                      </m:e>
                      <m:sup>
                        <m:r>
                          <a:rPr lang="fr-FR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fr-FR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fr-FR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fr-FR" i="1">
                        <a:latin typeface="Cambria Math" panose="02040503050406030204" pitchFamily="18" charset="0"/>
                      </a:rPr>
                      <m:t>𝑒𝐿</m:t>
                    </m:r>
                    <m:func>
                      <m:func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fr-FR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  <m:r>
                      <a:rPr lang="fr-FR" b="0" i="1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fr-FR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fr-FR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i="1">
                        <a:latin typeface="Cambria Math" panose="02040503050406030204" pitchFamily="18" charset="0"/>
                      </a:rPr>
                      <m:t>𝑥</m:t>
                    </m:r>
                    <m:sSup>
                      <m:sSup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  <m:sup>
                        <m:r>
                          <a:rPr lang="fr-FR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fr-FR" dirty="0"/>
              </a:p>
              <a:p>
                <a:pPr lvl="1"/>
                <a:endParaRPr lang="fr-FR" dirty="0"/>
              </a:p>
              <a:p>
                <a:endParaRPr lang="fr-FR" dirty="0"/>
              </a:p>
              <a:p>
                <a:endParaRPr lang="fr-FR" dirty="0"/>
              </a:p>
              <a:p>
                <a:endParaRPr lang="fr-FR" dirty="0"/>
              </a:p>
            </p:txBody>
          </p:sp>
        </mc:Choice>
        <mc:Fallback xmlns="">
          <p:sp>
            <p:nvSpPr>
              <p:cNvPr id="6" name="Espace réservé du contenu 5">
                <a:extLst>
                  <a:ext uri="{FF2B5EF4-FFF2-40B4-BE49-F238E27FC236}">
                    <a16:creationId xmlns:a16="http://schemas.microsoft.com/office/drawing/2014/main" id="{5281AD59-E239-7D64-BC24-38E56F01486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7795" y="981887"/>
                <a:ext cx="6340155" cy="5253339"/>
              </a:xfrm>
              <a:blipFill>
                <a:blip r:embed="rId2"/>
                <a:stretch>
                  <a:fillRect l="-2500" t="-185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Image 7">
            <a:extLst>
              <a:ext uri="{FF2B5EF4-FFF2-40B4-BE49-F238E27FC236}">
                <a16:creationId xmlns:a16="http://schemas.microsoft.com/office/drawing/2014/main" id="{ED88A932-903D-1F80-5993-8BC30C80CAB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1815" y="0"/>
            <a:ext cx="5290185" cy="2105660"/>
          </a:xfrm>
          <a:prstGeom prst="rect">
            <a:avLst/>
          </a:prstGeom>
          <a:noFill/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CF6ACB59-5DD1-CF3D-F4CA-FA0A6A5E7C7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29420" y="2105660"/>
            <a:ext cx="2862580" cy="994410"/>
          </a:xfrm>
          <a:prstGeom prst="rect">
            <a:avLst/>
          </a:prstGeom>
          <a:noFill/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F08D29CF-9306-2FC1-BA1E-600CE8F2C414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53925" t="5167"/>
          <a:stretch/>
        </p:blipFill>
        <p:spPr>
          <a:xfrm>
            <a:off x="9684853" y="3100070"/>
            <a:ext cx="2507147" cy="2979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95412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E8EFCD6-DB74-427D-75E8-12E3B1F08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Axe vertical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6BAA92CF-A197-4AB5-F90C-C7825258693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7795" y="981887"/>
                <a:ext cx="11403645" cy="5253339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fr-FR" dirty="0"/>
                  <a:t>On note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fr-FR" i="1" dirty="0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fr-FR" b="0" i="1" dirty="0" smtClean="0">
                        <a:latin typeface="Cambria Math" panose="02040503050406030204" pitchFamily="18" charset="0"/>
                      </a:rPr>
                      <m:t>=20 </m:t>
                    </m:r>
                    <m:r>
                      <m:rPr>
                        <m:sty m:val="p"/>
                      </m:rPr>
                      <a:rPr lang="fr-FR" b="0" i="0" dirty="0" smtClean="0">
                        <a:latin typeface="Cambria Math" panose="02040503050406030204" pitchFamily="18" charset="0"/>
                      </a:rPr>
                      <m:t>mm</m:t>
                    </m:r>
                  </m:oMath>
                </a14:m>
                <a:r>
                  <a:rPr lang="fr-FR" dirty="0"/>
                  <a:t> l’excentricité de la pièce 9 et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fr-FR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𝐴𝐵</m:t>
                        </m:r>
                      </m:e>
                    </m:acc>
                    <m:r>
                      <a:rPr lang="fr-F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𝑒</m:t>
                    </m:r>
                    <m:acc>
                      <m:accPr>
                        <m:chr m:val="⃗"/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9</m:t>
                            </m:r>
                          </m:sub>
                        </m:sSub>
                      </m:e>
                    </m:acc>
                  </m:oMath>
                </a14:m>
                <a:endParaRPr lang="fr-FR" dirty="0"/>
              </a:p>
              <a:p>
                <a:pPr lvl="1"/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=50 </m:t>
                    </m:r>
                    <m:r>
                      <m:rPr>
                        <m:sty m:val="p"/>
                      </m:rPr>
                      <a:rPr lang="fr-FR" b="0" i="0" smtClean="0">
                        <a:latin typeface="Cambria Math" panose="02040503050406030204" pitchFamily="18" charset="0"/>
                      </a:rPr>
                      <m:t>mm</m:t>
                    </m:r>
                  </m:oMath>
                </a14:m>
                <a:r>
                  <a:rPr lang="fr-FR" dirty="0"/>
                  <a:t> la longueur de la bille 10 et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𝐵𝐶</m:t>
                        </m:r>
                      </m:e>
                    </m:acc>
                    <m:r>
                      <a:rPr lang="fr-FR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𝐿</m:t>
                    </m:r>
                    <m:acc>
                      <m:accPr>
                        <m:chr m:val="⃗"/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e>
                    </m:acc>
                  </m:oMath>
                </a14:m>
                <a:endParaRPr lang="fr-FR" dirty="0"/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𝐴𝐶</m:t>
                        </m:r>
                      </m:e>
                    </m:acc>
                    <m:r>
                      <a:rPr lang="fr-F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𝜆</m:t>
                    </m:r>
                    <m:d>
                      <m:d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acc>
                      <m:accPr>
                        <m:chr m:val="⃗"/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acc>
                  </m:oMath>
                </a14:m>
                <a:endParaRPr lang="fr-FR" dirty="0"/>
              </a:p>
              <a:p>
                <a:r>
                  <a:rPr lang="fr-FR" dirty="0"/>
                  <a:t>On écrit la fermeture géométrique liée au triangle </a:t>
                </a:r>
                <a14:m>
                  <m:oMath xmlns:m="http://schemas.openxmlformats.org/officeDocument/2006/math">
                    <m:r>
                      <a:rPr lang="fr-FR" i="1">
                        <a:latin typeface="Cambria Math" panose="02040503050406030204" pitchFamily="18" charset="0"/>
                      </a:rPr>
                      <m:t>𝐴𝐵𝐶</m:t>
                    </m:r>
                  </m:oMath>
                </a14:m>
                <a:r>
                  <a:rPr lang="fr-FR" dirty="0"/>
                  <a:t>:</a:t>
                </a:r>
              </a:p>
              <a:p>
                <a:pPr lvl="1"/>
                <a:r>
                  <a:rPr lang="fr-FR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𝐴𝐵</m:t>
                        </m:r>
                      </m:e>
                    </m:acc>
                    <m:r>
                      <a:rPr lang="fr-FR" b="0" i="1" smtClean="0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𝐵𝐶</m:t>
                        </m:r>
                      </m:e>
                    </m:acc>
                    <m:r>
                      <a:rPr lang="fr-FR" b="0" i="0" smtClean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fr-FR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  <m:r>
                      <a:rPr lang="fr-FR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fr-F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fr-FR" i="1">
                        <a:latin typeface="Cambria Math" panose="02040503050406030204" pitchFamily="18" charset="0"/>
                      </a:rPr>
                      <m:t>𝑒</m:t>
                    </m:r>
                    <m:acc>
                      <m:accPr>
                        <m:chr m:val="⃗"/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9</m:t>
                            </m:r>
                          </m:sub>
                        </m:sSub>
                      </m:e>
                    </m:acc>
                    <m:r>
                      <a:rPr lang="fr-FR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fr-FR" i="1">
                        <a:latin typeface="Cambria Math" panose="02040503050406030204" pitchFamily="18" charset="0"/>
                      </a:rPr>
                      <m:t>𝐿</m:t>
                    </m:r>
                    <m:acc>
                      <m:accPr>
                        <m:chr m:val="⃗"/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e>
                    </m:acc>
                    <m:r>
                      <a:rPr lang="fr-F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i="1">
                        <a:latin typeface="Cambria Math" panose="02040503050406030204" pitchFamily="18" charset="0"/>
                      </a:rPr>
                      <m:t>𝜆</m:t>
                    </m:r>
                    <m:d>
                      <m:d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acc>
                      <m:accPr>
                        <m:chr m:val="⃗"/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acc>
                    <m:r>
                      <a:rPr lang="fr-F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d>
                      <m:dPr>
                        <m:begChr m:val="{"/>
                        <m:endChr m:val=""/>
                        <m:ctrlP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fr-F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  <m:func>
                              <m:funcPr>
                                <m:ctrlPr>
                                  <a:rPr lang="fr-F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fr-FR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cos</m:t>
                                </m:r>
                              </m:fName>
                              <m:e>
                                <m:sSub>
                                  <m:sSubPr>
                                    <m:ctrlPr>
                                      <a:rPr lang="fr-F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9</m:t>
                                    </m:r>
                                  </m:sub>
                                </m:sSub>
                                <m:r>
                                  <a:rPr lang="fr-F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fr-F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𝐿</m:t>
                                </m:r>
                                <m:func>
                                  <m:funcPr>
                                    <m:ctrlPr>
                                      <a:rPr lang="fr-F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fr-FR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sSub>
                                      <m:sSubPr>
                                        <m:ctrlPr>
                                          <a:rPr lang="fr-FR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fr-FR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fr-FR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10</m:t>
                                        </m:r>
                                      </m:sub>
                                    </m:sSub>
                                  </m:e>
                                </m:func>
                                <m:r>
                                  <a:rPr lang="fr-F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=0</m:t>
                                </m:r>
                              </m:e>
                            </m:func>
                          </m:e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  <m:func>
                              <m:funcPr>
                                <m:ctrlPr>
                                  <a:rPr lang="fr-F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fr-FR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sin</m:t>
                                </m:r>
                              </m:fName>
                              <m:e>
                                <m:sSub>
                                  <m:sSubPr>
                                    <m:ctrlPr>
                                      <a:rPr lang="fr-F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9</m:t>
                                    </m:r>
                                  </m:sub>
                                </m:sSub>
                                <m:r>
                                  <a:rPr lang="fr-F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fr-F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𝐿</m:t>
                                </m:r>
                                <m:func>
                                  <m:funcPr>
                                    <m:ctrlPr>
                                      <a:rPr lang="fr-F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fr-FR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sSub>
                                      <m:sSubPr>
                                        <m:ctrlPr>
                                          <a:rPr lang="fr-FR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fr-FR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fr-FR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10</m:t>
                                        </m:r>
                                      </m:sub>
                                    </m:sSub>
                                  </m:e>
                                </m:func>
                                <m:r>
                                  <a:rPr lang="fr-F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fr-F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𝜆</m:t>
                                </m:r>
                                <m:r>
                                  <a:rPr lang="fr-F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fr-F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fr-F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func>
                          </m:e>
                        </m:eqArr>
                      </m:e>
                    </m:d>
                  </m:oMath>
                </a14:m>
                <a:endParaRPr lang="fr-FR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fr-F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d>
                      <m:dPr>
                        <m:begChr m:val="{"/>
                        <m:endChr m:val=""/>
                        <m:ctrlP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fr-F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fr-F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  <m:func>
                              <m:funcPr>
                                <m:ctrlPr>
                                  <a:rPr lang="fr-F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fr-FR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cos</m:t>
                                </m:r>
                              </m:fName>
                              <m:e>
                                <m:sSub>
                                  <m:sSubPr>
                                    <m:ctrlPr>
                                      <a:rPr lang="fr-F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9</m:t>
                                    </m:r>
                                  </m:sub>
                                </m:sSub>
                              </m:e>
                            </m:func>
                            <m:r>
                              <a:rPr lang="fr-F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fr-F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𝐿</m:t>
                            </m:r>
                            <m:func>
                              <m:funcPr>
                                <m:ctrlPr>
                                  <a:rPr lang="fr-F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fr-FR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cos</m:t>
                                </m:r>
                              </m:fName>
                              <m:e>
                                <m:sSub>
                                  <m:sSubPr>
                                    <m:ctrlPr>
                                      <a:rPr lang="fr-F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10</m:t>
                                    </m:r>
                                  </m:sub>
                                </m:sSub>
                              </m:e>
                            </m:func>
                          </m:e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𝜆</m:t>
                            </m:r>
                            <m:r>
                              <a:rPr lang="fr-F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fr-F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fr-F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)−</m:t>
                            </m:r>
                            <m:r>
                              <a:rPr lang="fr-F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  <m:func>
                              <m:funcPr>
                                <m:ctrlPr>
                                  <a:rPr lang="fr-F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fr-FR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sin</m:t>
                                </m:r>
                              </m:fName>
                              <m:e>
                                <m:sSub>
                                  <m:sSubPr>
                                    <m:ctrlPr>
                                      <a:rPr lang="fr-F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9</m:t>
                                    </m:r>
                                  </m:sub>
                                </m:sSub>
                                <m:r>
                                  <a:rPr lang="fr-F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𝐿</m:t>
                                </m:r>
                                <m:func>
                                  <m:func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fr-FR" b="0" i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sSub>
                                      <m:sSubPr>
                                        <m:ctrlPr>
                                          <a:rPr lang="fr-FR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10</m:t>
                                        </m:r>
                                      </m:sub>
                                    </m:sSub>
                                  </m:e>
                                </m:func>
                              </m:e>
                            </m:func>
                          </m:e>
                        </m:eqArr>
                      </m:e>
                    </m:d>
                  </m:oMath>
                </a14:m>
                <a:endParaRPr lang="fr-FR" i="1" baseline="-25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lvl="1"/>
                <a:endParaRPr lang="fr-FR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fr-F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sSup>
                      <m:sSupPr>
                        <m:ctrlP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fr-F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func>
                      <m:funcPr>
                        <m:ctrlP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fr-F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fr-FR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fr-F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fName>
                      <m:e>
                        <m:sSub>
                          <m:sSubPr>
                            <m:ctrlPr>
                              <a:rPr lang="fr-F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fr-F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9</m:t>
                            </m:r>
                          </m:sub>
                        </m:sSub>
                      </m:e>
                    </m:func>
                    <m:r>
                      <a:rPr lang="fr-FR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fr-F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𝜆</m:t>
                            </m:r>
                            <m:d>
                              <m:dPr>
                                <m:ctrlPr>
                                  <a:rPr lang="fr-F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fr-F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fr-F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fr-F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  <m:func>
                              <m:funcPr>
                                <m:ctrlPr>
                                  <a:rPr lang="fr-F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fr-FR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sin</m:t>
                                </m:r>
                              </m:fName>
                              <m:e>
                                <m:sSub>
                                  <m:sSubPr>
                                    <m:ctrlPr>
                                      <a:rPr lang="fr-F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9</m:t>
                                    </m:r>
                                  </m:sub>
                                </m:sSub>
                              </m:e>
                            </m:func>
                          </m:e>
                        </m:d>
                      </m:e>
                      <m:sup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fr-FR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fr-F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sSup>
                      <m:sSupPr>
                        <m:ctrlP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fr-F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func>
                      <m:funcPr>
                        <m:ctrlP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fr-F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fr-FR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fr-F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fName>
                      <m:e>
                        <m:sSub>
                          <m:sSubPr>
                            <m:ctrlPr>
                              <a:rPr lang="fr-F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fr-F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9</m:t>
                            </m:r>
                          </m:sub>
                        </m:sSub>
                      </m:e>
                    </m:func>
                    <m:r>
                      <a:rPr lang="fr-FR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fr-F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𝜆</m:t>
                            </m:r>
                            <m:d>
                              <m:dPr>
                                <m:ctrlPr>
                                  <a:rPr lang="fr-F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fr-F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fr-F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fr-F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  <m:func>
                              <m:funcPr>
                                <m:ctrlPr>
                                  <a:rPr lang="fr-F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fr-FR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sin</m:t>
                                </m:r>
                              </m:fName>
                              <m:e>
                                <m:sSub>
                                  <m:sSubPr>
                                    <m:ctrlPr>
                                      <a:rPr lang="fr-F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9</m:t>
                                    </m:r>
                                  </m:sub>
                                </m:sSub>
                              </m:e>
                            </m:func>
                          </m:e>
                        </m:d>
                      </m:e>
                      <m:sup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fr-FR" dirty="0"/>
              </a:p>
              <a:p>
                <a:pPr lvl="1"/>
                <a14:m>
                  <m:oMath xmlns:m="http://schemas.openxmlformats.org/officeDocument/2006/math">
                    <m:r>
                      <a:rPr lang="fr-F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ad>
                      <m:radPr>
                        <m:degHide m:val="on"/>
                        <m:ctrlPr>
                          <a:rPr lang="fr-F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fr-F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𝐿</m:t>
                            </m:r>
                          </m:e>
                          <m:sup>
                            <m:r>
                              <a:rPr lang="fr-F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fr-F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fr-F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func>
                          <m:funcPr>
                            <m:ctrlPr>
                              <a:rPr lang="fr-F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sSup>
                              <m:sSupPr>
                                <m:ctrlPr>
                                  <a:rPr lang="fr-F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fr-FR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cos</m:t>
                                </m:r>
                              </m:e>
                              <m:sup>
                                <m:r>
                                  <a:rPr lang="fr-F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fName>
                          <m:e>
                            <m:sSub>
                              <m:sSubPr>
                                <m:ctrlPr>
                                  <a:rPr lang="fr-F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fr-F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9</m:t>
                                </m:r>
                              </m:sub>
                            </m:sSub>
                          </m:e>
                        </m:func>
                      </m:e>
                    </m:rad>
                    <m:r>
                      <a:rPr lang="fr-FR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fr-F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  <m:d>
                      <m:dPr>
                        <m:ctrlP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fr-F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fr-F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𝑒</m:t>
                    </m:r>
                    <m:func>
                      <m:funcPr>
                        <m:ctrlP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fr-FR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sSub>
                          <m:sSubPr>
                            <m:ctrlPr>
                              <a:rPr lang="fr-F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fr-F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9</m:t>
                            </m:r>
                          </m:sub>
                        </m:sSub>
                      </m:e>
                    </m:func>
                  </m:oMath>
                </a14:m>
                <a:endParaRPr lang="fr-FR" dirty="0"/>
              </a:p>
              <a:p>
                <a:pPr lvl="1"/>
                <a14:m>
                  <m:oMath xmlns:m="http://schemas.openxmlformats.org/officeDocument/2006/math">
                    <m:r>
                      <a:rPr lang="fr-F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fr-F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  <m:d>
                      <m:dPr>
                        <m:ctrlP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fr-F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fr-F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𝐿</m:t>
                            </m:r>
                          </m:e>
                          <m:sup>
                            <m:r>
                              <a:rPr lang="fr-F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fr-F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fr-F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func>
                          <m:funcPr>
                            <m:ctrlPr>
                              <a:rPr lang="fr-F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sSup>
                              <m:sSupPr>
                                <m:ctrlPr>
                                  <a:rPr lang="fr-F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fr-FR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cos</m:t>
                                </m:r>
                              </m:e>
                              <m:sup>
                                <m:r>
                                  <a:rPr lang="fr-F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fName>
                          <m:e>
                            <m:sSub>
                              <m:sSubPr>
                                <m:ctrlPr>
                                  <a:rPr lang="fr-F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fr-F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9</m:t>
                                </m:r>
                              </m:sub>
                            </m:sSub>
                          </m:e>
                        </m:func>
                      </m:e>
                    </m:rad>
                    <m:r>
                      <a:rPr lang="fr-F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fr-F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𝑒</m:t>
                    </m:r>
                    <m:func>
                      <m:funcPr>
                        <m:ctrlP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fr-FR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sSub>
                          <m:sSubPr>
                            <m:ctrlPr>
                              <a:rPr lang="fr-F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fr-F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9</m:t>
                            </m:r>
                          </m:sub>
                        </m:sSub>
                      </m:e>
                    </m:func>
                  </m:oMath>
                </a14:m>
                <a:endParaRPr lang="fr-FR" dirty="0"/>
              </a:p>
              <a:p>
                <a:pPr lvl="1"/>
                <a:endParaRPr lang="fr-FR" dirty="0"/>
              </a:p>
              <a:p>
                <a:pPr lvl="1"/>
                <a:endParaRPr lang="fr-FR" dirty="0"/>
              </a:p>
            </p:txBody>
          </p:sp>
        </mc:Choice>
        <mc:Fallback xmlns="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6BAA92CF-A197-4AB5-F90C-C7825258693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7795" y="981887"/>
                <a:ext cx="11403645" cy="5253339"/>
              </a:xfrm>
              <a:blipFill>
                <a:blip r:embed="rId2"/>
                <a:stretch>
                  <a:fillRect l="-1283" t="-290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8" name="Image 67">
            <a:extLst>
              <a:ext uri="{FF2B5EF4-FFF2-40B4-BE49-F238E27FC236}">
                <a16:creationId xmlns:a16="http://schemas.microsoft.com/office/drawing/2014/main" id="{1C38F2A6-1561-2DE3-578D-3A4866B09A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159146"/>
            <a:ext cx="4413887" cy="2584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8446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094172F-6C42-943C-55D9-1A04C0209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5D007DFF-993D-ADDC-BBC1-5BA038D62C2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7795" y="981887"/>
                <a:ext cx="8466203" cy="5253339"/>
              </a:xfrm>
            </p:spPr>
            <p:txBody>
              <a:bodyPr/>
              <a:lstStyle/>
              <a:p>
                <a:r>
                  <a:rPr lang="fr-FR" dirty="0"/>
                  <a:t>En utilisant Pythagore, on a : </a:t>
                </a:r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ℓ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fr-FR" b="0" i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  <m:d>
                              <m:dPr>
                                <m:ctrlP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ℓ</m:t>
                                </m:r>
                              </m:e>
                              <m:sub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fr-FR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i="1">
                            <a:latin typeface="Cambria Math" panose="02040503050406030204" pitchFamily="18" charset="0"/>
                          </a:rPr>
                          <m:t>𝜇</m:t>
                        </m:r>
                        <m:sSup>
                          <m:sSup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</m:e>
                          <m:sup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fr-FR" i="1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fr-FR" b="0" i="1" smtClean="0">
                        <a:latin typeface="Cambria Math" panose="02040503050406030204" pitchFamily="18" charset="0"/>
                      </a:rPr>
                      <m:t>⇒</m:t>
                    </m:r>
                    <m:r>
                      <a:rPr lang="fr-FR" i="1">
                        <a:latin typeface="Cambria Math" panose="02040503050406030204" pitchFamily="18" charset="0"/>
                      </a:rPr>
                      <m:t>𝜇</m:t>
                    </m:r>
                    <m:d>
                      <m:d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fr-FR" b="0" i="0" smtClean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</m:d>
                    <m:r>
                      <a:rPr lang="fr-FR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Sup>
                              <m:sSubSupPr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ℓ</m:t>
                                </m:r>
                              </m:e>
                              <m:sub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d>
                              <m:dPr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  <m:d>
                                  <m:dPr>
                                    <m:ctrlP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ℓ</m:t>
                                    </m:r>
                                  </m:e>
                                  <m:sub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endParaRPr lang="fr-FR" dirty="0"/>
              </a:p>
              <a:p>
                <a:pPr lvl="1"/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fr-FR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ℓ</m:t>
                        </m:r>
                      </m:num>
                      <m:den>
                        <m:sSub>
                          <m:sSub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ℓ</m:t>
                            </m:r>
                          </m:e>
                          <m:sub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fr-FR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fr-FR" dirty="0"/>
              </a:p>
            </p:txBody>
          </p:sp>
        </mc:Choice>
        <mc:Fallback xmlns="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5D007DFF-993D-ADDC-BBC1-5BA038D62C2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7795" y="981887"/>
                <a:ext cx="8466203" cy="5253339"/>
              </a:xfrm>
              <a:blipFill>
                <a:blip r:embed="rId2"/>
                <a:stretch>
                  <a:fillRect l="-1872" t="-185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Image 5">
            <a:extLst>
              <a:ext uri="{FF2B5EF4-FFF2-40B4-BE49-F238E27FC236}">
                <a16:creationId xmlns:a16="http://schemas.microsoft.com/office/drawing/2014/main" id="{3F5AB5A3-398B-BB9C-C65B-FED1746AE4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5008" y="201045"/>
            <a:ext cx="3529827" cy="1780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42580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474264-D38B-EFC8-01F0-791B1F5A29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107CF7F-1E92-DE58-930A-8F57F099EF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Ressort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94A6AEB-24CF-13FC-CF65-3AF6F23C16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795" y="981887"/>
            <a:ext cx="11403645" cy="5253339"/>
          </a:xfrm>
        </p:spPr>
        <p:txBody>
          <a:bodyPr>
            <a:normAutofit/>
          </a:bodyPr>
          <a:lstStyle/>
          <a:p>
            <a:pPr lvl="1"/>
            <a:endParaRPr lang="fr-FR" dirty="0"/>
          </a:p>
        </p:txBody>
      </p:sp>
      <p:pic>
        <p:nvPicPr>
          <p:cNvPr id="68" name="Image 67">
            <a:extLst>
              <a:ext uri="{FF2B5EF4-FFF2-40B4-BE49-F238E27FC236}">
                <a16:creationId xmlns:a16="http://schemas.microsoft.com/office/drawing/2014/main" id="{D3B507CE-8FE9-92DD-6378-8F9682E457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59146"/>
            <a:ext cx="4413887" cy="2584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66016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A3F175B-8B92-15F6-386C-2F2012A71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grpSp>
        <p:nvGrpSpPr>
          <p:cNvPr id="4" name="Groupe 3">
            <a:extLst>
              <a:ext uri="{FF2B5EF4-FFF2-40B4-BE49-F238E27FC236}">
                <a16:creationId xmlns:a16="http://schemas.microsoft.com/office/drawing/2014/main" id="{CE1B5808-029F-D74C-E0AE-0D56A9EEFE17}"/>
              </a:ext>
            </a:extLst>
          </p:cNvPr>
          <p:cNvGrpSpPr/>
          <p:nvPr/>
        </p:nvGrpSpPr>
        <p:grpSpPr>
          <a:xfrm>
            <a:off x="7143107" y="1255706"/>
            <a:ext cx="4361134" cy="2557397"/>
            <a:chOff x="4171306" y="1231643"/>
            <a:chExt cx="4361134" cy="2557397"/>
          </a:xfrm>
        </p:grpSpPr>
        <p:sp>
          <p:nvSpPr>
            <p:cNvPr id="5" name="Ellipse 4">
              <a:extLst>
                <a:ext uri="{FF2B5EF4-FFF2-40B4-BE49-F238E27FC236}">
                  <a16:creationId xmlns:a16="http://schemas.microsoft.com/office/drawing/2014/main" id="{E0AE9332-BC9A-CE50-D2EC-CFA6ECC6D2D6}"/>
                </a:ext>
              </a:extLst>
            </p:cNvPr>
            <p:cNvSpPr/>
            <p:nvPr/>
          </p:nvSpPr>
          <p:spPr>
            <a:xfrm>
              <a:off x="6648819" y="2621459"/>
              <a:ext cx="180000" cy="18000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cxnSp>
          <p:nvCxnSpPr>
            <p:cNvPr id="6" name="Connecteur droit 5">
              <a:extLst>
                <a:ext uri="{FF2B5EF4-FFF2-40B4-BE49-F238E27FC236}">
                  <a16:creationId xmlns:a16="http://schemas.microsoft.com/office/drawing/2014/main" id="{9208A310-0974-84AE-D5BC-D5357A451A79}"/>
                </a:ext>
              </a:extLst>
            </p:cNvPr>
            <p:cNvCxnSpPr>
              <a:cxnSpLocks/>
              <a:stCxn id="10" idx="5"/>
              <a:endCxn id="28" idx="1"/>
            </p:cNvCxnSpPr>
            <p:nvPr/>
          </p:nvCxnSpPr>
          <p:spPr>
            <a:xfrm flipH="1" flipV="1">
              <a:off x="6668358" y="1655160"/>
              <a:ext cx="404146" cy="818447"/>
            </a:xfrm>
            <a:prstGeom prst="line">
              <a:avLst/>
            </a:prstGeom>
            <a:noFill/>
            <a:ln w="2857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7" name="Groupe 6">
              <a:extLst>
                <a:ext uri="{FF2B5EF4-FFF2-40B4-BE49-F238E27FC236}">
                  <a16:creationId xmlns:a16="http://schemas.microsoft.com/office/drawing/2014/main" id="{E7CFC885-B010-6F48-E1D6-D079347D7E79}"/>
                </a:ext>
              </a:extLst>
            </p:cNvPr>
            <p:cNvGrpSpPr/>
            <p:nvPr/>
          </p:nvGrpSpPr>
          <p:grpSpPr>
            <a:xfrm>
              <a:off x="4171306" y="3356992"/>
              <a:ext cx="719636" cy="432048"/>
              <a:chOff x="204247" y="1842525"/>
              <a:chExt cx="719636" cy="432048"/>
            </a:xfrm>
          </p:grpSpPr>
          <p:sp>
            <p:nvSpPr>
              <p:cNvPr id="58" name="Ellipse 57">
                <a:extLst>
                  <a:ext uri="{FF2B5EF4-FFF2-40B4-BE49-F238E27FC236}">
                    <a16:creationId xmlns:a16="http://schemas.microsoft.com/office/drawing/2014/main" id="{0A44CA98-322F-B37F-CD59-053BECB9EDA2}"/>
                  </a:ext>
                </a:extLst>
              </p:cNvPr>
              <p:cNvSpPr/>
              <p:nvPr/>
            </p:nvSpPr>
            <p:spPr>
              <a:xfrm>
                <a:off x="204247" y="1991610"/>
                <a:ext cx="180000" cy="18000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1050" b="1" dirty="0">
                    <a:solidFill>
                      <a:schemeClr val="tx1"/>
                    </a:solidFill>
                  </a:rPr>
                  <a:t>0</a:t>
                </a:r>
                <a:endParaRPr lang="fr-FR" sz="1400" b="1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59" name="Groupe 58">
                <a:extLst>
                  <a:ext uri="{FF2B5EF4-FFF2-40B4-BE49-F238E27FC236}">
                    <a16:creationId xmlns:a16="http://schemas.microsoft.com/office/drawing/2014/main" id="{785962D5-FF48-E8D5-D78E-DB9E4998F7B3}"/>
                  </a:ext>
                </a:extLst>
              </p:cNvPr>
              <p:cNvGrpSpPr/>
              <p:nvPr/>
            </p:nvGrpSpPr>
            <p:grpSpPr>
              <a:xfrm rot="5400000">
                <a:off x="387498" y="1914533"/>
                <a:ext cx="432048" cy="288031"/>
                <a:chOff x="2286259" y="3513708"/>
                <a:chExt cx="432048" cy="288031"/>
              </a:xfrm>
            </p:grpSpPr>
            <p:sp>
              <p:nvSpPr>
                <p:cNvPr id="61" name="Forme libre : forme 60">
                  <a:extLst>
                    <a:ext uri="{FF2B5EF4-FFF2-40B4-BE49-F238E27FC236}">
                      <a16:creationId xmlns:a16="http://schemas.microsoft.com/office/drawing/2014/main" id="{30B433F8-F035-F498-3A49-7AE0937F7FD7}"/>
                    </a:ext>
                  </a:extLst>
                </p:cNvPr>
                <p:cNvSpPr/>
                <p:nvPr/>
              </p:nvSpPr>
              <p:spPr>
                <a:xfrm>
                  <a:off x="2302852" y="3655813"/>
                  <a:ext cx="415449" cy="145926"/>
                </a:xfrm>
                <a:custGeom>
                  <a:avLst/>
                  <a:gdLst>
                    <a:gd name="connsiteX0" fmla="*/ 0 w 400050"/>
                    <a:gd name="connsiteY0" fmla="*/ 6350 h 134622"/>
                    <a:gd name="connsiteX1" fmla="*/ 63500 w 400050"/>
                    <a:gd name="connsiteY1" fmla="*/ 114300 h 134622"/>
                    <a:gd name="connsiteX2" fmla="*/ 203200 w 400050"/>
                    <a:gd name="connsiteY2" fmla="*/ 69850 h 134622"/>
                    <a:gd name="connsiteX3" fmla="*/ 304800 w 400050"/>
                    <a:gd name="connsiteY3" fmla="*/ 133350 h 134622"/>
                    <a:gd name="connsiteX4" fmla="*/ 400050 w 400050"/>
                    <a:gd name="connsiteY4" fmla="*/ 0 h 13462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00050" h="134622">
                      <a:moveTo>
                        <a:pt x="0" y="6350"/>
                      </a:moveTo>
                      <a:cubicBezTo>
                        <a:pt x="14816" y="55033"/>
                        <a:pt x="29633" y="103717"/>
                        <a:pt x="63500" y="114300"/>
                      </a:cubicBezTo>
                      <a:cubicBezTo>
                        <a:pt x="97367" y="124883"/>
                        <a:pt x="162983" y="66675"/>
                        <a:pt x="203200" y="69850"/>
                      </a:cubicBezTo>
                      <a:cubicBezTo>
                        <a:pt x="243417" y="73025"/>
                        <a:pt x="271992" y="144992"/>
                        <a:pt x="304800" y="133350"/>
                      </a:cubicBezTo>
                      <a:cubicBezTo>
                        <a:pt x="337608" y="121708"/>
                        <a:pt x="368829" y="60854"/>
                        <a:pt x="400050" y="0"/>
                      </a:cubicBezTo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cxnSp>
              <p:nvCxnSpPr>
                <p:cNvPr id="62" name="Connecteur droit 61">
                  <a:extLst>
                    <a:ext uri="{FF2B5EF4-FFF2-40B4-BE49-F238E27FC236}">
                      <a16:creationId xmlns:a16="http://schemas.microsoft.com/office/drawing/2014/main" id="{BA9FE16B-64A3-FF6D-B756-0FD27EDEC31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502283" y="3513708"/>
                  <a:ext cx="0" cy="142105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63" name="Connecteur droit 62">
                  <a:extLst>
                    <a:ext uri="{FF2B5EF4-FFF2-40B4-BE49-F238E27FC236}">
                      <a16:creationId xmlns:a16="http://schemas.microsoft.com/office/drawing/2014/main" id="{4172CA6D-656F-0F48-092A-24A419324D8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286259" y="3659633"/>
                  <a:ext cx="432048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</p:grpSp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8546ADBF-93CC-FECC-9378-3166C41CFA1C}"/>
                  </a:ext>
                </a:extLst>
              </p:cNvPr>
              <p:cNvSpPr/>
              <p:nvPr/>
            </p:nvSpPr>
            <p:spPr>
              <a:xfrm rot="16200000">
                <a:off x="743883" y="1977057"/>
                <a:ext cx="180000" cy="18000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sp>
          <p:nvSpPr>
            <p:cNvPr id="8" name="Ellipse 7">
              <a:extLst>
                <a:ext uri="{FF2B5EF4-FFF2-40B4-BE49-F238E27FC236}">
                  <a16:creationId xmlns:a16="http://schemas.microsoft.com/office/drawing/2014/main" id="{19CFF820-E34C-B32E-3090-9470C15ED896}"/>
                </a:ext>
              </a:extLst>
            </p:cNvPr>
            <p:cNvSpPr/>
            <p:nvPr/>
          </p:nvSpPr>
          <p:spPr>
            <a:xfrm>
              <a:off x="5390638" y="3491309"/>
              <a:ext cx="180000" cy="1800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050" b="1" dirty="0">
                  <a:solidFill>
                    <a:srgbClr val="C00000"/>
                  </a:solidFill>
                </a:rPr>
                <a:t>6</a:t>
              </a:r>
              <a:endParaRPr lang="fr-FR" sz="1400" b="1" dirty="0">
                <a:solidFill>
                  <a:srgbClr val="C00000"/>
                </a:solidFill>
              </a:endParaRPr>
            </a:p>
          </p:txBody>
        </p:sp>
        <p:cxnSp>
          <p:nvCxnSpPr>
            <p:cNvPr id="9" name="Connecteur droit 8">
              <a:extLst>
                <a:ext uri="{FF2B5EF4-FFF2-40B4-BE49-F238E27FC236}">
                  <a16:creationId xmlns:a16="http://schemas.microsoft.com/office/drawing/2014/main" id="{A102216E-B8E5-CDA0-53B4-2822EE8CFE37}"/>
                </a:ext>
              </a:extLst>
            </p:cNvPr>
            <p:cNvCxnSpPr>
              <a:cxnSpLocks/>
              <a:stCxn id="5" idx="7"/>
              <a:endCxn id="10" idx="7"/>
            </p:cNvCxnSpPr>
            <p:nvPr/>
          </p:nvCxnSpPr>
          <p:spPr>
            <a:xfrm flipV="1">
              <a:off x="6802459" y="2346327"/>
              <a:ext cx="270045" cy="301492"/>
            </a:xfrm>
            <a:prstGeom prst="line">
              <a:avLst/>
            </a:prstGeom>
            <a:solidFill>
              <a:schemeClr val="bg1"/>
            </a:solidFill>
            <a:ln w="285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0" name="Ellipse 9">
              <a:extLst>
                <a:ext uri="{FF2B5EF4-FFF2-40B4-BE49-F238E27FC236}">
                  <a16:creationId xmlns:a16="http://schemas.microsoft.com/office/drawing/2014/main" id="{4D68A491-E814-90FF-F7FA-2057AD775566}"/>
                </a:ext>
              </a:extLst>
            </p:cNvPr>
            <p:cNvSpPr/>
            <p:nvPr/>
          </p:nvSpPr>
          <p:spPr>
            <a:xfrm>
              <a:off x="6918864" y="2319967"/>
              <a:ext cx="180000" cy="18000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48D88552-8243-AC78-B4FC-AB1FB1955FB1}"/>
                </a:ext>
              </a:extLst>
            </p:cNvPr>
            <p:cNvCxnSpPr>
              <a:cxnSpLocks/>
              <a:endCxn id="28" idx="0"/>
            </p:cNvCxnSpPr>
            <p:nvPr/>
          </p:nvCxnSpPr>
          <p:spPr>
            <a:xfrm>
              <a:off x="6730293" y="1553892"/>
              <a:ext cx="0" cy="72000"/>
            </a:xfrm>
            <a:prstGeom prst="line">
              <a:avLst/>
            </a:prstGeom>
            <a:noFill/>
            <a:ln w="28575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2" name="Connecteur droit 11">
              <a:extLst>
                <a:ext uri="{FF2B5EF4-FFF2-40B4-BE49-F238E27FC236}">
                  <a16:creationId xmlns:a16="http://schemas.microsoft.com/office/drawing/2014/main" id="{06887C84-72AE-FE40-1C93-EF910C74472B}"/>
                </a:ext>
              </a:extLst>
            </p:cNvPr>
            <p:cNvCxnSpPr>
              <a:cxnSpLocks/>
            </p:cNvCxnSpPr>
            <p:nvPr/>
          </p:nvCxnSpPr>
          <p:spPr>
            <a:xfrm>
              <a:off x="4932440" y="1556792"/>
              <a:ext cx="3600000" cy="0"/>
            </a:xfrm>
            <a:prstGeom prst="line">
              <a:avLst/>
            </a:prstGeom>
            <a:noFill/>
            <a:ln w="28575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" name="Connecteur droit 12">
              <a:extLst>
                <a:ext uri="{FF2B5EF4-FFF2-40B4-BE49-F238E27FC236}">
                  <a16:creationId xmlns:a16="http://schemas.microsoft.com/office/drawing/2014/main" id="{3B55A78A-1343-C3D2-3385-45FE780E1ED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31556" y="1231643"/>
              <a:ext cx="0" cy="325149"/>
            </a:xfrm>
            <a:prstGeom prst="line">
              <a:avLst/>
            </a:prstGeom>
            <a:noFill/>
            <a:ln w="28575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" name="Connecteur droit 13">
              <a:extLst>
                <a:ext uri="{FF2B5EF4-FFF2-40B4-BE49-F238E27FC236}">
                  <a16:creationId xmlns:a16="http://schemas.microsoft.com/office/drawing/2014/main" id="{F037D5C6-03DB-8AFF-A7F0-25B14FA8A61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32440" y="1231643"/>
              <a:ext cx="0" cy="325149"/>
            </a:xfrm>
            <a:prstGeom prst="line">
              <a:avLst/>
            </a:prstGeom>
            <a:noFill/>
            <a:ln w="28575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5" name="Connecteur droit 14">
              <a:extLst>
                <a:ext uri="{FF2B5EF4-FFF2-40B4-BE49-F238E27FC236}">
                  <a16:creationId xmlns:a16="http://schemas.microsoft.com/office/drawing/2014/main" id="{1ADFDAE9-10D6-EC1B-1E04-1CF52D6FBCB5}"/>
                </a:ext>
              </a:extLst>
            </p:cNvPr>
            <p:cNvCxnSpPr>
              <a:cxnSpLocks/>
              <a:stCxn id="60" idx="3"/>
            </p:cNvCxnSpPr>
            <p:nvPr/>
          </p:nvCxnSpPr>
          <p:spPr>
            <a:xfrm flipV="1">
              <a:off x="4800942" y="3438565"/>
              <a:ext cx="0" cy="52959"/>
            </a:xfrm>
            <a:prstGeom prst="lin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" name="Connecteur droit 15">
              <a:extLst>
                <a:ext uri="{FF2B5EF4-FFF2-40B4-BE49-F238E27FC236}">
                  <a16:creationId xmlns:a16="http://schemas.microsoft.com/office/drawing/2014/main" id="{BA867D6B-879B-1B03-66FC-0526D2F6B169}"/>
                </a:ext>
              </a:extLst>
            </p:cNvPr>
            <p:cNvCxnSpPr>
              <a:cxnSpLocks/>
            </p:cNvCxnSpPr>
            <p:nvPr/>
          </p:nvCxnSpPr>
          <p:spPr>
            <a:xfrm>
              <a:off x="4712769" y="3491523"/>
              <a:ext cx="180000" cy="180000"/>
            </a:xfrm>
            <a:prstGeom prst="lin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" name="Connecteur droit 16">
              <a:extLst>
                <a:ext uri="{FF2B5EF4-FFF2-40B4-BE49-F238E27FC236}">
                  <a16:creationId xmlns:a16="http://schemas.microsoft.com/office/drawing/2014/main" id="{D224790A-ACDD-87E7-5E7B-00601F1734A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12738" y="3489267"/>
              <a:ext cx="180000" cy="180000"/>
            </a:xfrm>
            <a:prstGeom prst="lin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8" name="Ellipse 17">
              <a:extLst>
                <a:ext uri="{FF2B5EF4-FFF2-40B4-BE49-F238E27FC236}">
                  <a16:creationId xmlns:a16="http://schemas.microsoft.com/office/drawing/2014/main" id="{0F6320EC-EF7E-A0BC-95B9-E808AE7AF059}"/>
                </a:ext>
              </a:extLst>
            </p:cNvPr>
            <p:cNvSpPr/>
            <p:nvPr/>
          </p:nvSpPr>
          <p:spPr>
            <a:xfrm>
              <a:off x="6913073" y="2607812"/>
              <a:ext cx="180000" cy="1800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050" b="1" dirty="0">
                  <a:solidFill>
                    <a:schemeClr val="bg1">
                      <a:lumMod val="50000"/>
                    </a:schemeClr>
                  </a:solidFill>
                </a:rPr>
                <a:t>9</a:t>
              </a:r>
              <a:endParaRPr lang="fr-FR" sz="1400" b="1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9" name="Ellipse 18">
              <a:extLst>
                <a:ext uri="{FF2B5EF4-FFF2-40B4-BE49-F238E27FC236}">
                  <a16:creationId xmlns:a16="http://schemas.microsoft.com/office/drawing/2014/main" id="{D399557E-1E19-8741-BF57-F53154D0939A}"/>
                </a:ext>
              </a:extLst>
            </p:cNvPr>
            <p:cNvSpPr/>
            <p:nvPr/>
          </p:nvSpPr>
          <p:spPr>
            <a:xfrm>
              <a:off x="6622554" y="2017457"/>
              <a:ext cx="216000" cy="2160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fr-FR" sz="1000" b="1" dirty="0">
                  <a:solidFill>
                    <a:srgbClr val="00B050"/>
                  </a:solidFill>
                </a:rPr>
                <a:t>10</a:t>
              </a:r>
              <a:endParaRPr lang="fr-FR" sz="1200" b="1" dirty="0">
                <a:solidFill>
                  <a:srgbClr val="00B050"/>
                </a:solidFill>
              </a:endParaRPr>
            </a:p>
          </p:txBody>
        </p:sp>
        <p:sp>
          <p:nvSpPr>
            <p:cNvPr id="20" name="Ellipse 19">
              <a:extLst>
                <a:ext uri="{FF2B5EF4-FFF2-40B4-BE49-F238E27FC236}">
                  <a16:creationId xmlns:a16="http://schemas.microsoft.com/office/drawing/2014/main" id="{0C99F91E-CB11-B284-7308-DBAF1EB7ED45}"/>
                </a:ext>
              </a:extLst>
            </p:cNvPr>
            <p:cNvSpPr/>
            <p:nvPr/>
          </p:nvSpPr>
          <p:spPr>
            <a:xfrm>
              <a:off x="5003731" y="1292529"/>
              <a:ext cx="216000" cy="2160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fr-FR" sz="1000" b="1" dirty="0">
                  <a:solidFill>
                    <a:srgbClr val="0070C0"/>
                  </a:solidFill>
                </a:rPr>
                <a:t>11</a:t>
              </a:r>
              <a:endParaRPr lang="fr-FR" sz="1200" b="1" dirty="0">
                <a:solidFill>
                  <a:srgbClr val="0070C0"/>
                </a:solidFill>
              </a:endParaRPr>
            </a:p>
          </p:txBody>
        </p:sp>
        <p:cxnSp>
          <p:nvCxnSpPr>
            <p:cNvPr id="21" name="Connecteur droit 20">
              <a:extLst>
                <a:ext uri="{FF2B5EF4-FFF2-40B4-BE49-F238E27FC236}">
                  <a16:creationId xmlns:a16="http://schemas.microsoft.com/office/drawing/2014/main" id="{8BB0EC94-C9EB-54B5-0DB9-987BEB88FB91}"/>
                </a:ext>
              </a:extLst>
            </p:cNvPr>
            <p:cNvCxnSpPr>
              <a:cxnSpLocks/>
              <a:endCxn id="5" idx="4"/>
            </p:cNvCxnSpPr>
            <p:nvPr/>
          </p:nvCxnSpPr>
          <p:spPr>
            <a:xfrm flipV="1">
              <a:off x="6738819" y="2801459"/>
              <a:ext cx="0" cy="637106"/>
            </a:xfrm>
            <a:prstGeom prst="lin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2" name="Connecteur droit 21">
              <a:extLst>
                <a:ext uri="{FF2B5EF4-FFF2-40B4-BE49-F238E27FC236}">
                  <a16:creationId xmlns:a16="http://schemas.microsoft.com/office/drawing/2014/main" id="{28604E1B-F88B-0516-42E2-F7ABA94950CF}"/>
                </a:ext>
              </a:extLst>
            </p:cNvPr>
            <p:cNvCxnSpPr>
              <a:cxnSpLocks/>
            </p:cNvCxnSpPr>
            <p:nvPr/>
          </p:nvCxnSpPr>
          <p:spPr>
            <a:xfrm>
              <a:off x="4800942" y="3438565"/>
              <a:ext cx="3659490" cy="0"/>
            </a:xfrm>
            <a:prstGeom prst="lin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23" name="Groupe 22">
              <a:extLst>
                <a:ext uri="{FF2B5EF4-FFF2-40B4-BE49-F238E27FC236}">
                  <a16:creationId xmlns:a16="http://schemas.microsoft.com/office/drawing/2014/main" id="{DD62F4BB-F3A0-5F19-0BE1-A5B90259685D}"/>
                </a:ext>
              </a:extLst>
            </p:cNvPr>
            <p:cNvGrpSpPr/>
            <p:nvPr/>
          </p:nvGrpSpPr>
          <p:grpSpPr>
            <a:xfrm>
              <a:off x="5161239" y="3128093"/>
              <a:ext cx="288000" cy="288000"/>
              <a:chOff x="4943745" y="2850212"/>
              <a:chExt cx="288000" cy="288000"/>
            </a:xfrm>
          </p:grpSpPr>
          <p:sp>
            <p:nvSpPr>
              <p:cNvPr id="55" name="Ellipse 54">
                <a:extLst>
                  <a:ext uri="{FF2B5EF4-FFF2-40B4-BE49-F238E27FC236}">
                    <a16:creationId xmlns:a16="http://schemas.microsoft.com/office/drawing/2014/main" id="{60E0B682-E563-532A-5757-6ECA5F087E08}"/>
                  </a:ext>
                </a:extLst>
              </p:cNvPr>
              <p:cNvSpPr/>
              <p:nvPr/>
            </p:nvSpPr>
            <p:spPr>
              <a:xfrm>
                <a:off x="4943745" y="2850212"/>
                <a:ext cx="288000" cy="288000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cxnSp>
            <p:nvCxnSpPr>
              <p:cNvPr id="56" name="Connecteur droit 55">
                <a:extLst>
                  <a:ext uri="{FF2B5EF4-FFF2-40B4-BE49-F238E27FC236}">
                    <a16:creationId xmlns:a16="http://schemas.microsoft.com/office/drawing/2014/main" id="{30A78913-A52F-D79F-8F50-8FD3945DBA7D}"/>
                  </a:ext>
                </a:extLst>
              </p:cNvPr>
              <p:cNvCxnSpPr>
                <a:cxnSpLocks/>
                <a:stCxn id="55" idx="1"/>
                <a:endCxn id="57" idx="5"/>
              </p:cNvCxnSpPr>
              <p:nvPr/>
            </p:nvCxnSpPr>
            <p:spPr>
              <a:xfrm>
                <a:off x="4985922" y="2892389"/>
                <a:ext cx="165463" cy="165463"/>
              </a:xfrm>
              <a:prstGeom prst="line">
                <a:avLst/>
              </a:prstGeom>
              <a:noFill/>
              <a:ln w="28575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57" name="Ellipse 56">
                <a:extLst>
                  <a:ext uri="{FF2B5EF4-FFF2-40B4-BE49-F238E27FC236}">
                    <a16:creationId xmlns:a16="http://schemas.microsoft.com/office/drawing/2014/main" id="{DE8E877A-09F5-73E8-73CE-5EED021028C4}"/>
                  </a:ext>
                </a:extLst>
              </p:cNvPr>
              <p:cNvSpPr/>
              <p:nvPr/>
            </p:nvSpPr>
            <p:spPr>
              <a:xfrm>
                <a:off x="4997745" y="2904212"/>
                <a:ext cx="180000" cy="180000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</p:grpSp>
        <p:grpSp>
          <p:nvGrpSpPr>
            <p:cNvPr id="24" name="Groupe 23">
              <a:extLst>
                <a:ext uri="{FF2B5EF4-FFF2-40B4-BE49-F238E27FC236}">
                  <a16:creationId xmlns:a16="http://schemas.microsoft.com/office/drawing/2014/main" id="{2E4C945A-080C-AC82-4DFD-D4FE6BE06519}"/>
                </a:ext>
              </a:extLst>
            </p:cNvPr>
            <p:cNvGrpSpPr/>
            <p:nvPr/>
          </p:nvGrpSpPr>
          <p:grpSpPr>
            <a:xfrm>
              <a:off x="8028400" y="3128093"/>
              <a:ext cx="288000" cy="288000"/>
              <a:chOff x="4943745" y="2850212"/>
              <a:chExt cx="288000" cy="288000"/>
            </a:xfrm>
          </p:grpSpPr>
          <p:sp>
            <p:nvSpPr>
              <p:cNvPr id="52" name="Ellipse 51">
                <a:extLst>
                  <a:ext uri="{FF2B5EF4-FFF2-40B4-BE49-F238E27FC236}">
                    <a16:creationId xmlns:a16="http://schemas.microsoft.com/office/drawing/2014/main" id="{26073826-F12A-1662-E3B8-8B708E72FBD4}"/>
                  </a:ext>
                </a:extLst>
              </p:cNvPr>
              <p:cNvSpPr/>
              <p:nvPr/>
            </p:nvSpPr>
            <p:spPr>
              <a:xfrm>
                <a:off x="4943745" y="2850212"/>
                <a:ext cx="288000" cy="288000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cxnSp>
            <p:nvCxnSpPr>
              <p:cNvPr id="53" name="Connecteur droit 52">
                <a:extLst>
                  <a:ext uri="{FF2B5EF4-FFF2-40B4-BE49-F238E27FC236}">
                    <a16:creationId xmlns:a16="http://schemas.microsoft.com/office/drawing/2014/main" id="{B407C88F-AB1B-86E5-0D6B-20F36EA27127}"/>
                  </a:ext>
                </a:extLst>
              </p:cNvPr>
              <p:cNvCxnSpPr>
                <a:cxnSpLocks/>
                <a:stCxn id="52" idx="1"/>
                <a:endCxn id="54" idx="5"/>
              </p:cNvCxnSpPr>
              <p:nvPr/>
            </p:nvCxnSpPr>
            <p:spPr>
              <a:xfrm>
                <a:off x="4985922" y="2892389"/>
                <a:ext cx="165463" cy="165463"/>
              </a:xfrm>
              <a:prstGeom prst="line">
                <a:avLst/>
              </a:prstGeom>
              <a:noFill/>
              <a:ln w="28575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54" name="Ellipse 53">
                <a:extLst>
                  <a:ext uri="{FF2B5EF4-FFF2-40B4-BE49-F238E27FC236}">
                    <a16:creationId xmlns:a16="http://schemas.microsoft.com/office/drawing/2014/main" id="{3613CDCD-11BD-7063-B4DF-9175B4FA58FE}"/>
                  </a:ext>
                </a:extLst>
              </p:cNvPr>
              <p:cNvSpPr/>
              <p:nvPr/>
            </p:nvSpPr>
            <p:spPr>
              <a:xfrm>
                <a:off x="4997745" y="2904212"/>
                <a:ext cx="180000" cy="180000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</p:grpSp>
        <p:grpSp>
          <p:nvGrpSpPr>
            <p:cNvPr id="25" name="Groupe 24">
              <a:extLst>
                <a:ext uri="{FF2B5EF4-FFF2-40B4-BE49-F238E27FC236}">
                  <a16:creationId xmlns:a16="http://schemas.microsoft.com/office/drawing/2014/main" id="{7297DBEC-A96F-DA5F-9CDC-3154907CE122}"/>
                </a:ext>
              </a:extLst>
            </p:cNvPr>
            <p:cNvGrpSpPr/>
            <p:nvPr/>
          </p:nvGrpSpPr>
          <p:grpSpPr>
            <a:xfrm>
              <a:off x="8028400" y="1579265"/>
              <a:ext cx="288000" cy="288000"/>
              <a:chOff x="4943745" y="2850212"/>
              <a:chExt cx="288000" cy="288000"/>
            </a:xfrm>
          </p:grpSpPr>
          <p:sp>
            <p:nvSpPr>
              <p:cNvPr id="49" name="Ellipse 48">
                <a:extLst>
                  <a:ext uri="{FF2B5EF4-FFF2-40B4-BE49-F238E27FC236}">
                    <a16:creationId xmlns:a16="http://schemas.microsoft.com/office/drawing/2014/main" id="{A988DA84-0FBE-A291-F7F1-EE3B40E1F4F4}"/>
                  </a:ext>
                </a:extLst>
              </p:cNvPr>
              <p:cNvSpPr/>
              <p:nvPr/>
            </p:nvSpPr>
            <p:spPr>
              <a:xfrm>
                <a:off x="4943745" y="2850212"/>
                <a:ext cx="288000" cy="288000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cxnSp>
            <p:nvCxnSpPr>
              <p:cNvPr id="50" name="Connecteur droit 49">
                <a:extLst>
                  <a:ext uri="{FF2B5EF4-FFF2-40B4-BE49-F238E27FC236}">
                    <a16:creationId xmlns:a16="http://schemas.microsoft.com/office/drawing/2014/main" id="{6EE8FD9F-D93B-DCBB-58D4-4383898EEEA5}"/>
                  </a:ext>
                </a:extLst>
              </p:cNvPr>
              <p:cNvCxnSpPr>
                <a:cxnSpLocks/>
                <a:stCxn id="49" idx="1"/>
                <a:endCxn id="51" idx="5"/>
              </p:cNvCxnSpPr>
              <p:nvPr/>
            </p:nvCxnSpPr>
            <p:spPr>
              <a:xfrm>
                <a:off x="4985922" y="2892389"/>
                <a:ext cx="165463" cy="165463"/>
              </a:xfrm>
              <a:prstGeom prst="line">
                <a:avLst/>
              </a:prstGeom>
              <a:noFill/>
              <a:ln w="28575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51" name="Ellipse 50">
                <a:extLst>
                  <a:ext uri="{FF2B5EF4-FFF2-40B4-BE49-F238E27FC236}">
                    <a16:creationId xmlns:a16="http://schemas.microsoft.com/office/drawing/2014/main" id="{BA8C9BB6-3468-6E26-E7F8-64D96B4AF43D}"/>
                  </a:ext>
                </a:extLst>
              </p:cNvPr>
              <p:cNvSpPr/>
              <p:nvPr/>
            </p:nvSpPr>
            <p:spPr>
              <a:xfrm>
                <a:off x="4997745" y="2904212"/>
                <a:ext cx="180000" cy="180000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</p:grpSp>
        <p:grpSp>
          <p:nvGrpSpPr>
            <p:cNvPr id="26" name="Groupe 25">
              <a:extLst>
                <a:ext uri="{FF2B5EF4-FFF2-40B4-BE49-F238E27FC236}">
                  <a16:creationId xmlns:a16="http://schemas.microsoft.com/office/drawing/2014/main" id="{DF470C11-0967-4179-D63E-26067611580E}"/>
                </a:ext>
              </a:extLst>
            </p:cNvPr>
            <p:cNvGrpSpPr/>
            <p:nvPr/>
          </p:nvGrpSpPr>
          <p:grpSpPr>
            <a:xfrm>
              <a:off x="5161239" y="1584540"/>
              <a:ext cx="288000" cy="288000"/>
              <a:chOff x="4943745" y="2850212"/>
              <a:chExt cx="288000" cy="288000"/>
            </a:xfrm>
          </p:grpSpPr>
          <p:sp>
            <p:nvSpPr>
              <p:cNvPr id="46" name="Ellipse 45">
                <a:extLst>
                  <a:ext uri="{FF2B5EF4-FFF2-40B4-BE49-F238E27FC236}">
                    <a16:creationId xmlns:a16="http://schemas.microsoft.com/office/drawing/2014/main" id="{78DD24BC-C733-B958-5241-0252DBF50277}"/>
                  </a:ext>
                </a:extLst>
              </p:cNvPr>
              <p:cNvSpPr/>
              <p:nvPr/>
            </p:nvSpPr>
            <p:spPr>
              <a:xfrm>
                <a:off x="4943745" y="2850212"/>
                <a:ext cx="288000" cy="288000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cxnSp>
            <p:nvCxnSpPr>
              <p:cNvPr id="47" name="Connecteur droit 46">
                <a:extLst>
                  <a:ext uri="{FF2B5EF4-FFF2-40B4-BE49-F238E27FC236}">
                    <a16:creationId xmlns:a16="http://schemas.microsoft.com/office/drawing/2014/main" id="{387E14A3-9D90-8CA0-FED6-B36A6FC08EDB}"/>
                  </a:ext>
                </a:extLst>
              </p:cNvPr>
              <p:cNvCxnSpPr>
                <a:cxnSpLocks/>
                <a:stCxn id="46" idx="1"/>
                <a:endCxn id="48" idx="5"/>
              </p:cNvCxnSpPr>
              <p:nvPr/>
            </p:nvCxnSpPr>
            <p:spPr>
              <a:xfrm>
                <a:off x="4985922" y="2892389"/>
                <a:ext cx="165463" cy="165463"/>
              </a:xfrm>
              <a:prstGeom prst="line">
                <a:avLst/>
              </a:prstGeom>
              <a:noFill/>
              <a:ln w="28575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48" name="Ellipse 47">
                <a:extLst>
                  <a:ext uri="{FF2B5EF4-FFF2-40B4-BE49-F238E27FC236}">
                    <a16:creationId xmlns:a16="http://schemas.microsoft.com/office/drawing/2014/main" id="{AA49937E-6891-D2E8-36A2-48F1893C600E}"/>
                  </a:ext>
                </a:extLst>
              </p:cNvPr>
              <p:cNvSpPr/>
              <p:nvPr/>
            </p:nvSpPr>
            <p:spPr>
              <a:xfrm>
                <a:off x="4997745" y="2904212"/>
                <a:ext cx="180000" cy="180000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</p:grpSp>
        <p:sp>
          <p:nvSpPr>
            <p:cNvPr id="27" name="Ellipse 26">
              <a:extLst>
                <a:ext uri="{FF2B5EF4-FFF2-40B4-BE49-F238E27FC236}">
                  <a16:creationId xmlns:a16="http://schemas.microsoft.com/office/drawing/2014/main" id="{5080C7D2-B1B8-4AA9-9174-BDB28CF98E4F}"/>
                </a:ext>
              </a:extLst>
            </p:cNvPr>
            <p:cNvSpPr/>
            <p:nvPr/>
          </p:nvSpPr>
          <p:spPr>
            <a:xfrm>
              <a:off x="6650418" y="3176992"/>
              <a:ext cx="180000" cy="18000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28" name="Ellipse 27">
              <a:extLst>
                <a:ext uri="{FF2B5EF4-FFF2-40B4-BE49-F238E27FC236}">
                  <a16:creationId xmlns:a16="http://schemas.microsoft.com/office/drawing/2014/main" id="{A3C7D2A2-057E-568F-B92F-887915BD45B5}"/>
                </a:ext>
              </a:extLst>
            </p:cNvPr>
            <p:cNvSpPr/>
            <p:nvPr/>
          </p:nvSpPr>
          <p:spPr>
            <a:xfrm>
              <a:off x="6641998" y="1628800"/>
              <a:ext cx="180000" cy="18000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grpSp>
          <p:nvGrpSpPr>
            <p:cNvPr id="29" name="Groupe 28">
              <a:extLst>
                <a:ext uri="{FF2B5EF4-FFF2-40B4-BE49-F238E27FC236}">
                  <a16:creationId xmlns:a16="http://schemas.microsoft.com/office/drawing/2014/main" id="{A0AB8994-4AAC-CC54-68A1-A9EF3C92F00D}"/>
                </a:ext>
              </a:extLst>
            </p:cNvPr>
            <p:cNvGrpSpPr/>
            <p:nvPr/>
          </p:nvGrpSpPr>
          <p:grpSpPr>
            <a:xfrm>
              <a:off x="5368879" y="1782440"/>
              <a:ext cx="1307899" cy="1426013"/>
              <a:chOff x="5368879" y="1782440"/>
              <a:chExt cx="1307899" cy="1426013"/>
            </a:xfrm>
          </p:grpSpPr>
          <p:cxnSp>
            <p:nvCxnSpPr>
              <p:cNvPr id="43" name="Connecteur droit 42">
                <a:extLst>
                  <a:ext uri="{FF2B5EF4-FFF2-40B4-BE49-F238E27FC236}">
                    <a16:creationId xmlns:a16="http://schemas.microsoft.com/office/drawing/2014/main" id="{5364504B-62F1-8929-62E5-4B1E4B971ECC}"/>
                  </a:ext>
                </a:extLst>
              </p:cNvPr>
              <p:cNvCxnSpPr>
                <a:cxnSpLocks/>
                <a:stCxn id="27" idx="1"/>
                <a:endCxn id="48" idx="5"/>
              </p:cNvCxnSpPr>
              <p:nvPr/>
            </p:nvCxnSpPr>
            <p:spPr>
              <a:xfrm flipH="1" flipV="1">
                <a:off x="5368879" y="1792180"/>
                <a:ext cx="1307899" cy="1411172"/>
              </a:xfrm>
              <a:prstGeom prst="line">
                <a:avLst/>
              </a:prstGeom>
              <a:noFill/>
              <a:ln w="28575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44" name="Connecteur droit 43">
                <a:extLst>
                  <a:ext uri="{FF2B5EF4-FFF2-40B4-BE49-F238E27FC236}">
                    <a16:creationId xmlns:a16="http://schemas.microsoft.com/office/drawing/2014/main" id="{CA80A97F-3161-91BD-DE7F-27B6F3CD5A33}"/>
                  </a:ext>
                </a:extLst>
              </p:cNvPr>
              <p:cNvCxnSpPr>
                <a:cxnSpLocks/>
                <a:stCxn id="57" idx="7"/>
                <a:endCxn id="28" idx="3"/>
              </p:cNvCxnSpPr>
              <p:nvPr/>
            </p:nvCxnSpPr>
            <p:spPr>
              <a:xfrm flipV="1">
                <a:off x="5368879" y="1782440"/>
                <a:ext cx="1299479" cy="1426013"/>
              </a:xfrm>
              <a:prstGeom prst="line">
                <a:avLst/>
              </a:prstGeom>
              <a:noFill/>
              <a:ln w="28575"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45" name="Ellipse 44">
                <a:extLst>
                  <a:ext uri="{FF2B5EF4-FFF2-40B4-BE49-F238E27FC236}">
                    <a16:creationId xmlns:a16="http://schemas.microsoft.com/office/drawing/2014/main" id="{867C6149-41C5-E338-356B-2CAFBE02A3ED}"/>
                  </a:ext>
                </a:extLst>
              </p:cNvPr>
              <p:cNvSpPr/>
              <p:nvPr/>
            </p:nvSpPr>
            <p:spPr>
              <a:xfrm>
                <a:off x="5928618" y="2407679"/>
                <a:ext cx="180000" cy="180000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</p:grpSp>
        <p:grpSp>
          <p:nvGrpSpPr>
            <p:cNvPr id="30" name="Groupe 29">
              <a:extLst>
                <a:ext uri="{FF2B5EF4-FFF2-40B4-BE49-F238E27FC236}">
                  <a16:creationId xmlns:a16="http://schemas.microsoft.com/office/drawing/2014/main" id="{A086C587-CC10-D4F4-8F44-334CF4EDC077}"/>
                </a:ext>
              </a:extLst>
            </p:cNvPr>
            <p:cNvGrpSpPr/>
            <p:nvPr/>
          </p:nvGrpSpPr>
          <p:grpSpPr>
            <a:xfrm>
              <a:off x="6800861" y="1787380"/>
              <a:ext cx="1307899" cy="1426013"/>
              <a:chOff x="5368879" y="1782440"/>
              <a:chExt cx="1307899" cy="1426013"/>
            </a:xfrm>
          </p:grpSpPr>
          <p:cxnSp>
            <p:nvCxnSpPr>
              <p:cNvPr id="40" name="Connecteur droit 39">
                <a:extLst>
                  <a:ext uri="{FF2B5EF4-FFF2-40B4-BE49-F238E27FC236}">
                    <a16:creationId xmlns:a16="http://schemas.microsoft.com/office/drawing/2014/main" id="{53070CAE-2EE8-8311-6933-80E3CAE97AD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368879" y="1792180"/>
                <a:ext cx="1307899" cy="1411172"/>
              </a:xfrm>
              <a:prstGeom prst="line">
                <a:avLst/>
              </a:prstGeom>
              <a:noFill/>
              <a:ln w="28575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41" name="Connecteur droit 40">
                <a:extLst>
                  <a:ext uri="{FF2B5EF4-FFF2-40B4-BE49-F238E27FC236}">
                    <a16:creationId xmlns:a16="http://schemas.microsoft.com/office/drawing/2014/main" id="{3C02E17F-EC29-1BA2-8A97-FB504B7C27F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368879" y="1782440"/>
                <a:ext cx="1299479" cy="1426013"/>
              </a:xfrm>
              <a:prstGeom prst="line">
                <a:avLst/>
              </a:prstGeom>
              <a:noFill/>
              <a:ln w="28575"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42" name="Ellipse 41">
                <a:extLst>
                  <a:ext uri="{FF2B5EF4-FFF2-40B4-BE49-F238E27FC236}">
                    <a16:creationId xmlns:a16="http://schemas.microsoft.com/office/drawing/2014/main" id="{A828BB77-B240-BC25-B090-A27152B3AEDB}"/>
                  </a:ext>
                </a:extLst>
              </p:cNvPr>
              <p:cNvSpPr/>
              <p:nvPr/>
            </p:nvSpPr>
            <p:spPr>
              <a:xfrm>
                <a:off x="5928618" y="2407679"/>
                <a:ext cx="180000" cy="180000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</p:grpSp>
        <p:sp>
          <p:nvSpPr>
            <p:cNvPr id="31" name="Ellipse 30">
              <a:extLst>
                <a:ext uri="{FF2B5EF4-FFF2-40B4-BE49-F238E27FC236}">
                  <a16:creationId xmlns:a16="http://schemas.microsoft.com/office/drawing/2014/main" id="{A0833C5A-47F5-64B7-D3AC-AD54799CDE6B}"/>
                </a:ext>
              </a:extLst>
            </p:cNvPr>
            <p:cNvSpPr/>
            <p:nvPr/>
          </p:nvSpPr>
          <p:spPr>
            <a:xfrm>
              <a:off x="5489116" y="2166327"/>
              <a:ext cx="180000" cy="1800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050" b="1" dirty="0">
                  <a:solidFill>
                    <a:srgbClr val="FFC000"/>
                  </a:solidFill>
                </a:rPr>
                <a:t>a</a:t>
              </a:r>
              <a:endParaRPr lang="fr-FR" sz="1400" b="1" dirty="0">
                <a:solidFill>
                  <a:srgbClr val="FFC000"/>
                </a:solidFill>
              </a:endParaRPr>
            </a:p>
          </p:txBody>
        </p:sp>
        <p:sp>
          <p:nvSpPr>
            <p:cNvPr id="32" name="Ellipse 31">
              <a:extLst>
                <a:ext uri="{FF2B5EF4-FFF2-40B4-BE49-F238E27FC236}">
                  <a16:creationId xmlns:a16="http://schemas.microsoft.com/office/drawing/2014/main" id="{396E311C-7809-EC7D-9CE6-7BEB1C365530}"/>
                </a:ext>
              </a:extLst>
            </p:cNvPr>
            <p:cNvSpPr/>
            <p:nvPr/>
          </p:nvSpPr>
          <p:spPr>
            <a:xfrm>
              <a:off x="5492679" y="2676859"/>
              <a:ext cx="180000" cy="1800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050" b="1" dirty="0">
                  <a:solidFill>
                    <a:srgbClr val="7030A0"/>
                  </a:solidFill>
                </a:rPr>
                <a:t>b</a:t>
              </a:r>
              <a:endParaRPr lang="fr-FR" sz="1400" b="1" dirty="0">
                <a:solidFill>
                  <a:srgbClr val="7030A0"/>
                </a:solidFill>
              </a:endParaRPr>
            </a:p>
          </p:txBody>
        </p:sp>
        <p:sp>
          <p:nvSpPr>
            <p:cNvPr id="33" name="Ellipse 32">
              <a:extLst>
                <a:ext uri="{FF2B5EF4-FFF2-40B4-BE49-F238E27FC236}">
                  <a16:creationId xmlns:a16="http://schemas.microsoft.com/office/drawing/2014/main" id="{8F5D05E5-67F4-B586-976D-29B0F23E0641}"/>
                </a:ext>
              </a:extLst>
            </p:cNvPr>
            <p:cNvSpPr/>
            <p:nvPr/>
          </p:nvSpPr>
          <p:spPr>
            <a:xfrm>
              <a:off x="7806536" y="2676859"/>
              <a:ext cx="180000" cy="1800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050" b="1" dirty="0">
                  <a:solidFill>
                    <a:srgbClr val="FFC000"/>
                  </a:solidFill>
                </a:rPr>
                <a:t>c</a:t>
              </a:r>
              <a:endParaRPr lang="fr-FR" sz="1400" b="1" dirty="0">
                <a:solidFill>
                  <a:srgbClr val="FFC000"/>
                </a:solidFill>
              </a:endParaRPr>
            </a:p>
          </p:txBody>
        </p:sp>
        <p:sp>
          <p:nvSpPr>
            <p:cNvPr id="34" name="Ellipse 33">
              <a:extLst>
                <a:ext uri="{FF2B5EF4-FFF2-40B4-BE49-F238E27FC236}">
                  <a16:creationId xmlns:a16="http://schemas.microsoft.com/office/drawing/2014/main" id="{C663579D-F562-C2A9-C26E-2230E2B57C61}"/>
                </a:ext>
              </a:extLst>
            </p:cNvPr>
            <p:cNvSpPr/>
            <p:nvPr/>
          </p:nvSpPr>
          <p:spPr>
            <a:xfrm>
              <a:off x="7806536" y="2166327"/>
              <a:ext cx="180000" cy="1800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050" b="1" dirty="0">
                  <a:solidFill>
                    <a:srgbClr val="7030A0"/>
                  </a:solidFill>
                </a:rPr>
                <a:t>d</a:t>
              </a:r>
              <a:endParaRPr lang="fr-FR" sz="1400" b="1" dirty="0">
                <a:solidFill>
                  <a:srgbClr val="7030A0"/>
                </a:solidFill>
              </a:endParaRPr>
            </a:p>
          </p:txBody>
        </p:sp>
        <p:sp>
          <p:nvSpPr>
            <p:cNvPr id="35" name="Ellipse 34">
              <a:extLst>
                <a:ext uri="{FF2B5EF4-FFF2-40B4-BE49-F238E27FC236}">
                  <a16:creationId xmlns:a16="http://schemas.microsoft.com/office/drawing/2014/main" id="{CF3E2F17-0982-15E1-71AC-C061B5C2DB0A}"/>
                </a:ext>
              </a:extLst>
            </p:cNvPr>
            <p:cNvSpPr/>
            <p:nvPr/>
          </p:nvSpPr>
          <p:spPr>
            <a:xfrm>
              <a:off x="4918239" y="3170270"/>
              <a:ext cx="180000" cy="1800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050" b="1" dirty="0">
                  <a:solidFill>
                    <a:srgbClr val="00B0F0"/>
                  </a:solidFill>
                </a:rPr>
                <a:t>e</a:t>
              </a:r>
              <a:endParaRPr lang="fr-FR" sz="1400" b="1" dirty="0">
                <a:solidFill>
                  <a:srgbClr val="00B0F0"/>
                </a:solidFill>
              </a:endParaRPr>
            </a:p>
          </p:txBody>
        </p:sp>
        <p:sp>
          <p:nvSpPr>
            <p:cNvPr id="36" name="Ellipse 35">
              <a:extLst>
                <a:ext uri="{FF2B5EF4-FFF2-40B4-BE49-F238E27FC236}">
                  <a16:creationId xmlns:a16="http://schemas.microsoft.com/office/drawing/2014/main" id="{554A1F28-C974-7B98-B268-FA2EA62424C6}"/>
                </a:ext>
              </a:extLst>
            </p:cNvPr>
            <p:cNvSpPr/>
            <p:nvPr/>
          </p:nvSpPr>
          <p:spPr>
            <a:xfrm>
              <a:off x="7794400" y="3176299"/>
              <a:ext cx="180000" cy="1800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050" b="1" dirty="0">
                  <a:solidFill>
                    <a:srgbClr val="00B0F0"/>
                  </a:solidFill>
                </a:rPr>
                <a:t>f</a:t>
              </a:r>
              <a:endParaRPr lang="fr-FR" sz="1400" b="1" dirty="0">
                <a:solidFill>
                  <a:srgbClr val="00B0F0"/>
                </a:solidFill>
              </a:endParaRPr>
            </a:p>
          </p:txBody>
        </p:sp>
        <p:sp>
          <p:nvSpPr>
            <p:cNvPr id="37" name="Ellipse 36">
              <a:extLst>
                <a:ext uri="{FF2B5EF4-FFF2-40B4-BE49-F238E27FC236}">
                  <a16:creationId xmlns:a16="http://schemas.microsoft.com/office/drawing/2014/main" id="{59346712-0C4F-CFF5-A123-8A59D452B421}"/>
                </a:ext>
              </a:extLst>
            </p:cNvPr>
            <p:cNvSpPr/>
            <p:nvPr/>
          </p:nvSpPr>
          <p:spPr>
            <a:xfrm>
              <a:off x="4931419" y="1630522"/>
              <a:ext cx="180000" cy="1800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050" b="1" dirty="0">
                  <a:solidFill>
                    <a:srgbClr val="00B0F0"/>
                  </a:solidFill>
                </a:rPr>
                <a:t>g</a:t>
              </a:r>
              <a:endParaRPr lang="fr-FR" sz="1400" b="1" dirty="0">
                <a:solidFill>
                  <a:srgbClr val="00B0F0"/>
                </a:solidFill>
              </a:endParaRPr>
            </a:p>
          </p:txBody>
        </p:sp>
        <p:sp>
          <p:nvSpPr>
            <p:cNvPr id="38" name="Ellipse 37">
              <a:extLst>
                <a:ext uri="{FF2B5EF4-FFF2-40B4-BE49-F238E27FC236}">
                  <a16:creationId xmlns:a16="http://schemas.microsoft.com/office/drawing/2014/main" id="{9169CAC3-7AF5-EDDE-F228-472AC2CEEA2B}"/>
                </a:ext>
              </a:extLst>
            </p:cNvPr>
            <p:cNvSpPr/>
            <p:nvPr/>
          </p:nvSpPr>
          <p:spPr>
            <a:xfrm>
              <a:off x="4931419" y="1628800"/>
              <a:ext cx="180000" cy="1800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050" b="1" dirty="0">
                  <a:solidFill>
                    <a:srgbClr val="00B0F0"/>
                  </a:solidFill>
                </a:rPr>
                <a:t>g</a:t>
              </a:r>
              <a:endParaRPr lang="fr-FR" sz="1400" b="1" dirty="0">
                <a:solidFill>
                  <a:srgbClr val="00B0F0"/>
                </a:solidFill>
              </a:endParaRPr>
            </a:p>
          </p:txBody>
        </p:sp>
        <p:sp>
          <p:nvSpPr>
            <p:cNvPr id="39" name="Ellipse 38">
              <a:extLst>
                <a:ext uri="{FF2B5EF4-FFF2-40B4-BE49-F238E27FC236}">
                  <a16:creationId xmlns:a16="http://schemas.microsoft.com/office/drawing/2014/main" id="{BFD83A5F-B045-60BF-B1CF-B4C4951A99C7}"/>
                </a:ext>
              </a:extLst>
            </p:cNvPr>
            <p:cNvSpPr/>
            <p:nvPr/>
          </p:nvSpPr>
          <p:spPr>
            <a:xfrm>
              <a:off x="7781380" y="1636964"/>
              <a:ext cx="180000" cy="1800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050" b="1" dirty="0">
                  <a:solidFill>
                    <a:srgbClr val="00B0F0"/>
                  </a:solidFill>
                </a:rPr>
                <a:t>h</a:t>
              </a:r>
              <a:endParaRPr lang="fr-FR" sz="1400" b="1" dirty="0">
                <a:solidFill>
                  <a:srgbClr val="00B0F0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ZoneTexte 63">
                <a:extLst>
                  <a:ext uri="{FF2B5EF4-FFF2-40B4-BE49-F238E27FC236}">
                    <a16:creationId xmlns:a16="http://schemas.microsoft.com/office/drawing/2014/main" id="{0290D6AD-FD3F-C0E9-8258-5B9F0C073158}"/>
                  </a:ext>
                </a:extLst>
              </p:cNvPr>
              <p:cNvSpPr txBox="1"/>
              <p:nvPr/>
            </p:nvSpPr>
            <p:spPr>
              <a:xfrm>
                <a:off x="9444717" y="2623489"/>
                <a:ext cx="158698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b="1" i="1" smtClean="0">
                          <a:latin typeface="Cambria Math" panose="02040503050406030204" pitchFamily="18" charset="0"/>
                        </a:rPr>
                        <m:t>𝑨</m:t>
                      </m:r>
                    </m:oMath>
                  </m:oMathPara>
                </a14:m>
                <a:endParaRPr lang="fr-FR" sz="1400" b="1" dirty="0"/>
              </a:p>
            </p:txBody>
          </p:sp>
        </mc:Choice>
        <mc:Fallback xmlns="">
          <p:sp>
            <p:nvSpPr>
              <p:cNvPr id="64" name="ZoneTexte 63">
                <a:extLst>
                  <a:ext uri="{FF2B5EF4-FFF2-40B4-BE49-F238E27FC236}">
                    <a16:creationId xmlns:a16="http://schemas.microsoft.com/office/drawing/2014/main" id="{0290D6AD-FD3F-C0E9-8258-5B9F0C0731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44717" y="2623489"/>
                <a:ext cx="158698" cy="215444"/>
              </a:xfrm>
              <a:prstGeom prst="rect">
                <a:avLst/>
              </a:prstGeom>
              <a:blipFill>
                <a:blip r:embed="rId2"/>
                <a:stretch>
                  <a:fillRect l="-26923" r="-23077" b="-277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ZoneTexte 64">
                <a:extLst>
                  <a:ext uri="{FF2B5EF4-FFF2-40B4-BE49-F238E27FC236}">
                    <a16:creationId xmlns:a16="http://schemas.microsoft.com/office/drawing/2014/main" id="{9BC83B15-A824-895B-CC45-1193FA277D60}"/>
                  </a:ext>
                </a:extLst>
              </p:cNvPr>
              <p:cNvSpPr txBox="1"/>
              <p:nvPr/>
            </p:nvSpPr>
            <p:spPr>
              <a:xfrm>
                <a:off x="10075748" y="2333026"/>
                <a:ext cx="169918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b="1" i="1" smtClean="0">
                          <a:latin typeface="Cambria Math" panose="02040503050406030204" pitchFamily="18" charset="0"/>
                        </a:rPr>
                        <m:t>𝑩</m:t>
                      </m:r>
                    </m:oMath>
                  </m:oMathPara>
                </a14:m>
                <a:endParaRPr lang="fr-FR" sz="1400" b="1" dirty="0"/>
              </a:p>
            </p:txBody>
          </p:sp>
        </mc:Choice>
        <mc:Fallback xmlns="">
          <p:sp>
            <p:nvSpPr>
              <p:cNvPr id="65" name="ZoneTexte 64">
                <a:extLst>
                  <a:ext uri="{FF2B5EF4-FFF2-40B4-BE49-F238E27FC236}">
                    <a16:creationId xmlns:a16="http://schemas.microsoft.com/office/drawing/2014/main" id="{9BC83B15-A824-895B-CC45-1193FA277D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75748" y="2333026"/>
                <a:ext cx="169918" cy="215444"/>
              </a:xfrm>
              <a:prstGeom prst="rect">
                <a:avLst/>
              </a:prstGeom>
              <a:blipFill>
                <a:blip r:embed="rId3"/>
                <a:stretch>
                  <a:fillRect l="-25000" r="-21429" b="-5714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ZoneTexte 66">
                <a:extLst>
                  <a:ext uri="{FF2B5EF4-FFF2-40B4-BE49-F238E27FC236}">
                    <a16:creationId xmlns:a16="http://schemas.microsoft.com/office/drawing/2014/main" id="{94B52802-AA5D-1570-B3BC-5B9F7B5C688A}"/>
                  </a:ext>
                </a:extLst>
              </p:cNvPr>
              <p:cNvSpPr txBox="1"/>
              <p:nvPr/>
            </p:nvSpPr>
            <p:spPr>
              <a:xfrm>
                <a:off x="9617135" y="1303690"/>
                <a:ext cx="152285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b="1" i="1" smtClean="0">
                          <a:latin typeface="Cambria Math" panose="02040503050406030204" pitchFamily="18" charset="0"/>
                        </a:rPr>
                        <m:t>𝑪</m:t>
                      </m:r>
                    </m:oMath>
                  </m:oMathPara>
                </a14:m>
                <a:endParaRPr lang="fr-FR" sz="1400" b="1" dirty="0"/>
              </a:p>
            </p:txBody>
          </p:sp>
        </mc:Choice>
        <mc:Fallback xmlns="">
          <p:sp>
            <p:nvSpPr>
              <p:cNvPr id="67" name="ZoneTexte 66">
                <a:extLst>
                  <a:ext uri="{FF2B5EF4-FFF2-40B4-BE49-F238E27FC236}">
                    <a16:creationId xmlns:a16="http://schemas.microsoft.com/office/drawing/2014/main" id="{94B52802-AA5D-1570-B3BC-5B9F7B5C68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17135" y="1303690"/>
                <a:ext cx="152285" cy="215444"/>
              </a:xfrm>
              <a:prstGeom prst="rect">
                <a:avLst/>
              </a:prstGeom>
              <a:blipFill>
                <a:blip r:embed="rId4"/>
                <a:stretch>
                  <a:fillRect l="-28000" r="-24000" b="-5714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85575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12B8F5-9E1A-6D8A-7AA7-9F1D0A1812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FDFDFEC-C0E8-88CC-C14C-404E6A6C0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grpSp>
        <p:nvGrpSpPr>
          <p:cNvPr id="4" name="Groupe 3">
            <a:extLst>
              <a:ext uri="{FF2B5EF4-FFF2-40B4-BE49-F238E27FC236}">
                <a16:creationId xmlns:a16="http://schemas.microsoft.com/office/drawing/2014/main" id="{D394DD0C-37CF-A403-F39F-BAC9F56110D0}"/>
              </a:ext>
            </a:extLst>
          </p:cNvPr>
          <p:cNvGrpSpPr/>
          <p:nvPr/>
        </p:nvGrpSpPr>
        <p:grpSpPr>
          <a:xfrm>
            <a:off x="7143107" y="1255706"/>
            <a:ext cx="4361134" cy="2557397"/>
            <a:chOff x="4171306" y="1231643"/>
            <a:chExt cx="4361134" cy="2557397"/>
          </a:xfrm>
        </p:grpSpPr>
        <p:sp>
          <p:nvSpPr>
            <p:cNvPr id="5" name="Ellipse 4">
              <a:extLst>
                <a:ext uri="{FF2B5EF4-FFF2-40B4-BE49-F238E27FC236}">
                  <a16:creationId xmlns:a16="http://schemas.microsoft.com/office/drawing/2014/main" id="{242A13C9-AA79-967A-5430-B81322BD63B0}"/>
                </a:ext>
              </a:extLst>
            </p:cNvPr>
            <p:cNvSpPr/>
            <p:nvPr/>
          </p:nvSpPr>
          <p:spPr>
            <a:xfrm>
              <a:off x="6648819" y="2621459"/>
              <a:ext cx="180000" cy="18000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cxnSp>
          <p:nvCxnSpPr>
            <p:cNvPr id="6" name="Connecteur droit 5">
              <a:extLst>
                <a:ext uri="{FF2B5EF4-FFF2-40B4-BE49-F238E27FC236}">
                  <a16:creationId xmlns:a16="http://schemas.microsoft.com/office/drawing/2014/main" id="{6506DD5E-D9F1-5675-F2C0-98A370EB7942}"/>
                </a:ext>
              </a:extLst>
            </p:cNvPr>
            <p:cNvCxnSpPr>
              <a:cxnSpLocks/>
              <a:stCxn id="10" idx="5"/>
              <a:endCxn id="28" idx="1"/>
            </p:cNvCxnSpPr>
            <p:nvPr/>
          </p:nvCxnSpPr>
          <p:spPr>
            <a:xfrm flipH="1" flipV="1">
              <a:off x="6668358" y="1655160"/>
              <a:ext cx="404146" cy="818447"/>
            </a:xfrm>
            <a:prstGeom prst="line">
              <a:avLst/>
            </a:prstGeom>
            <a:noFill/>
            <a:ln w="2857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7" name="Groupe 6">
              <a:extLst>
                <a:ext uri="{FF2B5EF4-FFF2-40B4-BE49-F238E27FC236}">
                  <a16:creationId xmlns:a16="http://schemas.microsoft.com/office/drawing/2014/main" id="{E953AFF4-B206-AFBF-252A-424747AD87EE}"/>
                </a:ext>
              </a:extLst>
            </p:cNvPr>
            <p:cNvGrpSpPr/>
            <p:nvPr/>
          </p:nvGrpSpPr>
          <p:grpSpPr>
            <a:xfrm>
              <a:off x="4171306" y="3356992"/>
              <a:ext cx="719636" cy="432048"/>
              <a:chOff x="204247" y="1842525"/>
              <a:chExt cx="719636" cy="432048"/>
            </a:xfrm>
          </p:grpSpPr>
          <p:sp>
            <p:nvSpPr>
              <p:cNvPr id="58" name="Ellipse 57">
                <a:extLst>
                  <a:ext uri="{FF2B5EF4-FFF2-40B4-BE49-F238E27FC236}">
                    <a16:creationId xmlns:a16="http://schemas.microsoft.com/office/drawing/2014/main" id="{8C9DA0EA-96EB-3180-CB3E-3C91947C7443}"/>
                  </a:ext>
                </a:extLst>
              </p:cNvPr>
              <p:cNvSpPr/>
              <p:nvPr/>
            </p:nvSpPr>
            <p:spPr>
              <a:xfrm>
                <a:off x="204247" y="1991610"/>
                <a:ext cx="180000" cy="18000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1050" b="1" dirty="0">
                    <a:solidFill>
                      <a:schemeClr val="tx1"/>
                    </a:solidFill>
                  </a:rPr>
                  <a:t>0</a:t>
                </a:r>
                <a:endParaRPr lang="fr-FR" sz="1400" b="1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59" name="Groupe 58">
                <a:extLst>
                  <a:ext uri="{FF2B5EF4-FFF2-40B4-BE49-F238E27FC236}">
                    <a16:creationId xmlns:a16="http://schemas.microsoft.com/office/drawing/2014/main" id="{8FE4101D-5D27-E068-9C6E-9499B6C00082}"/>
                  </a:ext>
                </a:extLst>
              </p:cNvPr>
              <p:cNvGrpSpPr/>
              <p:nvPr/>
            </p:nvGrpSpPr>
            <p:grpSpPr>
              <a:xfrm rot="5400000">
                <a:off x="387498" y="1914533"/>
                <a:ext cx="432048" cy="288031"/>
                <a:chOff x="2286259" y="3513708"/>
                <a:chExt cx="432048" cy="288031"/>
              </a:xfrm>
            </p:grpSpPr>
            <p:sp>
              <p:nvSpPr>
                <p:cNvPr id="61" name="Forme libre : forme 60">
                  <a:extLst>
                    <a:ext uri="{FF2B5EF4-FFF2-40B4-BE49-F238E27FC236}">
                      <a16:creationId xmlns:a16="http://schemas.microsoft.com/office/drawing/2014/main" id="{B4BF6CEE-A14A-6761-A37A-12085CA07090}"/>
                    </a:ext>
                  </a:extLst>
                </p:cNvPr>
                <p:cNvSpPr/>
                <p:nvPr/>
              </p:nvSpPr>
              <p:spPr>
                <a:xfrm>
                  <a:off x="2302852" y="3655813"/>
                  <a:ext cx="415449" cy="145926"/>
                </a:xfrm>
                <a:custGeom>
                  <a:avLst/>
                  <a:gdLst>
                    <a:gd name="connsiteX0" fmla="*/ 0 w 400050"/>
                    <a:gd name="connsiteY0" fmla="*/ 6350 h 134622"/>
                    <a:gd name="connsiteX1" fmla="*/ 63500 w 400050"/>
                    <a:gd name="connsiteY1" fmla="*/ 114300 h 134622"/>
                    <a:gd name="connsiteX2" fmla="*/ 203200 w 400050"/>
                    <a:gd name="connsiteY2" fmla="*/ 69850 h 134622"/>
                    <a:gd name="connsiteX3" fmla="*/ 304800 w 400050"/>
                    <a:gd name="connsiteY3" fmla="*/ 133350 h 134622"/>
                    <a:gd name="connsiteX4" fmla="*/ 400050 w 400050"/>
                    <a:gd name="connsiteY4" fmla="*/ 0 h 13462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00050" h="134622">
                      <a:moveTo>
                        <a:pt x="0" y="6350"/>
                      </a:moveTo>
                      <a:cubicBezTo>
                        <a:pt x="14816" y="55033"/>
                        <a:pt x="29633" y="103717"/>
                        <a:pt x="63500" y="114300"/>
                      </a:cubicBezTo>
                      <a:cubicBezTo>
                        <a:pt x="97367" y="124883"/>
                        <a:pt x="162983" y="66675"/>
                        <a:pt x="203200" y="69850"/>
                      </a:cubicBezTo>
                      <a:cubicBezTo>
                        <a:pt x="243417" y="73025"/>
                        <a:pt x="271992" y="144992"/>
                        <a:pt x="304800" y="133350"/>
                      </a:cubicBezTo>
                      <a:cubicBezTo>
                        <a:pt x="337608" y="121708"/>
                        <a:pt x="368829" y="60854"/>
                        <a:pt x="400050" y="0"/>
                      </a:cubicBezTo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cxnSp>
              <p:nvCxnSpPr>
                <p:cNvPr id="62" name="Connecteur droit 61">
                  <a:extLst>
                    <a:ext uri="{FF2B5EF4-FFF2-40B4-BE49-F238E27FC236}">
                      <a16:creationId xmlns:a16="http://schemas.microsoft.com/office/drawing/2014/main" id="{435ECA4A-D0A5-B9EA-BE4B-3D4215A67D3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502283" y="3513708"/>
                  <a:ext cx="0" cy="142105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63" name="Connecteur droit 62">
                  <a:extLst>
                    <a:ext uri="{FF2B5EF4-FFF2-40B4-BE49-F238E27FC236}">
                      <a16:creationId xmlns:a16="http://schemas.microsoft.com/office/drawing/2014/main" id="{D0CBAAB2-9D2A-43D5-6F4C-F2ADF2C8BA6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286259" y="3659633"/>
                  <a:ext cx="432048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</p:grpSp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DE453373-535A-B435-D991-5E4098AA29F1}"/>
                  </a:ext>
                </a:extLst>
              </p:cNvPr>
              <p:cNvSpPr/>
              <p:nvPr/>
            </p:nvSpPr>
            <p:spPr>
              <a:xfrm rot="16200000">
                <a:off x="743883" y="1977057"/>
                <a:ext cx="180000" cy="18000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sp>
          <p:nvSpPr>
            <p:cNvPr id="8" name="Ellipse 7">
              <a:extLst>
                <a:ext uri="{FF2B5EF4-FFF2-40B4-BE49-F238E27FC236}">
                  <a16:creationId xmlns:a16="http://schemas.microsoft.com/office/drawing/2014/main" id="{C739814F-7095-8CFB-9594-305BC3652020}"/>
                </a:ext>
              </a:extLst>
            </p:cNvPr>
            <p:cNvSpPr/>
            <p:nvPr/>
          </p:nvSpPr>
          <p:spPr>
            <a:xfrm>
              <a:off x="5390638" y="3491309"/>
              <a:ext cx="180000" cy="1800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050" b="1" dirty="0">
                  <a:solidFill>
                    <a:srgbClr val="C00000"/>
                  </a:solidFill>
                </a:rPr>
                <a:t>6</a:t>
              </a:r>
              <a:endParaRPr lang="fr-FR" sz="1400" b="1" dirty="0">
                <a:solidFill>
                  <a:srgbClr val="C00000"/>
                </a:solidFill>
              </a:endParaRPr>
            </a:p>
          </p:txBody>
        </p:sp>
        <p:cxnSp>
          <p:nvCxnSpPr>
            <p:cNvPr id="9" name="Connecteur droit 8">
              <a:extLst>
                <a:ext uri="{FF2B5EF4-FFF2-40B4-BE49-F238E27FC236}">
                  <a16:creationId xmlns:a16="http://schemas.microsoft.com/office/drawing/2014/main" id="{0DF16224-E9DB-2396-47A8-C427B47A2C30}"/>
                </a:ext>
              </a:extLst>
            </p:cNvPr>
            <p:cNvCxnSpPr>
              <a:cxnSpLocks/>
              <a:stCxn id="5" idx="7"/>
              <a:endCxn id="10" idx="7"/>
            </p:cNvCxnSpPr>
            <p:nvPr/>
          </p:nvCxnSpPr>
          <p:spPr>
            <a:xfrm flipV="1">
              <a:off x="6802459" y="2346327"/>
              <a:ext cx="270045" cy="301492"/>
            </a:xfrm>
            <a:prstGeom prst="line">
              <a:avLst/>
            </a:prstGeom>
            <a:solidFill>
              <a:schemeClr val="bg1"/>
            </a:solidFill>
            <a:ln w="285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0" name="Ellipse 9">
              <a:extLst>
                <a:ext uri="{FF2B5EF4-FFF2-40B4-BE49-F238E27FC236}">
                  <a16:creationId xmlns:a16="http://schemas.microsoft.com/office/drawing/2014/main" id="{FD18B020-2B6C-7120-34DC-39097B0F5AB6}"/>
                </a:ext>
              </a:extLst>
            </p:cNvPr>
            <p:cNvSpPr/>
            <p:nvPr/>
          </p:nvSpPr>
          <p:spPr>
            <a:xfrm>
              <a:off x="6918864" y="2319967"/>
              <a:ext cx="180000" cy="18000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A0A9E7B7-E02C-48E8-4D18-04229AB37718}"/>
                </a:ext>
              </a:extLst>
            </p:cNvPr>
            <p:cNvCxnSpPr>
              <a:cxnSpLocks/>
              <a:endCxn id="28" idx="0"/>
            </p:cNvCxnSpPr>
            <p:nvPr/>
          </p:nvCxnSpPr>
          <p:spPr>
            <a:xfrm>
              <a:off x="6730293" y="1553892"/>
              <a:ext cx="0" cy="72000"/>
            </a:xfrm>
            <a:prstGeom prst="line">
              <a:avLst/>
            </a:prstGeom>
            <a:noFill/>
            <a:ln w="28575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2" name="Connecteur droit 11">
              <a:extLst>
                <a:ext uri="{FF2B5EF4-FFF2-40B4-BE49-F238E27FC236}">
                  <a16:creationId xmlns:a16="http://schemas.microsoft.com/office/drawing/2014/main" id="{2DE48F0E-B8B9-0B3C-8D1F-C1A8224615D0}"/>
                </a:ext>
              </a:extLst>
            </p:cNvPr>
            <p:cNvCxnSpPr>
              <a:cxnSpLocks/>
            </p:cNvCxnSpPr>
            <p:nvPr/>
          </p:nvCxnSpPr>
          <p:spPr>
            <a:xfrm>
              <a:off x="4932440" y="1556792"/>
              <a:ext cx="3600000" cy="0"/>
            </a:xfrm>
            <a:prstGeom prst="line">
              <a:avLst/>
            </a:prstGeom>
            <a:noFill/>
            <a:ln w="28575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" name="Connecteur droit 12">
              <a:extLst>
                <a:ext uri="{FF2B5EF4-FFF2-40B4-BE49-F238E27FC236}">
                  <a16:creationId xmlns:a16="http://schemas.microsoft.com/office/drawing/2014/main" id="{C69C7BC5-6BFA-FCF2-A0DA-A4B0B0CBCB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31556" y="1231643"/>
              <a:ext cx="0" cy="325149"/>
            </a:xfrm>
            <a:prstGeom prst="line">
              <a:avLst/>
            </a:prstGeom>
            <a:noFill/>
            <a:ln w="28575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" name="Connecteur droit 13">
              <a:extLst>
                <a:ext uri="{FF2B5EF4-FFF2-40B4-BE49-F238E27FC236}">
                  <a16:creationId xmlns:a16="http://schemas.microsoft.com/office/drawing/2014/main" id="{94A5ED6D-C7CB-024D-6303-A80502931DA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32440" y="1231643"/>
              <a:ext cx="0" cy="325149"/>
            </a:xfrm>
            <a:prstGeom prst="line">
              <a:avLst/>
            </a:prstGeom>
            <a:noFill/>
            <a:ln w="28575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5" name="Connecteur droit 14">
              <a:extLst>
                <a:ext uri="{FF2B5EF4-FFF2-40B4-BE49-F238E27FC236}">
                  <a16:creationId xmlns:a16="http://schemas.microsoft.com/office/drawing/2014/main" id="{7CFEACF5-494A-F3F2-E77B-094A92D22D7C}"/>
                </a:ext>
              </a:extLst>
            </p:cNvPr>
            <p:cNvCxnSpPr>
              <a:cxnSpLocks/>
              <a:stCxn id="60" idx="3"/>
            </p:cNvCxnSpPr>
            <p:nvPr/>
          </p:nvCxnSpPr>
          <p:spPr>
            <a:xfrm flipV="1">
              <a:off x="4800942" y="3438565"/>
              <a:ext cx="0" cy="52959"/>
            </a:xfrm>
            <a:prstGeom prst="lin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" name="Connecteur droit 15">
              <a:extLst>
                <a:ext uri="{FF2B5EF4-FFF2-40B4-BE49-F238E27FC236}">
                  <a16:creationId xmlns:a16="http://schemas.microsoft.com/office/drawing/2014/main" id="{F2CB5545-F8C8-B8FE-A73C-4340F9EE305A}"/>
                </a:ext>
              </a:extLst>
            </p:cNvPr>
            <p:cNvCxnSpPr>
              <a:cxnSpLocks/>
            </p:cNvCxnSpPr>
            <p:nvPr/>
          </p:nvCxnSpPr>
          <p:spPr>
            <a:xfrm>
              <a:off x="4712769" y="3491523"/>
              <a:ext cx="180000" cy="180000"/>
            </a:xfrm>
            <a:prstGeom prst="lin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" name="Connecteur droit 16">
              <a:extLst>
                <a:ext uri="{FF2B5EF4-FFF2-40B4-BE49-F238E27FC236}">
                  <a16:creationId xmlns:a16="http://schemas.microsoft.com/office/drawing/2014/main" id="{71DAF049-F0C7-0243-177E-B324F4BFFB3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12738" y="3489267"/>
              <a:ext cx="180000" cy="180000"/>
            </a:xfrm>
            <a:prstGeom prst="lin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8" name="Ellipse 17">
              <a:extLst>
                <a:ext uri="{FF2B5EF4-FFF2-40B4-BE49-F238E27FC236}">
                  <a16:creationId xmlns:a16="http://schemas.microsoft.com/office/drawing/2014/main" id="{B376BA94-5F7E-E0AB-6B36-790E4C14D306}"/>
                </a:ext>
              </a:extLst>
            </p:cNvPr>
            <p:cNvSpPr/>
            <p:nvPr/>
          </p:nvSpPr>
          <p:spPr>
            <a:xfrm>
              <a:off x="6913073" y="2607812"/>
              <a:ext cx="180000" cy="1800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050" b="1" dirty="0">
                  <a:solidFill>
                    <a:schemeClr val="bg1">
                      <a:lumMod val="50000"/>
                    </a:schemeClr>
                  </a:solidFill>
                </a:rPr>
                <a:t>9</a:t>
              </a:r>
              <a:endParaRPr lang="fr-FR" sz="1400" b="1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9" name="Ellipse 18">
              <a:extLst>
                <a:ext uri="{FF2B5EF4-FFF2-40B4-BE49-F238E27FC236}">
                  <a16:creationId xmlns:a16="http://schemas.microsoft.com/office/drawing/2014/main" id="{0B7572F4-EB96-96A9-8936-1785016F240B}"/>
                </a:ext>
              </a:extLst>
            </p:cNvPr>
            <p:cNvSpPr/>
            <p:nvPr/>
          </p:nvSpPr>
          <p:spPr>
            <a:xfrm>
              <a:off x="6622554" y="2017457"/>
              <a:ext cx="216000" cy="2160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fr-FR" sz="1000" b="1" dirty="0">
                  <a:solidFill>
                    <a:srgbClr val="00B050"/>
                  </a:solidFill>
                </a:rPr>
                <a:t>10</a:t>
              </a:r>
              <a:endParaRPr lang="fr-FR" sz="1200" b="1" dirty="0">
                <a:solidFill>
                  <a:srgbClr val="00B050"/>
                </a:solidFill>
              </a:endParaRPr>
            </a:p>
          </p:txBody>
        </p:sp>
        <p:sp>
          <p:nvSpPr>
            <p:cNvPr id="20" name="Ellipse 19">
              <a:extLst>
                <a:ext uri="{FF2B5EF4-FFF2-40B4-BE49-F238E27FC236}">
                  <a16:creationId xmlns:a16="http://schemas.microsoft.com/office/drawing/2014/main" id="{C26D95C7-1370-FB5D-ED7B-F0520C6731B2}"/>
                </a:ext>
              </a:extLst>
            </p:cNvPr>
            <p:cNvSpPr/>
            <p:nvPr/>
          </p:nvSpPr>
          <p:spPr>
            <a:xfrm>
              <a:off x="5003731" y="1292529"/>
              <a:ext cx="216000" cy="2160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fr-FR" sz="1000" b="1" dirty="0">
                  <a:solidFill>
                    <a:srgbClr val="0070C0"/>
                  </a:solidFill>
                </a:rPr>
                <a:t>11</a:t>
              </a:r>
              <a:endParaRPr lang="fr-FR" sz="1200" b="1" dirty="0">
                <a:solidFill>
                  <a:srgbClr val="0070C0"/>
                </a:solidFill>
              </a:endParaRPr>
            </a:p>
          </p:txBody>
        </p:sp>
        <p:cxnSp>
          <p:nvCxnSpPr>
            <p:cNvPr id="21" name="Connecteur droit 20">
              <a:extLst>
                <a:ext uri="{FF2B5EF4-FFF2-40B4-BE49-F238E27FC236}">
                  <a16:creationId xmlns:a16="http://schemas.microsoft.com/office/drawing/2014/main" id="{06D09141-B89B-F8EE-7D16-1E4FF1998DC0}"/>
                </a:ext>
              </a:extLst>
            </p:cNvPr>
            <p:cNvCxnSpPr>
              <a:cxnSpLocks/>
              <a:endCxn id="5" idx="4"/>
            </p:cNvCxnSpPr>
            <p:nvPr/>
          </p:nvCxnSpPr>
          <p:spPr>
            <a:xfrm flipV="1">
              <a:off x="6738819" y="2801459"/>
              <a:ext cx="0" cy="637106"/>
            </a:xfrm>
            <a:prstGeom prst="lin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2" name="Connecteur droit 21">
              <a:extLst>
                <a:ext uri="{FF2B5EF4-FFF2-40B4-BE49-F238E27FC236}">
                  <a16:creationId xmlns:a16="http://schemas.microsoft.com/office/drawing/2014/main" id="{D2BEF2C0-862E-DD02-9CCD-18F95D6E7BF5}"/>
                </a:ext>
              </a:extLst>
            </p:cNvPr>
            <p:cNvCxnSpPr>
              <a:cxnSpLocks/>
            </p:cNvCxnSpPr>
            <p:nvPr/>
          </p:nvCxnSpPr>
          <p:spPr>
            <a:xfrm>
              <a:off x="4800942" y="3438565"/>
              <a:ext cx="3659490" cy="0"/>
            </a:xfrm>
            <a:prstGeom prst="lin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23" name="Groupe 22">
              <a:extLst>
                <a:ext uri="{FF2B5EF4-FFF2-40B4-BE49-F238E27FC236}">
                  <a16:creationId xmlns:a16="http://schemas.microsoft.com/office/drawing/2014/main" id="{5BB87956-4E59-2BC2-9A5A-795D4C6A1C0D}"/>
                </a:ext>
              </a:extLst>
            </p:cNvPr>
            <p:cNvGrpSpPr/>
            <p:nvPr/>
          </p:nvGrpSpPr>
          <p:grpSpPr>
            <a:xfrm>
              <a:off x="5161239" y="3128093"/>
              <a:ext cx="288000" cy="288000"/>
              <a:chOff x="4943745" y="2850212"/>
              <a:chExt cx="288000" cy="288000"/>
            </a:xfrm>
          </p:grpSpPr>
          <p:sp>
            <p:nvSpPr>
              <p:cNvPr id="55" name="Ellipse 54">
                <a:extLst>
                  <a:ext uri="{FF2B5EF4-FFF2-40B4-BE49-F238E27FC236}">
                    <a16:creationId xmlns:a16="http://schemas.microsoft.com/office/drawing/2014/main" id="{1679ED0E-CA1E-42CC-3539-42B03E60BD67}"/>
                  </a:ext>
                </a:extLst>
              </p:cNvPr>
              <p:cNvSpPr/>
              <p:nvPr/>
            </p:nvSpPr>
            <p:spPr>
              <a:xfrm>
                <a:off x="4943745" y="2850212"/>
                <a:ext cx="288000" cy="288000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cxnSp>
            <p:nvCxnSpPr>
              <p:cNvPr id="56" name="Connecteur droit 55">
                <a:extLst>
                  <a:ext uri="{FF2B5EF4-FFF2-40B4-BE49-F238E27FC236}">
                    <a16:creationId xmlns:a16="http://schemas.microsoft.com/office/drawing/2014/main" id="{84AEC1F3-CD8D-FA59-1D92-E8AEDD393066}"/>
                  </a:ext>
                </a:extLst>
              </p:cNvPr>
              <p:cNvCxnSpPr>
                <a:cxnSpLocks/>
                <a:stCxn id="55" idx="1"/>
                <a:endCxn id="57" idx="5"/>
              </p:cNvCxnSpPr>
              <p:nvPr/>
            </p:nvCxnSpPr>
            <p:spPr>
              <a:xfrm>
                <a:off x="4985922" y="2892389"/>
                <a:ext cx="165463" cy="165463"/>
              </a:xfrm>
              <a:prstGeom prst="line">
                <a:avLst/>
              </a:prstGeom>
              <a:noFill/>
              <a:ln w="28575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57" name="Ellipse 56">
                <a:extLst>
                  <a:ext uri="{FF2B5EF4-FFF2-40B4-BE49-F238E27FC236}">
                    <a16:creationId xmlns:a16="http://schemas.microsoft.com/office/drawing/2014/main" id="{3A5533C0-F57E-2B8F-11F9-69BCACBB262C}"/>
                  </a:ext>
                </a:extLst>
              </p:cNvPr>
              <p:cNvSpPr/>
              <p:nvPr/>
            </p:nvSpPr>
            <p:spPr>
              <a:xfrm>
                <a:off x="4997745" y="2904212"/>
                <a:ext cx="180000" cy="180000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</p:grpSp>
        <p:grpSp>
          <p:nvGrpSpPr>
            <p:cNvPr id="24" name="Groupe 23">
              <a:extLst>
                <a:ext uri="{FF2B5EF4-FFF2-40B4-BE49-F238E27FC236}">
                  <a16:creationId xmlns:a16="http://schemas.microsoft.com/office/drawing/2014/main" id="{387443B7-E307-2EDD-98DB-CBA612BE2298}"/>
                </a:ext>
              </a:extLst>
            </p:cNvPr>
            <p:cNvGrpSpPr/>
            <p:nvPr/>
          </p:nvGrpSpPr>
          <p:grpSpPr>
            <a:xfrm>
              <a:off x="8028400" y="3128093"/>
              <a:ext cx="288000" cy="288000"/>
              <a:chOff x="4943745" y="2850212"/>
              <a:chExt cx="288000" cy="288000"/>
            </a:xfrm>
          </p:grpSpPr>
          <p:sp>
            <p:nvSpPr>
              <p:cNvPr id="52" name="Ellipse 51">
                <a:extLst>
                  <a:ext uri="{FF2B5EF4-FFF2-40B4-BE49-F238E27FC236}">
                    <a16:creationId xmlns:a16="http://schemas.microsoft.com/office/drawing/2014/main" id="{AFBE9545-6DA5-8E36-8048-3497BD7AD43D}"/>
                  </a:ext>
                </a:extLst>
              </p:cNvPr>
              <p:cNvSpPr/>
              <p:nvPr/>
            </p:nvSpPr>
            <p:spPr>
              <a:xfrm>
                <a:off x="4943745" y="2850212"/>
                <a:ext cx="288000" cy="288000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cxnSp>
            <p:nvCxnSpPr>
              <p:cNvPr id="53" name="Connecteur droit 52">
                <a:extLst>
                  <a:ext uri="{FF2B5EF4-FFF2-40B4-BE49-F238E27FC236}">
                    <a16:creationId xmlns:a16="http://schemas.microsoft.com/office/drawing/2014/main" id="{2B6DFB66-48A0-7A93-342E-DFA37BC368C1}"/>
                  </a:ext>
                </a:extLst>
              </p:cNvPr>
              <p:cNvCxnSpPr>
                <a:cxnSpLocks/>
                <a:stCxn id="52" idx="1"/>
                <a:endCxn id="54" idx="5"/>
              </p:cNvCxnSpPr>
              <p:nvPr/>
            </p:nvCxnSpPr>
            <p:spPr>
              <a:xfrm>
                <a:off x="4985922" y="2892389"/>
                <a:ext cx="165463" cy="165463"/>
              </a:xfrm>
              <a:prstGeom prst="line">
                <a:avLst/>
              </a:prstGeom>
              <a:noFill/>
              <a:ln w="28575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54" name="Ellipse 53">
                <a:extLst>
                  <a:ext uri="{FF2B5EF4-FFF2-40B4-BE49-F238E27FC236}">
                    <a16:creationId xmlns:a16="http://schemas.microsoft.com/office/drawing/2014/main" id="{BA6D4D37-2C8D-0F8F-57E2-038DEB17BDF7}"/>
                  </a:ext>
                </a:extLst>
              </p:cNvPr>
              <p:cNvSpPr/>
              <p:nvPr/>
            </p:nvSpPr>
            <p:spPr>
              <a:xfrm>
                <a:off x="4997745" y="2904212"/>
                <a:ext cx="180000" cy="180000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</p:grpSp>
        <p:grpSp>
          <p:nvGrpSpPr>
            <p:cNvPr id="25" name="Groupe 24">
              <a:extLst>
                <a:ext uri="{FF2B5EF4-FFF2-40B4-BE49-F238E27FC236}">
                  <a16:creationId xmlns:a16="http://schemas.microsoft.com/office/drawing/2014/main" id="{744F0F71-54AC-9379-EA2C-48E77E61901D}"/>
                </a:ext>
              </a:extLst>
            </p:cNvPr>
            <p:cNvGrpSpPr/>
            <p:nvPr/>
          </p:nvGrpSpPr>
          <p:grpSpPr>
            <a:xfrm>
              <a:off x="8028400" y="1579265"/>
              <a:ext cx="288000" cy="288000"/>
              <a:chOff x="4943745" y="2850212"/>
              <a:chExt cx="288000" cy="288000"/>
            </a:xfrm>
          </p:grpSpPr>
          <p:sp>
            <p:nvSpPr>
              <p:cNvPr id="49" name="Ellipse 48">
                <a:extLst>
                  <a:ext uri="{FF2B5EF4-FFF2-40B4-BE49-F238E27FC236}">
                    <a16:creationId xmlns:a16="http://schemas.microsoft.com/office/drawing/2014/main" id="{DC5DFBDF-5890-DAC1-4AED-F4A4D623A4D3}"/>
                  </a:ext>
                </a:extLst>
              </p:cNvPr>
              <p:cNvSpPr/>
              <p:nvPr/>
            </p:nvSpPr>
            <p:spPr>
              <a:xfrm>
                <a:off x="4943745" y="2850212"/>
                <a:ext cx="288000" cy="288000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cxnSp>
            <p:nvCxnSpPr>
              <p:cNvPr id="50" name="Connecteur droit 49">
                <a:extLst>
                  <a:ext uri="{FF2B5EF4-FFF2-40B4-BE49-F238E27FC236}">
                    <a16:creationId xmlns:a16="http://schemas.microsoft.com/office/drawing/2014/main" id="{B863A2B6-C13B-801D-5E0A-F72CA45C71AB}"/>
                  </a:ext>
                </a:extLst>
              </p:cNvPr>
              <p:cNvCxnSpPr>
                <a:cxnSpLocks/>
                <a:stCxn id="49" idx="1"/>
                <a:endCxn id="51" idx="5"/>
              </p:cNvCxnSpPr>
              <p:nvPr/>
            </p:nvCxnSpPr>
            <p:spPr>
              <a:xfrm>
                <a:off x="4985922" y="2892389"/>
                <a:ext cx="165463" cy="165463"/>
              </a:xfrm>
              <a:prstGeom prst="line">
                <a:avLst/>
              </a:prstGeom>
              <a:noFill/>
              <a:ln w="28575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51" name="Ellipse 50">
                <a:extLst>
                  <a:ext uri="{FF2B5EF4-FFF2-40B4-BE49-F238E27FC236}">
                    <a16:creationId xmlns:a16="http://schemas.microsoft.com/office/drawing/2014/main" id="{EBCB7FB3-0EC7-F589-6C9A-54BAE756DD34}"/>
                  </a:ext>
                </a:extLst>
              </p:cNvPr>
              <p:cNvSpPr/>
              <p:nvPr/>
            </p:nvSpPr>
            <p:spPr>
              <a:xfrm>
                <a:off x="4997745" y="2904212"/>
                <a:ext cx="180000" cy="180000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</p:grpSp>
        <p:grpSp>
          <p:nvGrpSpPr>
            <p:cNvPr id="26" name="Groupe 25">
              <a:extLst>
                <a:ext uri="{FF2B5EF4-FFF2-40B4-BE49-F238E27FC236}">
                  <a16:creationId xmlns:a16="http://schemas.microsoft.com/office/drawing/2014/main" id="{A4C73C70-20FC-8866-94D0-B81EF2D50031}"/>
                </a:ext>
              </a:extLst>
            </p:cNvPr>
            <p:cNvGrpSpPr/>
            <p:nvPr/>
          </p:nvGrpSpPr>
          <p:grpSpPr>
            <a:xfrm>
              <a:off x="5161239" y="1584540"/>
              <a:ext cx="288000" cy="288000"/>
              <a:chOff x="4943745" y="2850212"/>
              <a:chExt cx="288000" cy="288000"/>
            </a:xfrm>
          </p:grpSpPr>
          <p:sp>
            <p:nvSpPr>
              <p:cNvPr id="46" name="Ellipse 45">
                <a:extLst>
                  <a:ext uri="{FF2B5EF4-FFF2-40B4-BE49-F238E27FC236}">
                    <a16:creationId xmlns:a16="http://schemas.microsoft.com/office/drawing/2014/main" id="{2534D163-3B90-377A-772B-94F4AC4BD26D}"/>
                  </a:ext>
                </a:extLst>
              </p:cNvPr>
              <p:cNvSpPr/>
              <p:nvPr/>
            </p:nvSpPr>
            <p:spPr>
              <a:xfrm>
                <a:off x="4943745" y="2850212"/>
                <a:ext cx="288000" cy="288000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cxnSp>
            <p:nvCxnSpPr>
              <p:cNvPr id="47" name="Connecteur droit 46">
                <a:extLst>
                  <a:ext uri="{FF2B5EF4-FFF2-40B4-BE49-F238E27FC236}">
                    <a16:creationId xmlns:a16="http://schemas.microsoft.com/office/drawing/2014/main" id="{55A96743-635F-1C49-5484-444D41AFC397}"/>
                  </a:ext>
                </a:extLst>
              </p:cNvPr>
              <p:cNvCxnSpPr>
                <a:cxnSpLocks/>
                <a:stCxn id="46" idx="1"/>
                <a:endCxn id="48" idx="5"/>
              </p:cNvCxnSpPr>
              <p:nvPr/>
            </p:nvCxnSpPr>
            <p:spPr>
              <a:xfrm>
                <a:off x="4985922" y="2892389"/>
                <a:ext cx="165463" cy="165463"/>
              </a:xfrm>
              <a:prstGeom prst="line">
                <a:avLst/>
              </a:prstGeom>
              <a:noFill/>
              <a:ln w="28575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48" name="Ellipse 47">
                <a:extLst>
                  <a:ext uri="{FF2B5EF4-FFF2-40B4-BE49-F238E27FC236}">
                    <a16:creationId xmlns:a16="http://schemas.microsoft.com/office/drawing/2014/main" id="{FF0A8BBB-75BB-CC8D-D3FB-AA88471238F2}"/>
                  </a:ext>
                </a:extLst>
              </p:cNvPr>
              <p:cNvSpPr/>
              <p:nvPr/>
            </p:nvSpPr>
            <p:spPr>
              <a:xfrm>
                <a:off x="4997745" y="2904212"/>
                <a:ext cx="180000" cy="180000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</p:grpSp>
        <p:sp>
          <p:nvSpPr>
            <p:cNvPr id="27" name="Ellipse 26">
              <a:extLst>
                <a:ext uri="{FF2B5EF4-FFF2-40B4-BE49-F238E27FC236}">
                  <a16:creationId xmlns:a16="http://schemas.microsoft.com/office/drawing/2014/main" id="{1BBB85F5-F044-F634-D058-9051F236BE00}"/>
                </a:ext>
              </a:extLst>
            </p:cNvPr>
            <p:cNvSpPr/>
            <p:nvPr/>
          </p:nvSpPr>
          <p:spPr>
            <a:xfrm>
              <a:off x="6650418" y="3176992"/>
              <a:ext cx="180000" cy="18000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28" name="Ellipse 27">
              <a:extLst>
                <a:ext uri="{FF2B5EF4-FFF2-40B4-BE49-F238E27FC236}">
                  <a16:creationId xmlns:a16="http://schemas.microsoft.com/office/drawing/2014/main" id="{2D973F48-E2BA-A98F-D5FB-F4C9D6157282}"/>
                </a:ext>
              </a:extLst>
            </p:cNvPr>
            <p:cNvSpPr/>
            <p:nvPr/>
          </p:nvSpPr>
          <p:spPr>
            <a:xfrm>
              <a:off x="6641998" y="1628800"/>
              <a:ext cx="180000" cy="18000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grpSp>
          <p:nvGrpSpPr>
            <p:cNvPr id="29" name="Groupe 28">
              <a:extLst>
                <a:ext uri="{FF2B5EF4-FFF2-40B4-BE49-F238E27FC236}">
                  <a16:creationId xmlns:a16="http://schemas.microsoft.com/office/drawing/2014/main" id="{18242E40-9E64-2472-3772-F6C4A6FADF9A}"/>
                </a:ext>
              </a:extLst>
            </p:cNvPr>
            <p:cNvGrpSpPr/>
            <p:nvPr/>
          </p:nvGrpSpPr>
          <p:grpSpPr>
            <a:xfrm>
              <a:off x="5368879" y="1782440"/>
              <a:ext cx="1307899" cy="1426013"/>
              <a:chOff x="5368879" y="1782440"/>
              <a:chExt cx="1307899" cy="1426013"/>
            </a:xfrm>
          </p:grpSpPr>
          <p:cxnSp>
            <p:nvCxnSpPr>
              <p:cNvPr id="43" name="Connecteur droit 42">
                <a:extLst>
                  <a:ext uri="{FF2B5EF4-FFF2-40B4-BE49-F238E27FC236}">
                    <a16:creationId xmlns:a16="http://schemas.microsoft.com/office/drawing/2014/main" id="{87584C74-331E-B462-0427-2A30D72E79DE}"/>
                  </a:ext>
                </a:extLst>
              </p:cNvPr>
              <p:cNvCxnSpPr>
                <a:cxnSpLocks/>
                <a:stCxn id="27" idx="1"/>
                <a:endCxn id="48" idx="5"/>
              </p:cNvCxnSpPr>
              <p:nvPr/>
            </p:nvCxnSpPr>
            <p:spPr>
              <a:xfrm flipH="1" flipV="1">
                <a:off x="5368879" y="1792180"/>
                <a:ext cx="1307899" cy="1411172"/>
              </a:xfrm>
              <a:prstGeom prst="line">
                <a:avLst/>
              </a:prstGeom>
              <a:noFill/>
              <a:ln w="28575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44" name="Connecteur droit 43">
                <a:extLst>
                  <a:ext uri="{FF2B5EF4-FFF2-40B4-BE49-F238E27FC236}">
                    <a16:creationId xmlns:a16="http://schemas.microsoft.com/office/drawing/2014/main" id="{C1465BCA-AE7D-8585-BDD4-321416C3DDA2}"/>
                  </a:ext>
                </a:extLst>
              </p:cNvPr>
              <p:cNvCxnSpPr>
                <a:cxnSpLocks/>
                <a:stCxn id="57" idx="7"/>
                <a:endCxn id="28" idx="3"/>
              </p:cNvCxnSpPr>
              <p:nvPr/>
            </p:nvCxnSpPr>
            <p:spPr>
              <a:xfrm flipV="1">
                <a:off x="5368879" y="1782440"/>
                <a:ext cx="1299479" cy="1426013"/>
              </a:xfrm>
              <a:prstGeom prst="line">
                <a:avLst/>
              </a:prstGeom>
              <a:noFill/>
              <a:ln w="28575"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45" name="Ellipse 44">
                <a:extLst>
                  <a:ext uri="{FF2B5EF4-FFF2-40B4-BE49-F238E27FC236}">
                    <a16:creationId xmlns:a16="http://schemas.microsoft.com/office/drawing/2014/main" id="{29E52057-4A48-266A-E03C-E80BAADC856E}"/>
                  </a:ext>
                </a:extLst>
              </p:cNvPr>
              <p:cNvSpPr/>
              <p:nvPr/>
            </p:nvSpPr>
            <p:spPr>
              <a:xfrm>
                <a:off x="5928618" y="2407679"/>
                <a:ext cx="180000" cy="180000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</p:grpSp>
        <p:grpSp>
          <p:nvGrpSpPr>
            <p:cNvPr id="30" name="Groupe 29">
              <a:extLst>
                <a:ext uri="{FF2B5EF4-FFF2-40B4-BE49-F238E27FC236}">
                  <a16:creationId xmlns:a16="http://schemas.microsoft.com/office/drawing/2014/main" id="{C2CCBE6F-882E-B1FA-F391-4DDF235EF7F5}"/>
                </a:ext>
              </a:extLst>
            </p:cNvPr>
            <p:cNvGrpSpPr/>
            <p:nvPr/>
          </p:nvGrpSpPr>
          <p:grpSpPr>
            <a:xfrm>
              <a:off x="6800861" y="1787380"/>
              <a:ext cx="1307899" cy="1426013"/>
              <a:chOff x="5368879" y="1782440"/>
              <a:chExt cx="1307899" cy="1426013"/>
            </a:xfrm>
          </p:grpSpPr>
          <p:cxnSp>
            <p:nvCxnSpPr>
              <p:cNvPr id="40" name="Connecteur droit 39">
                <a:extLst>
                  <a:ext uri="{FF2B5EF4-FFF2-40B4-BE49-F238E27FC236}">
                    <a16:creationId xmlns:a16="http://schemas.microsoft.com/office/drawing/2014/main" id="{CE9E8910-AA29-5289-7F5F-869A3F6487E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368879" y="1792180"/>
                <a:ext cx="1307899" cy="1411172"/>
              </a:xfrm>
              <a:prstGeom prst="line">
                <a:avLst/>
              </a:prstGeom>
              <a:noFill/>
              <a:ln w="28575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41" name="Connecteur droit 40">
                <a:extLst>
                  <a:ext uri="{FF2B5EF4-FFF2-40B4-BE49-F238E27FC236}">
                    <a16:creationId xmlns:a16="http://schemas.microsoft.com/office/drawing/2014/main" id="{9D3B34DA-4DF2-F09D-26D4-E68B50ABB2B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368879" y="1782440"/>
                <a:ext cx="1299479" cy="1426013"/>
              </a:xfrm>
              <a:prstGeom prst="line">
                <a:avLst/>
              </a:prstGeom>
              <a:noFill/>
              <a:ln w="28575"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42" name="Ellipse 41">
                <a:extLst>
                  <a:ext uri="{FF2B5EF4-FFF2-40B4-BE49-F238E27FC236}">
                    <a16:creationId xmlns:a16="http://schemas.microsoft.com/office/drawing/2014/main" id="{80415B99-E98E-BF08-FAF0-D05A888801BC}"/>
                  </a:ext>
                </a:extLst>
              </p:cNvPr>
              <p:cNvSpPr/>
              <p:nvPr/>
            </p:nvSpPr>
            <p:spPr>
              <a:xfrm>
                <a:off x="5928618" y="2407679"/>
                <a:ext cx="180000" cy="180000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</p:grpSp>
        <p:sp>
          <p:nvSpPr>
            <p:cNvPr id="31" name="Ellipse 30">
              <a:extLst>
                <a:ext uri="{FF2B5EF4-FFF2-40B4-BE49-F238E27FC236}">
                  <a16:creationId xmlns:a16="http://schemas.microsoft.com/office/drawing/2014/main" id="{69E12CD1-25C8-110B-9D7C-498A48185D6B}"/>
                </a:ext>
              </a:extLst>
            </p:cNvPr>
            <p:cNvSpPr/>
            <p:nvPr/>
          </p:nvSpPr>
          <p:spPr>
            <a:xfrm>
              <a:off x="5489116" y="2166327"/>
              <a:ext cx="180000" cy="1800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050" b="1" dirty="0">
                  <a:solidFill>
                    <a:srgbClr val="FFC000"/>
                  </a:solidFill>
                </a:rPr>
                <a:t>a</a:t>
              </a:r>
              <a:endParaRPr lang="fr-FR" sz="1400" b="1" dirty="0">
                <a:solidFill>
                  <a:srgbClr val="FFC000"/>
                </a:solidFill>
              </a:endParaRPr>
            </a:p>
          </p:txBody>
        </p:sp>
        <p:sp>
          <p:nvSpPr>
            <p:cNvPr id="32" name="Ellipse 31">
              <a:extLst>
                <a:ext uri="{FF2B5EF4-FFF2-40B4-BE49-F238E27FC236}">
                  <a16:creationId xmlns:a16="http://schemas.microsoft.com/office/drawing/2014/main" id="{47EC6104-4E8F-80F4-1D9A-00BEB9B6970E}"/>
                </a:ext>
              </a:extLst>
            </p:cNvPr>
            <p:cNvSpPr/>
            <p:nvPr/>
          </p:nvSpPr>
          <p:spPr>
            <a:xfrm>
              <a:off x="5492679" y="2676859"/>
              <a:ext cx="180000" cy="1800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050" b="1" dirty="0">
                  <a:solidFill>
                    <a:srgbClr val="7030A0"/>
                  </a:solidFill>
                </a:rPr>
                <a:t>b</a:t>
              </a:r>
              <a:endParaRPr lang="fr-FR" sz="1400" b="1" dirty="0">
                <a:solidFill>
                  <a:srgbClr val="7030A0"/>
                </a:solidFill>
              </a:endParaRPr>
            </a:p>
          </p:txBody>
        </p:sp>
        <p:sp>
          <p:nvSpPr>
            <p:cNvPr id="33" name="Ellipse 32">
              <a:extLst>
                <a:ext uri="{FF2B5EF4-FFF2-40B4-BE49-F238E27FC236}">
                  <a16:creationId xmlns:a16="http://schemas.microsoft.com/office/drawing/2014/main" id="{00585196-76D2-0AFC-62A6-23C36C02C48D}"/>
                </a:ext>
              </a:extLst>
            </p:cNvPr>
            <p:cNvSpPr/>
            <p:nvPr/>
          </p:nvSpPr>
          <p:spPr>
            <a:xfrm>
              <a:off x="7806536" y="2676859"/>
              <a:ext cx="180000" cy="1800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050" b="1" dirty="0">
                  <a:solidFill>
                    <a:srgbClr val="FFC000"/>
                  </a:solidFill>
                </a:rPr>
                <a:t>c</a:t>
              </a:r>
              <a:endParaRPr lang="fr-FR" sz="1400" b="1" dirty="0">
                <a:solidFill>
                  <a:srgbClr val="FFC000"/>
                </a:solidFill>
              </a:endParaRPr>
            </a:p>
          </p:txBody>
        </p:sp>
        <p:sp>
          <p:nvSpPr>
            <p:cNvPr id="34" name="Ellipse 33">
              <a:extLst>
                <a:ext uri="{FF2B5EF4-FFF2-40B4-BE49-F238E27FC236}">
                  <a16:creationId xmlns:a16="http://schemas.microsoft.com/office/drawing/2014/main" id="{423C9AA3-F978-78F3-13D2-3F09D003ADE9}"/>
                </a:ext>
              </a:extLst>
            </p:cNvPr>
            <p:cNvSpPr/>
            <p:nvPr/>
          </p:nvSpPr>
          <p:spPr>
            <a:xfrm>
              <a:off x="7806536" y="2166327"/>
              <a:ext cx="180000" cy="1800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050" b="1" dirty="0">
                  <a:solidFill>
                    <a:srgbClr val="7030A0"/>
                  </a:solidFill>
                </a:rPr>
                <a:t>d</a:t>
              </a:r>
              <a:endParaRPr lang="fr-FR" sz="1400" b="1" dirty="0">
                <a:solidFill>
                  <a:srgbClr val="7030A0"/>
                </a:solidFill>
              </a:endParaRPr>
            </a:p>
          </p:txBody>
        </p:sp>
        <p:sp>
          <p:nvSpPr>
            <p:cNvPr id="35" name="Ellipse 34">
              <a:extLst>
                <a:ext uri="{FF2B5EF4-FFF2-40B4-BE49-F238E27FC236}">
                  <a16:creationId xmlns:a16="http://schemas.microsoft.com/office/drawing/2014/main" id="{1F457952-4C3B-242B-AA31-891D77EC7640}"/>
                </a:ext>
              </a:extLst>
            </p:cNvPr>
            <p:cNvSpPr/>
            <p:nvPr/>
          </p:nvSpPr>
          <p:spPr>
            <a:xfrm>
              <a:off x="4918239" y="3170270"/>
              <a:ext cx="180000" cy="1800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050" b="1" dirty="0">
                  <a:solidFill>
                    <a:srgbClr val="00B0F0"/>
                  </a:solidFill>
                </a:rPr>
                <a:t>e</a:t>
              </a:r>
              <a:endParaRPr lang="fr-FR" sz="1400" b="1" dirty="0">
                <a:solidFill>
                  <a:srgbClr val="00B0F0"/>
                </a:solidFill>
              </a:endParaRPr>
            </a:p>
          </p:txBody>
        </p:sp>
        <p:sp>
          <p:nvSpPr>
            <p:cNvPr id="36" name="Ellipse 35">
              <a:extLst>
                <a:ext uri="{FF2B5EF4-FFF2-40B4-BE49-F238E27FC236}">
                  <a16:creationId xmlns:a16="http://schemas.microsoft.com/office/drawing/2014/main" id="{49C487AE-4A27-BF46-CE7F-672BDA951ED6}"/>
                </a:ext>
              </a:extLst>
            </p:cNvPr>
            <p:cNvSpPr/>
            <p:nvPr/>
          </p:nvSpPr>
          <p:spPr>
            <a:xfrm>
              <a:off x="7794400" y="3176299"/>
              <a:ext cx="180000" cy="1800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050" b="1" dirty="0">
                  <a:solidFill>
                    <a:srgbClr val="00B0F0"/>
                  </a:solidFill>
                </a:rPr>
                <a:t>f</a:t>
              </a:r>
              <a:endParaRPr lang="fr-FR" sz="1400" b="1" dirty="0">
                <a:solidFill>
                  <a:srgbClr val="00B0F0"/>
                </a:solidFill>
              </a:endParaRPr>
            </a:p>
          </p:txBody>
        </p:sp>
        <p:sp>
          <p:nvSpPr>
            <p:cNvPr id="37" name="Ellipse 36">
              <a:extLst>
                <a:ext uri="{FF2B5EF4-FFF2-40B4-BE49-F238E27FC236}">
                  <a16:creationId xmlns:a16="http://schemas.microsoft.com/office/drawing/2014/main" id="{8D0FA193-B94C-5AED-5E0E-8AB0D6FA9F83}"/>
                </a:ext>
              </a:extLst>
            </p:cNvPr>
            <p:cNvSpPr/>
            <p:nvPr/>
          </p:nvSpPr>
          <p:spPr>
            <a:xfrm>
              <a:off x="4931419" y="1630522"/>
              <a:ext cx="180000" cy="1800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050" b="1" dirty="0">
                  <a:solidFill>
                    <a:srgbClr val="00B0F0"/>
                  </a:solidFill>
                </a:rPr>
                <a:t>g</a:t>
              </a:r>
              <a:endParaRPr lang="fr-FR" sz="1400" b="1" dirty="0">
                <a:solidFill>
                  <a:srgbClr val="00B0F0"/>
                </a:solidFill>
              </a:endParaRPr>
            </a:p>
          </p:txBody>
        </p:sp>
        <p:sp>
          <p:nvSpPr>
            <p:cNvPr id="38" name="Ellipse 37">
              <a:extLst>
                <a:ext uri="{FF2B5EF4-FFF2-40B4-BE49-F238E27FC236}">
                  <a16:creationId xmlns:a16="http://schemas.microsoft.com/office/drawing/2014/main" id="{E88A2B02-D08B-D0BF-D20B-51FDFFEA64AA}"/>
                </a:ext>
              </a:extLst>
            </p:cNvPr>
            <p:cNvSpPr/>
            <p:nvPr/>
          </p:nvSpPr>
          <p:spPr>
            <a:xfrm>
              <a:off x="4931419" y="1628800"/>
              <a:ext cx="180000" cy="1800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050" b="1" dirty="0">
                  <a:solidFill>
                    <a:srgbClr val="00B0F0"/>
                  </a:solidFill>
                </a:rPr>
                <a:t>g</a:t>
              </a:r>
              <a:endParaRPr lang="fr-FR" sz="1400" b="1" dirty="0">
                <a:solidFill>
                  <a:srgbClr val="00B0F0"/>
                </a:solidFill>
              </a:endParaRPr>
            </a:p>
          </p:txBody>
        </p:sp>
        <p:sp>
          <p:nvSpPr>
            <p:cNvPr id="39" name="Ellipse 38">
              <a:extLst>
                <a:ext uri="{FF2B5EF4-FFF2-40B4-BE49-F238E27FC236}">
                  <a16:creationId xmlns:a16="http://schemas.microsoft.com/office/drawing/2014/main" id="{13D4A476-3AD6-C618-4DA9-4AC494CF80BB}"/>
                </a:ext>
              </a:extLst>
            </p:cNvPr>
            <p:cNvSpPr/>
            <p:nvPr/>
          </p:nvSpPr>
          <p:spPr>
            <a:xfrm>
              <a:off x="7781380" y="1636964"/>
              <a:ext cx="180000" cy="1800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050" b="1" dirty="0">
                  <a:solidFill>
                    <a:srgbClr val="00B0F0"/>
                  </a:solidFill>
                </a:rPr>
                <a:t>h</a:t>
              </a:r>
              <a:endParaRPr lang="fr-FR" sz="1400" b="1" dirty="0">
                <a:solidFill>
                  <a:srgbClr val="00B0F0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ZoneTexte 63">
                <a:extLst>
                  <a:ext uri="{FF2B5EF4-FFF2-40B4-BE49-F238E27FC236}">
                    <a16:creationId xmlns:a16="http://schemas.microsoft.com/office/drawing/2014/main" id="{3D7D000B-E680-7FDA-5F74-EFE38C75BE50}"/>
                  </a:ext>
                </a:extLst>
              </p:cNvPr>
              <p:cNvSpPr txBox="1"/>
              <p:nvPr/>
            </p:nvSpPr>
            <p:spPr>
              <a:xfrm>
                <a:off x="9444717" y="2623489"/>
                <a:ext cx="158698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b="1" i="1" smtClean="0">
                          <a:latin typeface="Cambria Math" panose="02040503050406030204" pitchFamily="18" charset="0"/>
                        </a:rPr>
                        <m:t>𝑨</m:t>
                      </m:r>
                    </m:oMath>
                  </m:oMathPara>
                </a14:m>
                <a:endParaRPr lang="fr-FR" sz="1400" b="1" dirty="0"/>
              </a:p>
            </p:txBody>
          </p:sp>
        </mc:Choice>
        <mc:Fallback xmlns="">
          <p:sp>
            <p:nvSpPr>
              <p:cNvPr id="64" name="ZoneTexte 63">
                <a:extLst>
                  <a:ext uri="{FF2B5EF4-FFF2-40B4-BE49-F238E27FC236}">
                    <a16:creationId xmlns:a16="http://schemas.microsoft.com/office/drawing/2014/main" id="{0290D6AD-FD3F-C0E9-8258-5B9F0C0731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44717" y="2623489"/>
                <a:ext cx="158698" cy="215444"/>
              </a:xfrm>
              <a:prstGeom prst="rect">
                <a:avLst/>
              </a:prstGeom>
              <a:blipFill>
                <a:blip r:embed="rId2"/>
                <a:stretch>
                  <a:fillRect l="-26923" r="-23077" b="-277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ZoneTexte 64">
                <a:extLst>
                  <a:ext uri="{FF2B5EF4-FFF2-40B4-BE49-F238E27FC236}">
                    <a16:creationId xmlns:a16="http://schemas.microsoft.com/office/drawing/2014/main" id="{E1D83CFC-0138-196F-5FB4-72ED0D53962C}"/>
                  </a:ext>
                </a:extLst>
              </p:cNvPr>
              <p:cNvSpPr txBox="1"/>
              <p:nvPr/>
            </p:nvSpPr>
            <p:spPr>
              <a:xfrm>
                <a:off x="10075748" y="2333026"/>
                <a:ext cx="169918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b="1" i="1" smtClean="0">
                          <a:latin typeface="Cambria Math" panose="02040503050406030204" pitchFamily="18" charset="0"/>
                        </a:rPr>
                        <m:t>𝑩</m:t>
                      </m:r>
                    </m:oMath>
                  </m:oMathPara>
                </a14:m>
                <a:endParaRPr lang="fr-FR" sz="1400" b="1" dirty="0"/>
              </a:p>
            </p:txBody>
          </p:sp>
        </mc:Choice>
        <mc:Fallback xmlns="">
          <p:sp>
            <p:nvSpPr>
              <p:cNvPr id="65" name="ZoneTexte 64">
                <a:extLst>
                  <a:ext uri="{FF2B5EF4-FFF2-40B4-BE49-F238E27FC236}">
                    <a16:creationId xmlns:a16="http://schemas.microsoft.com/office/drawing/2014/main" id="{9BC83B15-A824-895B-CC45-1193FA277D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75748" y="2333026"/>
                <a:ext cx="169918" cy="215444"/>
              </a:xfrm>
              <a:prstGeom prst="rect">
                <a:avLst/>
              </a:prstGeom>
              <a:blipFill>
                <a:blip r:embed="rId3"/>
                <a:stretch>
                  <a:fillRect l="-25000" r="-21429" b="-5714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ZoneTexte 66">
                <a:extLst>
                  <a:ext uri="{FF2B5EF4-FFF2-40B4-BE49-F238E27FC236}">
                    <a16:creationId xmlns:a16="http://schemas.microsoft.com/office/drawing/2014/main" id="{52E1EEF6-A9EC-F565-4593-E1856EA8F249}"/>
                  </a:ext>
                </a:extLst>
              </p:cNvPr>
              <p:cNvSpPr txBox="1"/>
              <p:nvPr/>
            </p:nvSpPr>
            <p:spPr>
              <a:xfrm>
                <a:off x="9617135" y="1303690"/>
                <a:ext cx="152285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b="1" i="1" smtClean="0">
                          <a:latin typeface="Cambria Math" panose="02040503050406030204" pitchFamily="18" charset="0"/>
                        </a:rPr>
                        <m:t>𝑪</m:t>
                      </m:r>
                    </m:oMath>
                  </m:oMathPara>
                </a14:m>
                <a:endParaRPr lang="fr-FR" sz="1400" b="1" dirty="0"/>
              </a:p>
            </p:txBody>
          </p:sp>
        </mc:Choice>
        <mc:Fallback xmlns="">
          <p:sp>
            <p:nvSpPr>
              <p:cNvPr id="67" name="ZoneTexte 66">
                <a:extLst>
                  <a:ext uri="{FF2B5EF4-FFF2-40B4-BE49-F238E27FC236}">
                    <a16:creationId xmlns:a16="http://schemas.microsoft.com/office/drawing/2014/main" id="{94B52802-AA5D-1570-B3BC-5B9F7B5C68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17135" y="1303690"/>
                <a:ext cx="152285" cy="215444"/>
              </a:xfrm>
              <a:prstGeom prst="rect">
                <a:avLst/>
              </a:prstGeom>
              <a:blipFill>
                <a:blip r:embed="rId4"/>
                <a:stretch>
                  <a:fillRect l="-28000" r="-24000" b="-5714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6" name="Connecteur droit avec flèche 65">
            <a:extLst>
              <a:ext uri="{FF2B5EF4-FFF2-40B4-BE49-F238E27FC236}">
                <a16:creationId xmlns:a16="http://schemas.microsoft.com/office/drawing/2014/main" id="{91252787-6EAF-2075-5082-D6AE81AECB6D}"/>
              </a:ext>
            </a:extLst>
          </p:cNvPr>
          <p:cNvCxnSpPr>
            <a:cxnSpLocks/>
          </p:cNvCxnSpPr>
          <p:nvPr/>
        </p:nvCxnSpPr>
        <p:spPr>
          <a:xfrm>
            <a:off x="8539402" y="3008080"/>
            <a:ext cx="2328935" cy="0"/>
          </a:xfrm>
          <a:prstGeom prst="straightConnector1">
            <a:avLst/>
          </a:prstGeom>
          <a:ln w="57150">
            <a:solidFill>
              <a:schemeClr val="accent1">
                <a:lumMod val="50000"/>
              </a:schemeClr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necteur droit avec flèche 69">
            <a:extLst>
              <a:ext uri="{FF2B5EF4-FFF2-40B4-BE49-F238E27FC236}">
                <a16:creationId xmlns:a16="http://schemas.microsoft.com/office/drawing/2014/main" id="{8D3CE8B5-6842-EC34-E28A-C7BF78802772}"/>
              </a:ext>
            </a:extLst>
          </p:cNvPr>
          <p:cNvCxnSpPr>
            <a:cxnSpLocks/>
          </p:cNvCxnSpPr>
          <p:nvPr/>
        </p:nvCxnSpPr>
        <p:spPr>
          <a:xfrm>
            <a:off x="8484111" y="3813097"/>
            <a:ext cx="2328935" cy="0"/>
          </a:xfrm>
          <a:prstGeom prst="straightConnector1">
            <a:avLst/>
          </a:prstGeom>
          <a:ln w="57150">
            <a:solidFill>
              <a:schemeClr val="accent1">
                <a:lumMod val="50000"/>
              </a:schemeClr>
            </a:solidFill>
            <a:headEnd type="stealth" w="med" len="lg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ZoneTexte 70">
                <a:extLst>
                  <a:ext uri="{FF2B5EF4-FFF2-40B4-BE49-F238E27FC236}">
                    <a16:creationId xmlns:a16="http://schemas.microsoft.com/office/drawing/2014/main" id="{AEB978D1-3651-1E35-CB26-191A1D2D62D7}"/>
                  </a:ext>
                </a:extLst>
              </p:cNvPr>
              <p:cNvSpPr txBox="1"/>
              <p:nvPr/>
            </p:nvSpPr>
            <p:spPr>
              <a:xfrm>
                <a:off x="9578884" y="3526161"/>
                <a:ext cx="376706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b="1" i="1" smtClean="0">
                          <a:latin typeface="Cambria Math" panose="02040503050406030204" pitchFamily="18" charset="0"/>
                        </a:rPr>
                        <m:t>𝝁</m:t>
                      </m:r>
                      <m:r>
                        <a:rPr lang="fr-FR" sz="14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fr-FR" sz="1400" b="1" i="1" smtClean="0"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fr-FR" sz="14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FR" sz="1400" b="1" dirty="0"/>
              </a:p>
            </p:txBody>
          </p:sp>
        </mc:Choice>
        <mc:Fallback xmlns="">
          <p:sp>
            <p:nvSpPr>
              <p:cNvPr id="71" name="ZoneTexte 70">
                <a:extLst>
                  <a:ext uri="{FF2B5EF4-FFF2-40B4-BE49-F238E27FC236}">
                    <a16:creationId xmlns:a16="http://schemas.microsoft.com/office/drawing/2014/main" id="{AEB978D1-3651-1E35-CB26-191A1D2D62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78884" y="3526161"/>
                <a:ext cx="376706" cy="215444"/>
              </a:xfrm>
              <a:prstGeom prst="rect">
                <a:avLst/>
              </a:prstGeom>
              <a:blipFill>
                <a:blip r:embed="rId5"/>
                <a:stretch>
                  <a:fillRect l="-9677" r="-16129" b="-3055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2" name="Connecteur droit avec flèche 71">
            <a:extLst>
              <a:ext uri="{FF2B5EF4-FFF2-40B4-BE49-F238E27FC236}">
                <a16:creationId xmlns:a16="http://schemas.microsoft.com/office/drawing/2014/main" id="{269B25FD-266D-B69D-5778-71106F37DCC3}"/>
              </a:ext>
            </a:extLst>
          </p:cNvPr>
          <p:cNvCxnSpPr>
            <a:cxnSpLocks/>
          </p:cNvCxnSpPr>
          <p:nvPr/>
        </p:nvCxnSpPr>
        <p:spPr>
          <a:xfrm>
            <a:off x="7949105" y="1832863"/>
            <a:ext cx="7969" cy="1182236"/>
          </a:xfrm>
          <a:prstGeom prst="straightConnector1">
            <a:avLst/>
          </a:prstGeom>
          <a:ln w="57150">
            <a:solidFill>
              <a:schemeClr val="accent1">
                <a:lumMod val="50000"/>
              </a:schemeClr>
            </a:solidFill>
            <a:headEnd type="stealth" w="med" len="lg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ZoneTexte 73">
                <a:extLst>
                  <a:ext uri="{FF2B5EF4-FFF2-40B4-BE49-F238E27FC236}">
                    <a16:creationId xmlns:a16="http://schemas.microsoft.com/office/drawing/2014/main" id="{96717AE6-B13C-6D74-CB63-9A0FB714661C}"/>
                  </a:ext>
                </a:extLst>
              </p:cNvPr>
              <p:cNvSpPr txBox="1"/>
              <p:nvPr/>
            </p:nvSpPr>
            <p:spPr>
              <a:xfrm>
                <a:off x="7495368" y="2341101"/>
                <a:ext cx="410369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b="1" i="1" smtClean="0">
                          <a:latin typeface="Cambria Math" panose="02040503050406030204" pitchFamily="18" charset="0"/>
                        </a:rPr>
                        <m:t>𝝀</m:t>
                      </m:r>
                      <m:r>
                        <a:rPr lang="fr-FR" sz="1400" b="1" i="1" smtClean="0">
                          <a:latin typeface="Cambria Math" panose="02040503050406030204" pitchFamily="18" charset="0"/>
                        </a:rPr>
                        <m:t>′(</m:t>
                      </m:r>
                      <m:r>
                        <a:rPr lang="fr-FR" sz="1400" b="1" i="1" smtClean="0"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fr-FR" sz="14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FR" sz="1400" b="1" dirty="0"/>
              </a:p>
            </p:txBody>
          </p:sp>
        </mc:Choice>
        <mc:Fallback xmlns="">
          <p:sp>
            <p:nvSpPr>
              <p:cNvPr id="74" name="ZoneTexte 73">
                <a:extLst>
                  <a:ext uri="{FF2B5EF4-FFF2-40B4-BE49-F238E27FC236}">
                    <a16:creationId xmlns:a16="http://schemas.microsoft.com/office/drawing/2014/main" id="{96717AE6-B13C-6D74-CB63-9A0FB71466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95368" y="2341101"/>
                <a:ext cx="410369" cy="215444"/>
              </a:xfrm>
              <a:prstGeom prst="rect">
                <a:avLst/>
              </a:prstGeom>
              <a:blipFill>
                <a:blip r:embed="rId6"/>
                <a:stretch>
                  <a:fillRect l="-11940" t="-2857" r="-14925" b="-3428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5" name="Connecteur droit avec flèche 74">
            <a:extLst>
              <a:ext uri="{FF2B5EF4-FFF2-40B4-BE49-F238E27FC236}">
                <a16:creationId xmlns:a16="http://schemas.microsoft.com/office/drawing/2014/main" id="{399EDB0B-62B5-F8C4-7F40-B6D9C38920A4}"/>
              </a:ext>
            </a:extLst>
          </p:cNvPr>
          <p:cNvCxnSpPr>
            <a:cxnSpLocks/>
          </p:cNvCxnSpPr>
          <p:nvPr/>
        </p:nvCxnSpPr>
        <p:spPr>
          <a:xfrm flipH="1">
            <a:off x="8308607" y="1671658"/>
            <a:ext cx="1094584" cy="1194212"/>
          </a:xfrm>
          <a:prstGeom prst="straightConnector1">
            <a:avLst/>
          </a:prstGeom>
          <a:ln w="57150">
            <a:solidFill>
              <a:schemeClr val="accent1">
                <a:lumMod val="50000"/>
              </a:schemeClr>
            </a:solidFill>
            <a:headEnd type="stealth" w="med" len="lg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ZoneTexte 79">
                <a:extLst>
                  <a:ext uri="{FF2B5EF4-FFF2-40B4-BE49-F238E27FC236}">
                    <a16:creationId xmlns:a16="http://schemas.microsoft.com/office/drawing/2014/main" id="{418264AF-B659-0DCE-C95F-B3292FA93810}"/>
                  </a:ext>
                </a:extLst>
              </p:cNvPr>
              <p:cNvSpPr txBox="1"/>
              <p:nvPr/>
            </p:nvSpPr>
            <p:spPr>
              <a:xfrm>
                <a:off x="8801908" y="1865830"/>
                <a:ext cx="133049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b="1" i="1" smtClean="0">
                          <a:latin typeface="Cambria Math" panose="02040503050406030204" pitchFamily="18" charset="0"/>
                        </a:rPr>
                        <m:t>ℓ</m:t>
                      </m:r>
                    </m:oMath>
                  </m:oMathPara>
                </a14:m>
                <a:endParaRPr lang="fr-FR" sz="1400" b="1" dirty="0"/>
              </a:p>
            </p:txBody>
          </p:sp>
        </mc:Choice>
        <mc:Fallback xmlns="">
          <p:sp>
            <p:nvSpPr>
              <p:cNvPr id="80" name="ZoneTexte 79">
                <a:extLst>
                  <a:ext uri="{FF2B5EF4-FFF2-40B4-BE49-F238E27FC236}">
                    <a16:creationId xmlns:a16="http://schemas.microsoft.com/office/drawing/2014/main" id="{418264AF-B659-0DCE-C95F-B3292FA938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01908" y="1865830"/>
                <a:ext cx="133049" cy="215444"/>
              </a:xfrm>
              <a:prstGeom prst="rect">
                <a:avLst/>
              </a:prstGeom>
              <a:blipFill>
                <a:blip r:embed="rId7"/>
                <a:stretch>
                  <a:fillRect l="-36364" r="-27273" b="-857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Connecteur droit avec flèche 2">
            <a:extLst>
              <a:ext uri="{FF2B5EF4-FFF2-40B4-BE49-F238E27FC236}">
                <a16:creationId xmlns:a16="http://schemas.microsoft.com/office/drawing/2014/main" id="{094FF895-9330-A0D9-556E-08C799EE7A61}"/>
              </a:ext>
            </a:extLst>
          </p:cNvPr>
          <p:cNvCxnSpPr>
            <a:cxnSpLocks/>
          </p:cNvCxnSpPr>
          <p:nvPr/>
        </p:nvCxnSpPr>
        <p:spPr>
          <a:xfrm>
            <a:off x="9308592" y="3008080"/>
            <a:ext cx="0" cy="372975"/>
          </a:xfrm>
          <a:prstGeom prst="straightConnector1">
            <a:avLst/>
          </a:prstGeom>
          <a:ln w="57150">
            <a:solidFill>
              <a:schemeClr val="accent1">
                <a:lumMod val="50000"/>
              </a:schemeClr>
            </a:solidFill>
            <a:headEnd type="stealth" w="med" len="lg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6" name="ZoneTexte 75">
                <a:extLst>
                  <a:ext uri="{FF2B5EF4-FFF2-40B4-BE49-F238E27FC236}">
                    <a16:creationId xmlns:a16="http://schemas.microsoft.com/office/drawing/2014/main" id="{B7FD734A-9B53-A0CB-E212-EE5EC4485769}"/>
                  </a:ext>
                </a:extLst>
              </p:cNvPr>
              <p:cNvSpPr txBox="1"/>
              <p:nvPr/>
            </p:nvSpPr>
            <p:spPr>
              <a:xfrm>
                <a:off x="8963801" y="3096864"/>
                <a:ext cx="219034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b="1" i="1" smtClean="0">
                              <a:latin typeface="Cambria Math" panose="02040503050406030204" pitchFamily="18" charset="0"/>
                            </a:rPr>
                            <m:t>ℓ</m:t>
                          </m:r>
                        </m:e>
                        <m:sub>
                          <m:r>
                            <a:rPr lang="fr-FR" sz="1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fr-FR" sz="1400" b="1" dirty="0"/>
              </a:p>
            </p:txBody>
          </p:sp>
        </mc:Choice>
        <mc:Fallback xmlns="">
          <p:sp>
            <p:nvSpPr>
              <p:cNvPr id="76" name="ZoneTexte 75">
                <a:extLst>
                  <a:ext uri="{FF2B5EF4-FFF2-40B4-BE49-F238E27FC236}">
                    <a16:creationId xmlns:a16="http://schemas.microsoft.com/office/drawing/2014/main" id="{B7FD734A-9B53-A0CB-E212-EE5EC44857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63801" y="3096864"/>
                <a:ext cx="219034" cy="215444"/>
              </a:xfrm>
              <a:prstGeom prst="rect">
                <a:avLst/>
              </a:prstGeom>
              <a:blipFill>
                <a:blip r:embed="rId8"/>
                <a:stretch>
                  <a:fillRect l="-19444" r="-8333" b="-1714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470847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5E2F6E-FC6B-F8DC-F903-CCB069E1B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8F8BF58-8A9A-3182-38DE-575CFE1A3C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grpSp>
        <p:nvGrpSpPr>
          <p:cNvPr id="4" name="Groupe 3">
            <a:extLst>
              <a:ext uri="{FF2B5EF4-FFF2-40B4-BE49-F238E27FC236}">
                <a16:creationId xmlns:a16="http://schemas.microsoft.com/office/drawing/2014/main" id="{5A58616D-6922-D767-E2F9-BD9AFE3E2208}"/>
              </a:ext>
            </a:extLst>
          </p:cNvPr>
          <p:cNvGrpSpPr/>
          <p:nvPr/>
        </p:nvGrpSpPr>
        <p:grpSpPr>
          <a:xfrm>
            <a:off x="7143107" y="1255706"/>
            <a:ext cx="4361134" cy="2557397"/>
            <a:chOff x="4171306" y="1231643"/>
            <a:chExt cx="4361134" cy="2557397"/>
          </a:xfrm>
        </p:grpSpPr>
        <p:sp>
          <p:nvSpPr>
            <p:cNvPr id="5" name="Ellipse 4">
              <a:extLst>
                <a:ext uri="{FF2B5EF4-FFF2-40B4-BE49-F238E27FC236}">
                  <a16:creationId xmlns:a16="http://schemas.microsoft.com/office/drawing/2014/main" id="{63BC7A35-A1B3-85C0-5B5F-EEEAB301FFC2}"/>
                </a:ext>
              </a:extLst>
            </p:cNvPr>
            <p:cNvSpPr/>
            <p:nvPr/>
          </p:nvSpPr>
          <p:spPr>
            <a:xfrm>
              <a:off x="6648819" y="2621459"/>
              <a:ext cx="180000" cy="18000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cxnSp>
          <p:nvCxnSpPr>
            <p:cNvPr id="6" name="Connecteur droit 5">
              <a:extLst>
                <a:ext uri="{FF2B5EF4-FFF2-40B4-BE49-F238E27FC236}">
                  <a16:creationId xmlns:a16="http://schemas.microsoft.com/office/drawing/2014/main" id="{3ABACFCF-141A-5BE9-CC1A-9C8180E0EC3F}"/>
                </a:ext>
              </a:extLst>
            </p:cNvPr>
            <p:cNvCxnSpPr>
              <a:cxnSpLocks/>
              <a:stCxn id="10" idx="5"/>
              <a:endCxn id="28" idx="1"/>
            </p:cNvCxnSpPr>
            <p:nvPr/>
          </p:nvCxnSpPr>
          <p:spPr>
            <a:xfrm flipH="1" flipV="1">
              <a:off x="6668358" y="1655160"/>
              <a:ext cx="404146" cy="818447"/>
            </a:xfrm>
            <a:prstGeom prst="line">
              <a:avLst/>
            </a:prstGeom>
            <a:noFill/>
            <a:ln w="2857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7" name="Groupe 6">
              <a:extLst>
                <a:ext uri="{FF2B5EF4-FFF2-40B4-BE49-F238E27FC236}">
                  <a16:creationId xmlns:a16="http://schemas.microsoft.com/office/drawing/2014/main" id="{407238F1-D72A-7CA0-D08B-F757049324C3}"/>
                </a:ext>
              </a:extLst>
            </p:cNvPr>
            <p:cNvGrpSpPr/>
            <p:nvPr/>
          </p:nvGrpSpPr>
          <p:grpSpPr>
            <a:xfrm>
              <a:off x="4171306" y="3356992"/>
              <a:ext cx="719636" cy="432048"/>
              <a:chOff x="204247" y="1842525"/>
              <a:chExt cx="719636" cy="432048"/>
            </a:xfrm>
          </p:grpSpPr>
          <p:sp>
            <p:nvSpPr>
              <p:cNvPr id="58" name="Ellipse 57">
                <a:extLst>
                  <a:ext uri="{FF2B5EF4-FFF2-40B4-BE49-F238E27FC236}">
                    <a16:creationId xmlns:a16="http://schemas.microsoft.com/office/drawing/2014/main" id="{FBC77F05-EC47-518C-F0C9-B540A143059E}"/>
                  </a:ext>
                </a:extLst>
              </p:cNvPr>
              <p:cNvSpPr/>
              <p:nvPr/>
            </p:nvSpPr>
            <p:spPr>
              <a:xfrm>
                <a:off x="204247" y="1991610"/>
                <a:ext cx="180000" cy="18000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1050" b="1" dirty="0">
                    <a:solidFill>
                      <a:schemeClr val="tx1"/>
                    </a:solidFill>
                  </a:rPr>
                  <a:t>0</a:t>
                </a:r>
                <a:endParaRPr lang="fr-FR" sz="1400" b="1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59" name="Groupe 58">
                <a:extLst>
                  <a:ext uri="{FF2B5EF4-FFF2-40B4-BE49-F238E27FC236}">
                    <a16:creationId xmlns:a16="http://schemas.microsoft.com/office/drawing/2014/main" id="{B10D08FC-2E0C-938A-D869-6AC71DFA2B41}"/>
                  </a:ext>
                </a:extLst>
              </p:cNvPr>
              <p:cNvGrpSpPr/>
              <p:nvPr/>
            </p:nvGrpSpPr>
            <p:grpSpPr>
              <a:xfrm rot="5400000">
                <a:off x="387498" y="1914533"/>
                <a:ext cx="432048" cy="288031"/>
                <a:chOff x="2286259" y="3513708"/>
                <a:chExt cx="432048" cy="288031"/>
              </a:xfrm>
            </p:grpSpPr>
            <p:sp>
              <p:nvSpPr>
                <p:cNvPr id="61" name="Forme libre : forme 60">
                  <a:extLst>
                    <a:ext uri="{FF2B5EF4-FFF2-40B4-BE49-F238E27FC236}">
                      <a16:creationId xmlns:a16="http://schemas.microsoft.com/office/drawing/2014/main" id="{3B1D01B0-E048-935D-28C9-FDB00B226C61}"/>
                    </a:ext>
                  </a:extLst>
                </p:cNvPr>
                <p:cNvSpPr/>
                <p:nvPr/>
              </p:nvSpPr>
              <p:spPr>
                <a:xfrm>
                  <a:off x="2302852" y="3655813"/>
                  <a:ext cx="415449" cy="145926"/>
                </a:xfrm>
                <a:custGeom>
                  <a:avLst/>
                  <a:gdLst>
                    <a:gd name="connsiteX0" fmla="*/ 0 w 400050"/>
                    <a:gd name="connsiteY0" fmla="*/ 6350 h 134622"/>
                    <a:gd name="connsiteX1" fmla="*/ 63500 w 400050"/>
                    <a:gd name="connsiteY1" fmla="*/ 114300 h 134622"/>
                    <a:gd name="connsiteX2" fmla="*/ 203200 w 400050"/>
                    <a:gd name="connsiteY2" fmla="*/ 69850 h 134622"/>
                    <a:gd name="connsiteX3" fmla="*/ 304800 w 400050"/>
                    <a:gd name="connsiteY3" fmla="*/ 133350 h 134622"/>
                    <a:gd name="connsiteX4" fmla="*/ 400050 w 400050"/>
                    <a:gd name="connsiteY4" fmla="*/ 0 h 13462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00050" h="134622">
                      <a:moveTo>
                        <a:pt x="0" y="6350"/>
                      </a:moveTo>
                      <a:cubicBezTo>
                        <a:pt x="14816" y="55033"/>
                        <a:pt x="29633" y="103717"/>
                        <a:pt x="63500" y="114300"/>
                      </a:cubicBezTo>
                      <a:cubicBezTo>
                        <a:pt x="97367" y="124883"/>
                        <a:pt x="162983" y="66675"/>
                        <a:pt x="203200" y="69850"/>
                      </a:cubicBezTo>
                      <a:cubicBezTo>
                        <a:pt x="243417" y="73025"/>
                        <a:pt x="271992" y="144992"/>
                        <a:pt x="304800" y="133350"/>
                      </a:cubicBezTo>
                      <a:cubicBezTo>
                        <a:pt x="337608" y="121708"/>
                        <a:pt x="368829" y="60854"/>
                        <a:pt x="400050" y="0"/>
                      </a:cubicBezTo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cxnSp>
              <p:nvCxnSpPr>
                <p:cNvPr id="62" name="Connecteur droit 61">
                  <a:extLst>
                    <a:ext uri="{FF2B5EF4-FFF2-40B4-BE49-F238E27FC236}">
                      <a16:creationId xmlns:a16="http://schemas.microsoft.com/office/drawing/2014/main" id="{F0F6AFED-29A6-6B64-8EBC-C83E794955A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502283" y="3513708"/>
                  <a:ext cx="0" cy="142105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63" name="Connecteur droit 62">
                  <a:extLst>
                    <a:ext uri="{FF2B5EF4-FFF2-40B4-BE49-F238E27FC236}">
                      <a16:creationId xmlns:a16="http://schemas.microsoft.com/office/drawing/2014/main" id="{847F0FCD-6CA8-EEEA-E3F3-F928881F177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286259" y="3659633"/>
                  <a:ext cx="432048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</p:grpSp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4027008A-ED6E-AC5B-F480-214F978970C1}"/>
                  </a:ext>
                </a:extLst>
              </p:cNvPr>
              <p:cNvSpPr/>
              <p:nvPr/>
            </p:nvSpPr>
            <p:spPr>
              <a:xfrm rot="16200000">
                <a:off x="743883" y="1977057"/>
                <a:ext cx="180000" cy="18000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sp>
          <p:nvSpPr>
            <p:cNvPr id="8" name="Ellipse 7">
              <a:extLst>
                <a:ext uri="{FF2B5EF4-FFF2-40B4-BE49-F238E27FC236}">
                  <a16:creationId xmlns:a16="http://schemas.microsoft.com/office/drawing/2014/main" id="{4BF3F373-EEB9-735F-9E68-FC68EB19C3A9}"/>
                </a:ext>
              </a:extLst>
            </p:cNvPr>
            <p:cNvSpPr/>
            <p:nvPr/>
          </p:nvSpPr>
          <p:spPr>
            <a:xfrm>
              <a:off x="5390638" y="3491309"/>
              <a:ext cx="180000" cy="1800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050" b="1" dirty="0">
                  <a:solidFill>
                    <a:srgbClr val="C00000"/>
                  </a:solidFill>
                </a:rPr>
                <a:t>6</a:t>
              </a:r>
              <a:endParaRPr lang="fr-FR" sz="1400" b="1" dirty="0">
                <a:solidFill>
                  <a:srgbClr val="C00000"/>
                </a:solidFill>
              </a:endParaRPr>
            </a:p>
          </p:txBody>
        </p:sp>
        <p:cxnSp>
          <p:nvCxnSpPr>
            <p:cNvPr id="9" name="Connecteur droit 8">
              <a:extLst>
                <a:ext uri="{FF2B5EF4-FFF2-40B4-BE49-F238E27FC236}">
                  <a16:creationId xmlns:a16="http://schemas.microsoft.com/office/drawing/2014/main" id="{B1474AF4-E608-E4F7-E447-983119112E9A}"/>
                </a:ext>
              </a:extLst>
            </p:cNvPr>
            <p:cNvCxnSpPr>
              <a:cxnSpLocks/>
              <a:stCxn id="5" idx="7"/>
              <a:endCxn id="10" idx="7"/>
            </p:cNvCxnSpPr>
            <p:nvPr/>
          </p:nvCxnSpPr>
          <p:spPr>
            <a:xfrm flipV="1">
              <a:off x="6802459" y="2346327"/>
              <a:ext cx="270045" cy="301492"/>
            </a:xfrm>
            <a:prstGeom prst="line">
              <a:avLst/>
            </a:prstGeom>
            <a:solidFill>
              <a:schemeClr val="bg1"/>
            </a:solidFill>
            <a:ln w="285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0" name="Ellipse 9">
              <a:extLst>
                <a:ext uri="{FF2B5EF4-FFF2-40B4-BE49-F238E27FC236}">
                  <a16:creationId xmlns:a16="http://schemas.microsoft.com/office/drawing/2014/main" id="{471ADDF8-A0CB-9DE9-3F0D-85103E8186A0}"/>
                </a:ext>
              </a:extLst>
            </p:cNvPr>
            <p:cNvSpPr/>
            <p:nvPr/>
          </p:nvSpPr>
          <p:spPr>
            <a:xfrm>
              <a:off x="6918864" y="2319967"/>
              <a:ext cx="180000" cy="18000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0D4605C4-4EF5-AFC0-E2AD-2D3AF2AFD53B}"/>
                </a:ext>
              </a:extLst>
            </p:cNvPr>
            <p:cNvCxnSpPr>
              <a:cxnSpLocks/>
              <a:endCxn id="28" idx="0"/>
            </p:cNvCxnSpPr>
            <p:nvPr/>
          </p:nvCxnSpPr>
          <p:spPr>
            <a:xfrm>
              <a:off x="6730293" y="1553892"/>
              <a:ext cx="0" cy="72000"/>
            </a:xfrm>
            <a:prstGeom prst="line">
              <a:avLst/>
            </a:prstGeom>
            <a:noFill/>
            <a:ln w="28575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2" name="Connecteur droit 11">
              <a:extLst>
                <a:ext uri="{FF2B5EF4-FFF2-40B4-BE49-F238E27FC236}">
                  <a16:creationId xmlns:a16="http://schemas.microsoft.com/office/drawing/2014/main" id="{659264FD-ED96-1696-51A0-C013A295C21A}"/>
                </a:ext>
              </a:extLst>
            </p:cNvPr>
            <p:cNvCxnSpPr>
              <a:cxnSpLocks/>
            </p:cNvCxnSpPr>
            <p:nvPr/>
          </p:nvCxnSpPr>
          <p:spPr>
            <a:xfrm>
              <a:off x="4932440" y="1556792"/>
              <a:ext cx="3600000" cy="0"/>
            </a:xfrm>
            <a:prstGeom prst="line">
              <a:avLst/>
            </a:prstGeom>
            <a:noFill/>
            <a:ln w="28575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" name="Connecteur droit 12">
              <a:extLst>
                <a:ext uri="{FF2B5EF4-FFF2-40B4-BE49-F238E27FC236}">
                  <a16:creationId xmlns:a16="http://schemas.microsoft.com/office/drawing/2014/main" id="{44B85A42-1896-A84C-3598-BA857481E28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31556" y="1231643"/>
              <a:ext cx="0" cy="325149"/>
            </a:xfrm>
            <a:prstGeom prst="line">
              <a:avLst/>
            </a:prstGeom>
            <a:noFill/>
            <a:ln w="28575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" name="Connecteur droit 13">
              <a:extLst>
                <a:ext uri="{FF2B5EF4-FFF2-40B4-BE49-F238E27FC236}">
                  <a16:creationId xmlns:a16="http://schemas.microsoft.com/office/drawing/2014/main" id="{9EF4FC9A-22EF-882D-2FF9-0E6ACB5692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32440" y="1231643"/>
              <a:ext cx="0" cy="325149"/>
            </a:xfrm>
            <a:prstGeom prst="line">
              <a:avLst/>
            </a:prstGeom>
            <a:noFill/>
            <a:ln w="28575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5" name="Connecteur droit 14">
              <a:extLst>
                <a:ext uri="{FF2B5EF4-FFF2-40B4-BE49-F238E27FC236}">
                  <a16:creationId xmlns:a16="http://schemas.microsoft.com/office/drawing/2014/main" id="{B6DA8817-DEDA-25C1-180F-D4694AA969AE}"/>
                </a:ext>
              </a:extLst>
            </p:cNvPr>
            <p:cNvCxnSpPr>
              <a:cxnSpLocks/>
              <a:stCxn id="60" idx="3"/>
            </p:cNvCxnSpPr>
            <p:nvPr/>
          </p:nvCxnSpPr>
          <p:spPr>
            <a:xfrm flipV="1">
              <a:off x="4800942" y="3438565"/>
              <a:ext cx="0" cy="52959"/>
            </a:xfrm>
            <a:prstGeom prst="lin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" name="Connecteur droit 15">
              <a:extLst>
                <a:ext uri="{FF2B5EF4-FFF2-40B4-BE49-F238E27FC236}">
                  <a16:creationId xmlns:a16="http://schemas.microsoft.com/office/drawing/2014/main" id="{8C6B4E6E-EEE1-79B1-A7AC-CB84FE8CFACE}"/>
                </a:ext>
              </a:extLst>
            </p:cNvPr>
            <p:cNvCxnSpPr>
              <a:cxnSpLocks/>
            </p:cNvCxnSpPr>
            <p:nvPr/>
          </p:nvCxnSpPr>
          <p:spPr>
            <a:xfrm>
              <a:off x="4712769" y="3491523"/>
              <a:ext cx="180000" cy="180000"/>
            </a:xfrm>
            <a:prstGeom prst="lin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" name="Connecteur droit 16">
              <a:extLst>
                <a:ext uri="{FF2B5EF4-FFF2-40B4-BE49-F238E27FC236}">
                  <a16:creationId xmlns:a16="http://schemas.microsoft.com/office/drawing/2014/main" id="{1AC80305-BC9B-DC01-1C9C-7A181C3A78E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12738" y="3489267"/>
              <a:ext cx="180000" cy="180000"/>
            </a:xfrm>
            <a:prstGeom prst="lin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8" name="Ellipse 17">
              <a:extLst>
                <a:ext uri="{FF2B5EF4-FFF2-40B4-BE49-F238E27FC236}">
                  <a16:creationId xmlns:a16="http://schemas.microsoft.com/office/drawing/2014/main" id="{31CAD0F7-2E00-9DC3-A7BF-7720D6B5A539}"/>
                </a:ext>
              </a:extLst>
            </p:cNvPr>
            <p:cNvSpPr/>
            <p:nvPr/>
          </p:nvSpPr>
          <p:spPr>
            <a:xfrm>
              <a:off x="6913073" y="2607812"/>
              <a:ext cx="180000" cy="1800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050" b="1" dirty="0">
                  <a:solidFill>
                    <a:schemeClr val="bg1">
                      <a:lumMod val="50000"/>
                    </a:schemeClr>
                  </a:solidFill>
                </a:rPr>
                <a:t>9</a:t>
              </a:r>
              <a:endParaRPr lang="fr-FR" sz="1400" b="1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9" name="Ellipse 18">
              <a:extLst>
                <a:ext uri="{FF2B5EF4-FFF2-40B4-BE49-F238E27FC236}">
                  <a16:creationId xmlns:a16="http://schemas.microsoft.com/office/drawing/2014/main" id="{72B4066D-35BE-8B52-DAE6-9AF5EF245B08}"/>
                </a:ext>
              </a:extLst>
            </p:cNvPr>
            <p:cNvSpPr/>
            <p:nvPr/>
          </p:nvSpPr>
          <p:spPr>
            <a:xfrm>
              <a:off x="6622554" y="2017457"/>
              <a:ext cx="216000" cy="2160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fr-FR" sz="1000" b="1" dirty="0">
                  <a:solidFill>
                    <a:srgbClr val="00B050"/>
                  </a:solidFill>
                </a:rPr>
                <a:t>10</a:t>
              </a:r>
              <a:endParaRPr lang="fr-FR" sz="1200" b="1" dirty="0">
                <a:solidFill>
                  <a:srgbClr val="00B050"/>
                </a:solidFill>
              </a:endParaRPr>
            </a:p>
          </p:txBody>
        </p:sp>
        <p:sp>
          <p:nvSpPr>
            <p:cNvPr id="20" name="Ellipse 19">
              <a:extLst>
                <a:ext uri="{FF2B5EF4-FFF2-40B4-BE49-F238E27FC236}">
                  <a16:creationId xmlns:a16="http://schemas.microsoft.com/office/drawing/2014/main" id="{440FDE0F-7294-F85E-9C8C-D5B693C15D1C}"/>
                </a:ext>
              </a:extLst>
            </p:cNvPr>
            <p:cNvSpPr/>
            <p:nvPr/>
          </p:nvSpPr>
          <p:spPr>
            <a:xfrm>
              <a:off x="5003731" y="1292529"/>
              <a:ext cx="216000" cy="2160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fr-FR" sz="1000" b="1" dirty="0">
                  <a:solidFill>
                    <a:srgbClr val="0070C0"/>
                  </a:solidFill>
                </a:rPr>
                <a:t>11</a:t>
              </a:r>
              <a:endParaRPr lang="fr-FR" sz="1200" b="1" dirty="0">
                <a:solidFill>
                  <a:srgbClr val="0070C0"/>
                </a:solidFill>
              </a:endParaRPr>
            </a:p>
          </p:txBody>
        </p:sp>
        <p:cxnSp>
          <p:nvCxnSpPr>
            <p:cNvPr id="21" name="Connecteur droit 20">
              <a:extLst>
                <a:ext uri="{FF2B5EF4-FFF2-40B4-BE49-F238E27FC236}">
                  <a16:creationId xmlns:a16="http://schemas.microsoft.com/office/drawing/2014/main" id="{7F39A1DC-B8D2-B423-904D-1CB9C4FD93D5}"/>
                </a:ext>
              </a:extLst>
            </p:cNvPr>
            <p:cNvCxnSpPr>
              <a:cxnSpLocks/>
              <a:endCxn id="5" idx="4"/>
            </p:cNvCxnSpPr>
            <p:nvPr/>
          </p:nvCxnSpPr>
          <p:spPr>
            <a:xfrm flipV="1">
              <a:off x="6738819" y="2801459"/>
              <a:ext cx="0" cy="637106"/>
            </a:xfrm>
            <a:prstGeom prst="lin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2" name="Connecteur droit 21">
              <a:extLst>
                <a:ext uri="{FF2B5EF4-FFF2-40B4-BE49-F238E27FC236}">
                  <a16:creationId xmlns:a16="http://schemas.microsoft.com/office/drawing/2014/main" id="{5FF124AD-FB86-BF9C-2A8F-5057DA704D81}"/>
                </a:ext>
              </a:extLst>
            </p:cNvPr>
            <p:cNvCxnSpPr>
              <a:cxnSpLocks/>
            </p:cNvCxnSpPr>
            <p:nvPr/>
          </p:nvCxnSpPr>
          <p:spPr>
            <a:xfrm>
              <a:off x="4800942" y="3438565"/>
              <a:ext cx="3659490" cy="0"/>
            </a:xfrm>
            <a:prstGeom prst="lin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23" name="Groupe 22">
              <a:extLst>
                <a:ext uri="{FF2B5EF4-FFF2-40B4-BE49-F238E27FC236}">
                  <a16:creationId xmlns:a16="http://schemas.microsoft.com/office/drawing/2014/main" id="{A0FCB206-7C10-7743-A8A8-B0B4FDD63219}"/>
                </a:ext>
              </a:extLst>
            </p:cNvPr>
            <p:cNvGrpSpPr/>
            <p:nvPr/>
          </p:nvGrpSpPr>
          <p:grpSpPr>
            <a:xfrm>
              <a:off x="5161239" y="3128093"/>
              <a:ext cx="288000" cy="288000"/>
              <a:chOff x="4943745" y="2850212"/>
              <a:chExt cx="288000" cy="288000"/>
            </a:xfrm>
          </p:grpSpPr>
          <p:sp>
            <p:nvSpPr>
              <p:cNvPr id="55" name="Ellipse 54">
                <a:extLst>
                  <a:ext uri="{FF2B5EF4-FFF2-40B4-BE49-F238E27FC236}">
                    <a16:creationId xmlns:a16="http://schemas.microsoft.com/office/drawing/2014/main" id="{14C44AD9-D214-C3DD-5A35-0C2D921F4369}"/>
                  </a:ext>
                </a:extLst>
              </p:cNvPr>
              <p:cNvSpPr/>
              <p:nvPr/>
            </p:nvSpPr>
            <p:spPr>
              <a:xfrm>
                <a:off x="4943745" y="2850212"/>
                <a:ext cx="288000" cy="288000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cxnSp>
            <p:nvCxnSpPr>
              <p:cNvPr id="56" name="Connecteur droit 55">
                <a:extLst>
                  <a:ext uri="{FF2B5EF4-FFF2-40B4-BE49-F238E27FC236}">
                    <a16:creationId xmlns:a16="http://schemas.microsoft.com/office/drawing/2014/main" id="{AD0C759D-7DCE-7B4E-F0D1-9F1580E0BAFA}"/>
                  </a:ext>
                </a:extLst>
              </p:cNvPr>
              <p:cNvCxnSpPr>
                <a:cxnSpLocks/>
                <a:stCxn id="55" idx="1"/>
                <a:endCxn id="57" idx="5"/>
              </p:cNvCxnSpPr>
              <p:nvPr/>
            </p:nvCxnSpPr>
            <p:spPr>
              <a:xfrm>
                <a:off x="4985922" y="2892389"/>
                <a:ext cx="165463" cy="165463"/>
              </a:xfrm>
              <a:prstGeom prst="line">
                <a:avLst/>
              </a:prstGeom>
              <a:noFill/>
              <a:ln w="28575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57" name="Ellipse 56">
                <a:extLst>
                  <a:ext uri="{FF2B5EF4-FFF2-40B4-BE49-F238E27FC236}">
                    <a16:creationId xmlns:a16="http://schemas.microsoft.com/office/drawing/2014/main" id="{10C5CFDE-3044-5A30-C8B8-4B5CB26108D0}"/>
                  </a:ext>
                </a:extLst>
              </p:cNvPr>
              <p:cNvSpPr/>
              <p:nvPr/>
            </p:nvSpPr>
            <p:spPr>
              <a:xfrm>
                <a:off x="4997745" y="2904212"/>
                <a:ext cx="180000" cy="180000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</p:grpSp>
        <p:grpSp>
          <p:nvGrpSpPr>
            <p:cNvPr id="24" name="Groupe 23">
              <a:extLst>
                <a:ext uri="{FF2B5EF4-FFF2-40B4-BE49-F238E27FC236}">
                  <a16:creationId xmlns:a16="http://schemas.microsoft.com/office/drawing/2014/main" id="{EF3A167F-7036-F285-6349-0F6FF430FD10}"/>
                </a:ext>
              </a:extLst>
            </p:cNvPr>
            <p:cNvGrpSpPr/>
            <p:nvPr/>
          </p:nvGrpSpPr>
          <p:grpSpPr>
            <a:xfrm>
              <a:off x="8028400" y="3128093"/>
              <a:ext cx="288000" cy="288000"/>
              <a:chOff x="4943745" y="2850212"/>
              <a:chExt cx="288000" cy="288000"/>
            </a:xfrm>
          </p:grpSpPr>
          <p:sp>
            <p:nvSpPr>
              <p:cNvPr id="52" name="Ellipse 51">
                <a:extLst>
                  <a:ext uri="{FF2B5EF4-FFF2-40B4-BE49-F238E27FC236}">
                    <a16:creationId xmlns:a16="http://schemas.microsoft.com/office/drawing/2014/main" id="{656BDA16-AC9A-B368-250C-DF65EA5DBD93}"/>
                  </a:ext>
                </a:extLst>
              </p:cNvPr>
              <p:cNvSpPr/>
              <p:nvPr/>
            </p:nvSpPr>
            <p:spPr>
              <a:xfrm>
                <a:off x="4943745" y="2850212"/>
                <a:ext cx="288000" cy="288000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cxnSp>
            <p:nvCxnSpPr>
              <p:cNvPr id="53" name="Connecteur droit 52">
                <a:extLst>
                  <a:ext uri="{FF2B5EF4-FFF2-40B4-BE49-F238E27FC236}">
                    <a16:creationId xmlns:a16="http://schemas.microsoft.com/office/drawing/2014/main" id="{3FE283F4-D365-D333-0131-E3EC5AAA0518}"/>
                  </a:ext>
                </a:extLst>
              </p:cNvPr>
              <p:cNvCxnSpPr>
                <a:cxnSpLocks/>
                <a:stCxn id="52" idx="1"/>
                <a:endCxn id="54" idx="5"/>
              </p:cNvCxnSpPr>
              <p:nvPr/>
            </p:nvCxnSpPr>
            <p:spPr>
              <a:xfrm>
                <a:off x="4985922" y="2892389"/>
                <a:ext cx="165463" cy="165463"/>
              </a:xfrm>
              <a:prstGeom prst="line">
                <a:avLst/>
              </a:prstGeom>
              <a:noFill/>
              <a:ln w="28575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54" name="Ellipse 53">
                <a:extLst>
                  <a:ext uri="{FF2B5EF4-FFF2-40B4-BE49-F238E27FC236}">
                    <a16:creationId xmlns:a16="http://schemas.microsoft.com/office/drawing/2014/main" id="{AF3943BE-3856-C74F-E4BD-D5C542AD0C25}"/>
                  </a:ext>
                </a:extLst>
              </p:cNvPr>
              <p:cNvSpPr/>
              <p:nvPr/>
            </p:nvSpPr>
            <p:spPr>
              <a:xfrm>
                <a:off x="4997745" y="2904212"/>
                <a:ext cx="180000" cy="180000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</p:grpSp>
        <p:grpSp>
          <p:nvGrpSpPr>
            <p:cNvPr id="25" name="Groupe 24">
              <a:extLst>
                <a:ext uri="{FF2B5EF4-FFF2-40B4-BE49-F238E27FC236}">
                  <a16:creationId xmlns:a16="http://schemas.microsoft.com/office/drawing/2014/main" id="{388A581B-37FD-D323-DD69-D4858638E6B7}"/>
                </a:ext>
              </a:extLst>
            </p:cNvPr>
            <p:cNvGrpSpPr/>
            <p:nvPr/>
          </p:nvGrpSpPr>
          <p:grpSpPr>
            <a:xfrm>
              <a:off x="8028400" y="1579265"/>
              <a:ext cx="288000" cy="288000"/>
              <a:chOff x="4943745" y="2850212"/>
              <a:chExt cx="288000" cy="288000"/>
            </a:xfrm>
          </p:grpSpPr>
          <p:sp>
            <p:nvSpPr>
              <p:cNvPr id="49" name="Ellipse 48">
                <a:extLst>
                  <a:ext uri="{FF2B5EF4-FFF2-40B4-BE49-F238E27FC236}">
                    <a16:creationId xmlns:a16="http://schemas.microsoft.com/office/drawing/2014/main" id="{03D3EA5B-5C1C-458F-A030-C6A42C5074F8}"/>
                  </a:ext>
                </a:extLst>
              </p:cNvPr>
              <p:cNvSpPr/>
              <p:nvPr/>
            </p:nvSpPr>
            <p:spPr>
              <a:xfrm>
                <a:off x="4943745" y="2850212"/>
                <a:ext cx="288000" cy="288000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cxnSp>
            <p:nvCxnSpPr>
              <p:cNvPr id="50" name="Connecteur droit 49">
                <a:extLst>
                  <a:ext uri="{FF2B5EF4-FFF2-40B4-BE49-F238E27FC236}">
                    <a16:creationId xmlns:a16="http://schemas.microsoft.com/office/drawing/2014/main" id="{82200EA9-6A78-57B7-2A64-CDBF01A8E643}"/>
                  </a:ext>
                </a:extLst>
              </p:cNvPr>
              <p:cNvCxnSpPr>
                <a:cxnSpLocks/>
                <a:stCxn id="49" idx="1"/>
                <a:endCxn id="51" idx="5"/>
              </p:cNvCxnSpPr>
              <p:nvPr/>
            </p:nvCxnSpPr>
            <p:spPr>
              <a:xfrm>
                <a:off x="4985922" y="2892389"/>
                <a:ext cx="165463" cy="165463"/>
              </a:xfrm>
              <a:prstGeom prst="line">
                <a:avLst/>
              </a:prstGeom>
              <a:noFill/>
              <a:ln w="28575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51" name="Ellipse 50">
                <a:extLst>
                  <a:ext uri="{FF2B5EF4-FFF2-40B4-BE49-F238E27FC236}">
                    <a16:creationId xmlns:a16="http://schemas.microsoft.com/office/drawing/2014/main" id="{553B2F46-C748-B871-4D66-1B2C2860CACF}"/>
                  </a:ext>
                </a:extLst>
              </p:cNvPr>
              <p:cNvSpPr/>
              <p:nvPr/>
            </p:nvSpPr>
            <p:spPr>
              <a:xfrm>
                <a:off x="4997745" y="2904212"/>
                <a:ext cx="180000" cy="180000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</p:grpSp>
        <p:grpSp>
          <p:nvGrpSpPr>
            <p:cNvPr id="26" name="Groupe 25">
              <a:extLst>
                <a:ext uri="{FF2B5EF4-FFF2-40B4-BE49-F238E27FC236}">
                  <a16:creationId xmlns:a16="http://schemas.microsoft.com/office/drawing/2014/main" id="{D7A2FD0B-4D5E-0DA9-9005-420173E4E639}"/>
                </a:ext>
              </a:extLst>
            </p:cNvPr>
            <p:cNvGrpSpPr/>
            <p:nvPr/>
          </p:nvGrpSpPr>
          <p:grpSpPr>
            <a:xfrm>
              <a:off x="5161239" y="1584540"/>
              <a:ext cx="288000" cy="288000"/>
              <a:chOff x="4943745" y="2850212"/>
              <a:chExt cx="288000" cy="288000"/>
            </a:xfrm>
          </p:grpSpPr>
          <p:sp>
            <p:nvSpPr>
              <p:cNvPr id="46" name="Ellipse 45">
                <a:extLst>
                  <a:ext uri="{FF2B5EF4-FFF2-40B4-BE49-F238E27FC236}">
                    <a16:creationId xmlns:a16="http://schemas.microsoft.com/office/drawing/2014/main" id="{788BF567-AEFA-6C9A-EA55-7E3F51420F00}"/>
                  </a:ext>
                </a:extLst>
              </p:cNvPr>
              <p:cNvSpPr/>
              <p:nvPr/>
            </p:nvSpPr>
            <p:spPr>
              <a:xfrm>
                <a:off x="4943745" y="2850212"/>
                <a:ext cx="288000" cy="288000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cxnSp>
            <p:nvCxnSpPr>
              <p:cNvPr id="47" name="Connecteur droit 46">
                <a:extLst>
                  <a:ext uri="{FF2B5EF4-FFF2-40B4-BE49-F238E27FC236}">
                    <a16:creationId xmlns:a16="http://schemas.microsoft.com/office/drawing/2014/main" id="{A5D4E2C5-34E8-6226-4F48-EF0E128C006C}"/>
                  </a:ext>
                </a:extLst>
              </p:cNvPr>
              <p:cNvCxnSpPr>
                <a:cxnSpLocks/>
                <a:stCxn id="46" idx="1"/>
                <a:endCxn id="48" idx="5"/>
              </p:cNvCxnSpPr>
              <p:nvPr/>
            </p:nvCxnSpPr>
            <p:spPr>
              <a:xfrm>
                <a:off x="4985922" y="2892389"/>
                <a:ext cx="165463" cy="165463"/>
              </a:xfrm>
              <a:prstGeom prst="line">
                <a:avLst/>
              </a:prstGeom>
              <a:noFill/>
              <a:ln w="28575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48" name="Ellipse 47">
                <a:extLst>
                  <a:ext uri="{FF2B5EF4-FFF2-40B4-BE49-F238E27FC236}">
                    <a16:creationId xmlns:a16="http://schemas.microsoft.com/office/drawing/2014/main" id="{6557F923-2F6C-8F81-9BEC-02E70C11ABE9}"/>
                  </a:ext>
                </a:extLst>
              </p:cNvPr>
              <p:cNvSpPr/>
              <p:nvPr/>
            </p:nvSpPr>
            <p:spPr>
              <a:xfrm>
                <a:off x="4997745" y="2904212"/>
                <a:ext cx="180000" cy="180000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</p:grpSp>
        <p:sp>
          <p:nvSpPr>
            <p:cNvPr id="27" name="Ellipse 26">
              <a:extLst>
                <a:ext uri="{FF2B5EF4-FFF2-40B4-BE49-F238E27FC236}">
                  <a16:creationId xmlns:a16="http://schemas.microsoft.com/office/drawing/2014/main" id="{CA823712-957E-D78E-34E5-4B428C9B1841}"/>
                </a:ext>
              </a:extLst>
            </p:cNvPr>
            <p:cNvSpPr/>
            <p:nvPr/>
          </p:nvSpPr>
          <p:spPr>
            <a:xfrm>
              <a:off x="6650418" y="3176992"/>
              <a:ext cx="180000" cy="18000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28" name="Ellipse 27">
              <a:extLst>
                <a:ext uri="{FF2B5EF4-FFF2-40B4-BE49-F238E27FC236}">
                  <a16:creationId xmlns:a16="http://schemas.microsoft.com/office/drawing/2014/main" id="{BA0CDDB6-9EE1-7E77-01DC-22A4097E8DEC}"/>
                </a:ext>
              </a:extLst>
            </p:cNvPr>
            <p:cNvSpPr/>
            <p:nvPr/>
          </p:nvSpPr>
          <p:spPr>
            <a:xfrm>
              <a:off x="6641998" y="1628800"/>
              <a:ext cx="180000" cy="18000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grpSp>
          <p:nvGrpSpPr>
            <p:cNvPr id="29" name="Groupe 28">
              <a:extLst>
                <a:ext uri="{FF2B5EF4-FFF2-40B4-BE49-F238E27FC236}">
                  <a16:creationId xmlns:a16="http://schemas.microsoft.com/office/drawing/2014/main" id="{2D7EA428-A6E3-14B6-724D-CD682C71FEDF}"/>
                </a:ext>
              </a:extLst>
            </p:cNvPr>
            <p:cNvGrpSpPr/>
            <p:nvPr/>
          </p:nvGrpSpPr>
          <p:grpSpPr>
            <a:xfrm>
              <a:off x="5368879" y="1782440"/>
              <a:ext cx="1307899" cy="1426013"/>
              <a:chOff x="5368879" y="1782440"/>
              <a:chExt cx="1307899" cy="1426013"/>
            </a:xfrm>
          </p:grpSpPr>
          <p:cxnSp>
            <p:nvCxnSpPr>
              <p:cNvPr id="43" name="Connecteur droit 42">
                <a:extLst>
                  <a:ext uri="{FF2B5EF4-FFF2-40B4-BE49-F238E27FC236}">
                    <a16:creationId xmlns:a16="http://schemas.microsoft.com/office/drawing/2014/main" id="{296EA6AC-4C62-0C01-9029-A5C882453B35}"/>
                  </a:ext>
                </a:extLst>
              </p:cNvPr>
              <p:cNvCxnSpPr>
                <a:cxnSpLocks/>
                <a:stCxn id="27" idx="1"/>
                <a:endCxn id="48" idx="5"/>
              </p:cNvCxnSpPr>
              <p:nvPr/>
            </p:nvCxnSpPr>
            <p:spPr>
              <a:xfrm flipH="1" flipV="1">
                <a:off x="5368879" y="1792180"/>
                <a:ext cx="1307899" cy="1411172"/>
              </a:xfrm>
              <a:prstGeom prst="line">
                <a:avLst/>
              </a:prstGeom>
              <a:noFill/>
              <a:ln w="28575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44" name="Connecteur droit 43">
                <a:extLst>
                  <a:ext uri="{FF2B5EF4-FFF2-40B4-BE49-F238E27FC236}">
                    <a16:creationId xmlns:a16="http://schemas.microsoft.com/office/drawing/2014/main" id="{A99C1EDF-9586-284F-8F14-777BE1B2F55D}"/>
                  </a:ext>
                </a:extLst>
              </p:cNvPr>
              <p:cNvCxnSpPr>
                <a:cxnSpLocks/>
                <a:stCxn id="57" idx="7"/>
                <a:endCxn id="28" idx="3"/>
              </p:cNvCxnSpPr>
              <p:nvPr/>
            </p:nvCxnSpPr>
            <p:spPr>
              <a:xfrm flipV="1">
                <a:off x="5368879" y="1782440"/>
                <a:ext cx="1299479" cy="1426013"/>
              </a:xfrm>
              <a:prstGeom prst="line">
                <a:avLst/>
              </a:prstGeom>
              <a:noFill/>
              <a:ln w="28575"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45" name="Ellipse 44">
                <a:extLst>
                  <a:ext uri="{FF2B5EF4-FFF2-40B4-BE49-F238E27FC236}">
                    <a16:creationId xmlns:a16="http://schemas.microsoft.com/office/drawing/2014/main" id="{EBA3107D-5425-FCBF-0898-5D905CDF88F2}"/>
                  </a:ext>
                </a:extLst>
              </p:cNvPr>
              <p:cNvSpPr/>
              <p:nvPr/>
            </p:nvSpPr>
            <p:spPr>
              <a:xfrm>
                <a:off x="5928618" y="2407679"/>
                <a:ext cx="180000" cy="180000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</p:grpSp>
        <p:grpSp>
          <p:nvGrpSpPr>
            <p:cNvPr id="30" name="Groupe 29">
              <a:extLst>
                <a:ext uri="{FF2B5EF4-FFF2-40B4-BE49-F238E27FC236}">
                  <a16:creationId xmlns:a16="http://schemas.microsoft.com/office/drawing/2014/main" id="{62C8BDB4-7CCD-31EF-C2B7-F59E976BBA46}"/>
                </a:ext>
              </a:extLst>
            </p:cNvPr>
            <p:cNvGrpSpPr/>
            <p:nvPr/>
          </p:nvGrpSpPr>
          <p:grpSpPr>
            <a:xfrm>
              <a:off x="6800861" y="1787380"/>
              <a:ext cx="1307899" cy="1426013"/>
              <a:chOff x="5368879" y="1782440"/>
              <a:chExt cx="1307899" cy="1426013"/>
            </a:xfrm>
          </p:grpSpPr>
          <p:cxnSp>
            <p:nvCxnSpPr>
              <p:cNvPr id="40" name="Connecteur droit 39">
                <a:extLst>
                  <a:ext uri="{FF2B5EF4-FFF2-40B4-BE49-F238E27FC236}">
                    <a16:creationId xmlns:a16="http://schemas.microsoft.com/office/drawing/2014/main" id="{ABA81104-A86B-ECAC-19E3-81309326BF2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368879" y="1792180"/>
                <a:ext cx="1307899" cy="1411172"/>
              </a:xfrm>
              <a:prstGeom prst="line">
                <a:avLst/>
              </a:prstGeom>
              <a:noFill/>
              <a:ln w="28575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41" name="Connecteur droit 40">
                <a:extLst>
                  <a:ext uri="{FF2B5EF4-FFF2-40B4-BE49-F238E27FC236}">
                    <a16:creationId xmlns:a16="http://schemas.microsoft.com/office/drawing/2014/main" id="{F1B65734-3478-8B0D-D1B9-AA8AB55EAC1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368879" y="1782440"/>
                <a:ext cx="1299479" cy="1426013"/>
              </a:xfrm>
              <a:prstGeom prst="line">
                <a:avLst/>
              </a:prstGeom>
              <a:noFill/>
              <a:ln w="28575"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42" name="Ellipse 41">
                <a:extLst>
                  <a:ext uri="{FF2B5EF4-FFF2-40B4-BE49-F238E27FC236}">
                    <a16:creationId xmlns:a16="http://schemas.microsoft.com/office/drawing/2014/main" id="{0684C030-92E6-D153-7F5A-F8514D39DC03}"/>
                  </a:ext>
                </a:extLst>
              </p:cNvPr>
              <p:cNvSpPr/>
              <p:nvPr/>
            </p:nvSpPr>
            <p:spPr>
              <a:xfrm>
                <a:off x="5928618" y="2407679"/>
                <a:ext cx="180000" cy="180000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</p:grpSp>
        <p:sp>
          <p:nvSpPr>
            <p:cNvPr id="31" name="Ellipse 30">
              <a:extLst>
                <a:ext uri="{FF2B5EF4-FFF2-40B4-BE49-F238E27FC236}">
                  <a16:creationId xmlns:a16="http://schemas.microsoft.com/office/drawing/2014/main" id="{50BCBCCE-944A-84A0-CF31-959A61FAD3CA}"/>
                </a:ext>
              </a:extLst>
            </p:cNvPr>
            <p:cNvSpPr/>
            <p:nvPr/>
          </p:nvSpPr>
          <p:spPr>
            <a:xfrm>
              <a:off x="5489116" y="2166327"/>
              <a:ext cx="180000" cy="1800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050" b="1" dirty="0">
                  <a:solidFill>
                    <a:srgbClr val="FFC000"/>
                  </a:solidFill>
                </a:rPr>
                <a:t>a</a:t>
              </a:r>
              <a:endParaRPr lang="fr-FR" sz="1400" b="1" dirty="0">
                <a:solidFill>
                  <a:srgbClr val="FFC000"/>
                </a:solidFill>
              </a:endParaRPr>
            </a:p>
          </p:txBody>
        </p:sp>
        <p:sp>
          <p:nvSpPr>
            <p:cNvPr id="32" name="Ellipse 31">
              <a:extLst>
                <a:ext uri="{FF2B5EF4-FFF2-40B4-BE49-F238E27FC236}">
                  <a16:creationId xmlns:a16="http://schemas.microsoft.com/office/drawing/2014/main" id="{400E8CED-CB48-D2BC-86FC-894D4BD10BE2}"/>
                </a:ext>
              </a:extLst>
            </p:cNvPr>
            <p:cNvSpPr/>
            <p:nvPr/>
          </p:nvSpPr>
          <p:spPr>
            <a:xfrm>
              <a:off x="5492679" y="2676859"/>
              <a:ext cx="180000" cy="1800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050" b="1" dirty="0">
                  <a:solidFill>
                    <a:srgbClr val="7030A0"/>
                  </a:solidFill>
                </a:rPr>
                <a:t>b</a:t>
              </a:r>
              <a:endParaRPr lang="fr-FR" sz="1400" b="1" dirty="0">
                <a:solidFill>
                  <a:srgbClr val="7030A0"/>
                </a:solidFill>
              </a:endParaRPr>
            </a:p>
          </p:txBody>
        </p:sp>
        <p:sp>
          <p:nvSpPr>
            <p:cNvPr id="33" name="Ellipse 32">
              <a:extLst>
                <a:ext uri="{FF2B5EF4-FFF2-40B4-BE49-F238E27FC236}">
                  <a16:creationId xmlns:a16="http://schemas.microsoft.com/office/drawing/2014/main" id="{9938DB0F-23B6-0D89-F5E9-B8A23CE25D52}"/>
                </a:ext>
              </a:extLst>
            </p:cNvPr>
            <p:cNvSpPr/>
            <p:nvPr/>
          </p:nvSpPr>
          <p:spPr>
            <a:xfrm>
              <a:off x="7806536" y="2676859"/>
              <a:ext cx="180000" cy="1800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050" b="1" dirty="0">
                  <a:solidFill>
                    <a:srgbClr val="FFC000"/>
                  </a:solidFill>
                </a:rPr>
                <a:t>c</a:t>
              </a:r>
              <a:endParaRPr lang="fr-FR" sz="1400" b="1" dirty="0">
                <a:solidFill>
                  <a:srgbClr val="FFC000"/>
                </a:solidFill>
              </a:endParaRPr>
            </a:p>
          </p:txBody>
        </p:sp>
        <p:sp>
          <p:nvSpPr>
            <p:cNvPr id="34" name="Ellipse 33">
              <a:extLst>
                <a:ext uri="{FF2B5EF4-FFF2-40B4-BE49-F238E27FC236}">
                  <a16:creationId xmlns:a16="http://schemas.microsoft.com/office/drawing/2014/main" id="{ADA8C288-736D-A76D-556A-DEF97B990F04}"/>
                </a:ext>
              </a:extLst>
            </p:cNvPr>
            <p:cNvSpPr/>
            <p:nvPr/>
          </p:nvSpPr>
          <p:spPr>
            <a:xfrm>
              <a:off x="7806536" y="2166327"/>
              <a:ext cx="180000" cy="1800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050" b="1" dirty="0">
                  <a:solidFill>
                    <a:srgbClr val="7030A0"/>
                  </a:solidFill>
                </a:rPr>
                <a:t>d</a:t>
              </a:r>
              <a:endParaRPr lang="fr-FR" sz="1400" b="1" dirty="0">
                <a:solidFill>
                  <a:srgbClr val="7030A0"/>
                </a:solidFill>
              </a:endParaRPr>
            </a:p>
          </p:txBody>
        </p:sp>
        <p:sp>
          <p:nvSpPr>
            <p:cNvPr id="35" name="Ellipse 34">
              <a:extLst>
                <a:ext uri="{FF2B5EF4-FFF2-40B4-BE49-F238E27FC236}">
                  <a16:creationId xmlns:a16="http://schemas.microsoft.com/office/drawing/2014/main" id="{2789D345-DA05-70A7-6C0C-7D991B7779C9}"/>
                </a:ext>
              </a:extLst>
            </p:cNvPr>
            <p:cNvSpPr/>
            <p:nvPr/>
          </p:nvSpPr>
          <p:spPr>
            <a:xfrm>
              <a:off x="4918239" y="3170270"/>
              <a:ext cx="180000" cy="1800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050" b="1" dirty="0">
                  <a:solidFill>
                    <a:srgbClr val="00B0F0"/>
                  </a:solidFill>
                </a:rPr>
                <a:t>e</a:t>
              </a:r>
              <a:endParaRPr lang="fr-FR" sz="1400" b="1" dirty="0">
                <a:solidFill>
                  <a:srgbClr val="00B0F0"/>
                </a:solidFill>
              </a:endParaRPr>
            </a:p>
          </p:txBody>
        </p:sp>
        <p:sp>
          <p:nvSpPr>
            <p:cNvPr id="36" name="Ellipse 35">
              <a:extLst>
                <a:ext uri="{FF2B5EF4-FFF2-40B4-BE49-F238E27FC236}">
                  <a16:creationId xmlns:a16="http://schemas.microsoft.com/office/drawing/2014/main" id="{20E0A6A4-09C9-9362-E119-C35B54723192}"/>
                </a:ext>
              </a:extLst>
            </p:cNvPr>
            <p:cNvSpPr/>
            <p:nvPr/>
          </p:nvSpPr>
          <p:spPr>
            <a:xfrm>
              <a:off x="7794400" y="3176299"/>
              <a:ext cx="180000" cy="1800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050" b="1" dirty="0">
                  <a:solidFill>
                    <a:srgbClr val="00B0F0"/>
                  </a:solidFill>
                </a:rPr>
                <a:t>f</a:t>
              </a:r>
              <a:endParaRPr lang="fr-FR" sz="1400" b="1" dirty="0">
                <a:solidFill>
                  <a:srgbClr val="00B0F0"/>
                </a:solidFill>
              </a:endParaRPr>
            </a:p>
          </p:txBody>
        </p:sp>
        <p:sp>
          <p:nvSpPr>
            <p:cNvPr id="37" name="Ellipse 36">
              <a:extLst>
                <a:ext uri="{FF2B5EF4-FFF2-40B4-BE49-F238E27FC236}">
                  <a16:creationId xmlns:a16="http://schemas.microsoft.com/office/drawing/2014/main" id="{64E41586-F389-E8DF-6858-4DDE80B0218C}"/>
                </a:ext>
              </a:extLst>
            </p:cNvPr>
            <p:cNvSpPr/>
            <p:nvPr/>
          </p:nvSpPr>
          <p:spPr>
            <a:xfrm>
              <a:off x="4931419" y="1630522"/>
              <a:ext cx="180000" cy="1800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050" b="1" dirty="0">
                  <a:solidFill>
                    <a:srgbClr val="00B0F0"/>
                  </a:solidFill>
                </a:rPr>
                <a:t>g</a:t>
              </a:r>
              <a:endParaRPr lang="fr-FR" sz="1400" b="1" dirty="0">
                <a:solidFill>
                  <a:srgbClr val="00B0F0"/>
                </a:solidFill>
              </a:endParaRPr>
            </a:p>
          </p:txBody>
        </p:sp>
        <p:sp>
          <p:nvSpPr>
            <p:cNvPr id="38" name="Ellipse 37">
              <a:extLst>
                <a:ext uri="{FF2B5EF4-FFF2-40B4-BE49-F238E27FC236}">
                  <a16:creationId xmlns:a16="http://schemas.microsoft.com/office/drawing/2014/main" id="{D0A2A710-CD92-AB80-7BA8-0A576B8D93E1}"/>
                </a:ext>
              </a:extLst>
            </p:cNvPr>
            <p:cNvSpPr/>
            <p:nvPr/>
          </p:nvSpPr>
          <p:spPr>
            <a:xfrm>
              <a:off x="4931419" y="1628800"/>
              <a:ext cx="180000" cy="1800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050" b="1" dirty="0">
                  <a:solidFill>
                    <a:srgbClr val="00B0F0"/>
                  </a:solidFill>
                </a:rPr>
                <a:t>g</a:t>
              </a:r>
              <a:endParaRPr lang="fr-FR" sz="1400" b="1" dirty="0">
                <a:solidFill>
                  <a:srgbClr val="00B0F0"/>
                </a:solidFill>
              </a:endParaRPr>
            </a:p>
          </p:txBody>
        </p:sp>
        <p:sp>
          <p:nvSpPr>
            <p:cNvPr id="39" name="Ellipse 38">
              <a:extLst>
                <a:ext uri="{FF2B5EF4-FFF2-40B4-BE49-F238E27FC236}">
                  <a16:creationId xmlns:a16="http://schemas.microsoft.com/office/drawing/2014/main" id="{15FBB741-0B7F-3F96-82C4-CE27B593E0E9}"/>
                </a:ext>
              </a:extLst>
            </p:cNvPr>
            <p:cNvSpPr/>
            <p:nvPr/>
          </p:nvSpPr>
          <p:spPr>
            <a:xfrm>
              <a:off x="7781380" y="1636964"/>
              <a:ext cx="180000" cy="1800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050" b="1" dirty="0">
                  <a:solidFill>
                    <a:srgbClr val="00B0F0"/>
                  </a:solidFill>
                </a:rPr>
                <a:t>h</a:t>
              </a:r>
              <a:endParaRPr lang="fr-FR" sz="1400" b="1" dirty="0">
                <a:solidFill>
                  <a:srgbClr val="00B0F0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ZoneTexte 63">
                <a:extLst>
                  <a:ext uri="{FF2B5EF4-FFF2-40B4-BE49-F238E27FC236}">
                    <a16:creationId xmlns:a16="http://schemas.microsoft.com/office/drawing/2014/main" id="{40EA05CC-625D-D04F-BDFA-DE81212C46B3}"/>
                  </a:ext>
                </a:extLst>
              </p:cNvPr>
              <p:cNvSpPr txBox="1"/>
              <p:nvPr/>
            </p:nvSpPr>
            <p:spPr>
              <a:xfrm>
                <a:off x="9444717" y="2623489"/>
                <a:ext cx="158698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b="1" i="1" smtClean="0">
                          <a:latin typeface="Cambria Math" panose="02040503050406030204" pitchFamily="18" charset="0"/>
                        </a:rPr>
                        <m:t>𝑨</m:t>
                      </m:r>
                    </m:oMath>
                  </m:oMathPara>
                </a14:m>
                <a:endParaRPr lang="fr-FR" sz="1400" b="1" dirty="0"/>
              </a:p>
            </p:txBody>
          </p:sp>
        </mc:Choice>
        <mc:Fallback xmlns="">
          <p:sp>
            <p:nvSpPr>
              <p:cNvPr id="64" name="ZoneTexte 63">
                <a:extLst>
                  <a:ext uri="{FF2B5EF4-FFF2-40B4-BE49-F238E27FC236}">
                    <a16:creationId xmlns:a16="http://schemas.microsoft.com/office/drawing/2014/main" id="{0290D6AD-FD3F-C0E9-8258-5B9F0C0731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44717" y="2623489"/>
                <a:ext cx="158698" cy="215444"/>
              </a:xfrm>
              <a:prstGeom prst="rect">
                <a:avLst/>
              </a:prstGeom>
              <a:blipFill>
                <a:blip r:embed="rId2"/>
                <a:stretch>
                  <a:fillRect l="-26923" r="-23077" b="-277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ZoneTexte 64">
                <a:extLst>
                  <a:ext uri="{FF2B5EF4-FFF2-40B4-BE49-F238E27FC236}">
                    <a16:creationId xmlns:a16="http://schemas.microsoft.com/office/drawing/2014/main" id="{7B27D5C8-C36B-2E39-33DA-264947102983}"/>
                  </a:ext>
                </a:extLst>
              </p:cNvPr>
              <p:cNvSpPr txBox="1"/>
              <p:nvPr/>
            </p:nvSpPr>
            <p:spPr>
              <a:xfrm>
                <a:off x="10075748" y="2333026"/>
                <a:ext cx="169918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b="1" i="1" smtClean="0">
                          <a:latin typeface="Cambria Math" panose="02040503050406030204" pitchFamily="18" charset="0"/>
                        </a:rPr>
                        <m:t>𝑩</m:t>
                      </m:r>
                    </m:oMath>
                  </m:oMathPara>
                </a14:m>
                <a:endParaRPr lang="fr-FR" sz="1400" b="1" dirty="0"/>
              </a:p>
            </p:txBody>
          </p:sp>
        </mc:Choice>
        <mc:Fallback xmlns="">
          <p:sp>
            <p:nvSpPr>
              <p:cNvPr id="65" name="ZoneTexte 64">
                <a:extLst>
                  <a:ext uri="{FF2B5EF4-FFF2-40B4-BE49-F238E27FC236}">
                    <a16:creationId xmlns:a16="http://schemas.microsoft.com/office/drawing/2014/main" id="{9BC83B15-A824-895B-CC45-1193FA277D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75748" y="2333026"/>
                <a:ext cx="169918" cy="215444"/>
              </a:xfrm>
              <a:prstGeom prst="rect">
                <a:avLst/>
              </a:prstGeom>
              <a:blipFill>
                <a:blip r:embed="rId3"/>
                <a:stretch>
                  <a:fillRect l="-25000" r="-21429" b="-5714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ZoneTexte 66">
                <a:extLst>
                  <a:ext uri="{FF2B5EF4-FFF2-40B4-BE49-F238E27FC236}">
                    <a16:creationId xmlns:a16="http://schemas.microsoft.com/office/drawing/2014/main" id="{538844B2-051F-D4D4-1787-281E81B80DF4}"/>
                  </a:ext>
                </a:extLst>
              </p:cNvPr>
              <p:cNvSpPr txBox="1"/>
              <p:nvPr/>
            </p:nvSpPr>
            <p:spPr>
              <a:xfrm>
                <a:off x="9617135" y="1303690"/>
                <a:ext cx="152285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b="1" i="1" smtClean="0">
                          <a:latin typeface="Cambria Math" panose="02040503050406030204" pitchFamily="18" charset="0"/>
                        </a:rPr>
                        <m:t>𝑪</m:t>
                      </m:r>
                    </m:oMath>
                  </m:oMathPara>
                </a14:m>
                <a:endParaRPr lang="fr-FR" sz="1400" b="1" dirty="0"/>
              </a:p>
            </p:txBody>
          </p:sp>
        </mc:Choice>
        <mc:Fallback xmlns="">
          <p:sp>
            <p:nvSpPr>
              <p:cNvPr id="67" name="ZoneTexte 66">
                <a:extLst>
                  <a:ext uri="{FF2B5EF4-FFF2-40B4-BE49-F238E27FC236}">
                    <a16:creationId xmlns:a16="http://schemas.microsoft.com/office/drawing/2014/main" id="{94B52802-AA5D-1570-B3BC-5B9F7B5C68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17135" y="1303690"/>
                <a:ext cx="152285" cy="215444"/>
              </a:xfrm>
              <a:prstGeom prst="rect">
                <a:avLst/>
              </a:prstGeom>
              <a:blipFill>
                <a:blip r:embed="rId4"/>
                <a:stretch>
                  <a:fillRect l="-28000" r="-24000" b="-5714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6" name="Connecteur droit avec flèche 65">
            <a:extLst>
              <a:ext uri="{FF2B5EF4-FFF2-40B4-BE49-F238E27FC236}">
                <a16:creationId xmlns:a16="http://schemas.microsoft.com/office/drawing/2014/main" id="{037939FE-702A-DC12-7C44-3ABEBADF95D3}"/>
              </a:ext>
            </a:extLst>
          </p:cNvPr>
          <p:cNvCxnSpPr>
            <a:cxnSpLocks/>
          </p:cNvCxnSpPr>
          <p:nvPr/>
        </p:nvCxnSpPr>
        <p:spPr>
          <a:xfrm>
            <a:off x="8539402" y="3008080"/>
            <a:ext cx="2328935" cy="0"/>
          </a:xfrm>
          <a:prstGeom prst="straightConnector1">
            <a:avLst/>
          </a:prstGeom>
          <a:ln w="57150">
            <a:solidFill>
              <a:schemeClr val="accent1">
                <a:lumMod val="50000"/>
              </a:schemeClr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necteur droit avec flèche 69">
            <a:extLst>
              <a:ext uri="{FF2B5EF4-FFF2-40B4-BE49-F238E27FC236}">
                <a16:creationId xmlns:a16="http://schemas.microsoft.com/office/drawing/2014/main" id="{6AB302D3-47CC-03FE-D1BC-22E66AD6E005}"/>
              </a:ext>
            </a:extLst>
          </p:cNvPr>
          <p:cNvCxnSpPr>
            <a:cxnSpLocks/>
          </p:cNvCxnSpPr>
          <p:nvPr/>
        </p:nvCxnSpPr>
        <p:spPr>
          <a:xfrm>
            <a:off x="8484111" y="3813097"/>
            <a:ext cx="2328935" cy="0"/>
          </a:xfrm>
          <a:prstGeom prst="straightConnector1">
            <a:avLst/>
          </a:prstGeom>
          <a:ln w="57150">
            <a:solidFill>
              <a:schemeClr val="accent1">
                <a:lumMod val="50000"/>
              </a:schemeClr>
            </a:solidFill>
            <a:headEnd type="stealth" w="med" len="lg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ZoneTexte 70">
                <a:extLst>
                  <a:ext uri="{FF2B5EF4-FFF2-40B4-BE49-F238E27FC236}">
                    <a16:creationId xmlns:a16="http://schemas.microsoft.com/office/drawing/2014/main" id="{3DE1CFF2-2EDE-E411-59B5-E018B8F11EE1}"/>
                  </a:ext>
                </a:extLst>
              </p:cNvPr>
              <p:cNvSpPr txBox="1"/>
              <p:nvPr/>
            </p:nvSpPr>
            <p:spPr>
              <a:xfrm>
                <a:off x="9578884" y="3526161"/>
                <a:ext cx="376706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b="1" i="1" smtClean="0">
                          <a:latin typeface="Cambria Math" panose="02040503050406030204" pitchFamily="18" charset="0"/>
                        </a:rPr>
                        <m:t>𝝁</m:t>
                      </m:r>
                      <m:r>
                        <a:rPr lang="fr-FR" sz="14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fr-FR" sz="1400" b="1" i="1" smtClean="0"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fr-FR" sz="14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FR" sz="1400" b="1" dirty="0"/>
              </a:p>
            </p:txBody>
          </p:sp>
        </mc:Choice>
        <mc:Fallback xmlns="">
          <p:sp>
            <p:nvSpPr>
              <p:cNvPr id="71" name="ZoneTexte 70">
                <a:extLst>
                  <a:ext uri="{FF2B5EF4-FFF2-40B4-BE49-F238E27FC236}">
                    <a16:creationId xmlns:a16="http://schemas.microsoft.com/office/drawing/2014/main" id="{AEB978D1-3651-1E35-CB26-191A1D2D62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78884" y="3526161"/>
                <a:ext cx="376706" cy="215444"/>
              </a:xfrm>
              <a:prstGeom prst="rect">
                <a:avLst/>
              </a:prstGeom>
              <a:blipFill>
                <a:blip r:embed="rId5"/>
                <a:stretch>
                  <a:fillRect l="-9677" r="-16129" b="-3055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2" name="Connecteur droit avec flèche 71">
            <a:extLst>
              <a:ext uri="{FF2B5EF4-FFF2-40B4-BE49-F238E27FC236}">
                <a16:creationId xmlns:a16="http://schemas.microsoft.com/office/drawing/2014/main" id="{9FFCF07E-2099-4451-7D3B-701017C87DBB}"/>
              </a:ext>
            </a:extLst>
          </p:cNvPr>
          <p:cNvCxnSpPr>
            <a:cxnSpLocks/>
          </p:cNvCxnSpPr>
          <p:nvPr/>
        </p:nvCxnSpPr>
        <p:spPr>
          <a:xfrm>
            <a:off x="7949105" y="1832863"/>
            <a:ext cx="0" cy="979012"/>
          </a:xfrm>
          <a:prstGeom prst="straightConnector1">
            <a:avLst/>
          </a:prstGeom>
          <a:ln w="57150">
            <a:solidFill>
              <a:schemeClr val="accent1">
                <a:lumMod val="50000"/>
              </a:schemeClr>
            </a:solidFill>
            <a:headEnd type="stealth" w="med" len="lg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ZoneTexte 73">
                <a:extLst>
                  <a:ext uri="{FF2B5EF4-FFF2-40B4-BE49-F238E27FC236}">
                    <a16:creationId xmlns:a16="http://schemas.microsoft.com/office/drawing/2014/main" id="{A985F18B-4DAA-BC13-918C-1B4E8778ACBF}"/>
                  </a:ext>
                </a:extLst>
              </p:cNvPr>
              <p:cNvSpPr txBox="1"/>
              <p:nvPr/>
            </p:nvSpPr>
            <p:spPr>
              <a:xfrm>
                <a:off x="7495368" y="2341101"/>
                <a:ext cx="363882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b="1" i="1" smtClean="0">
                          <a:latin typeface="Cambria Math" panose="02040503050406030204" pitchFamily="18" charset="0"/>
                        </a:rPr>
                        <m:t>𝝀</m:t>
                      </m:r>
                      <m:r>
                        <a:rPr lang="fr-FR" sz="14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fr-FR" sz="1400" b="1" i="1" smtClean="0"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fr-FR" sz="14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FR" sz="1400" b="1" dirty="0"/>
              </a:p>
            </p:txBody>
          </p:sp>
        </mc:Choice>
        <mc:Fallback xmlns="">
          <p:sp>
            <p:nvSpPr>
              <p:cNvPr id="74" name="ZoneTexte 73">
                <a:extLst>
                  <a:ext uri="{FF2B5EF4-FFF2-40B4-BE49-F238E27FC236}">
                    <a16:creationId xmlns:a16="http://schemas.microsoft.com/office/drawing/2014/main" id="{A985F18B-4DAA-BC13-918C-1B4E8778AC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95368" y="2341101"/>
                <a:ext cx="363882" cy="215444"/>
              </a:xfrm>
              <a:prstGeom prst="rect">
                <a:avLst/>
              </a:prstGeom>
              <a:blipFill>
                <a:blip r:embed="rId6"/>
                <a:stretch>
                  <a:fillRect l="-11864" r="-16949" b="-3428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5" name="Connecteur droit avec flèche 74">
            <a:extLst>
              <a:ext uri="{FF2B5EF4-FFF2-40B4-BE49-F238E27FC236}">
                <a16:creationId xmlns:a16="http://schemas.microsoft.com/office/drawing/2014/main" id="{906D2ADE-C64A-F890-4008-D1B900AD74D4}"/>
              </a:ext>
            </a:extLst>
          </p:cNvPr>
          <p:cNvCxnSpPr>
            <a:cxnSpLocks/>
          </p:cNvCxnSpPr>
          <p:nvPr/>
        </p:nvCxnSpPr>
        <p:spPr>
          <a:xfrm flipH="1">
            <a:off x="8308607" y="1671658"/>
            <a:ext cx="1094584" cy="1194212"/>
          </a:xfrm>
          <a:prstGeom prst="straightConnector1">
            <a:avLst/>
          </a:prstGeom>
          <a:ln w="57150">
            <a:solidFill>
              <a:schemeClr val="accent1">
                <a:lumMod val="50000"/>
              </a:schemeClr>
            </a:solidFill>
            <a:headEnd type="stealth" w="med" len="lg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ZoneTexte 79">
                <a:extLst>
                  <a:ext uri="{FF2B5EF4-FFF2-40B4-BE49-F238E27FC236}">
                    <a16:creationId xmlns:a16="http://schemas.microsoft.com/office/drawing/2014/main" id="{D8BAE9E7-094B-7C7C-F399-4D971385A9DC}"/>
                  </a:ext>
                </a:extLst>
              </p:cNvPr>
              <p:cNvSpPr txBox="1"/>
              <p:nvPr/>
            </p:nvSpPr>
            <p:spPr>
              <a:xfrm>
                <a:off x="8801908" y="1865830"/>
                <a:ext cx="133049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b="1" i="1" smtClean="0">
                          <a:latin typeface="Cambria Math" panose="02040503050406030204" pitchFamily="18" charset="0"/>
                        </a:rPr>
                        <m:t>ℓ</m:t>
                      </m:r>
                    </m:oMath>
                  </m:oMathPara>
                </a14:m>
                <a:endParaRPr lang="fr-FR" sz="1400" b="1" dirty="0"/>
              </a:p>
            </p:txBody>
          </p:sp>
        </mc:Choice>
        <mc:Fallback xmlns="">
          <p:sp>
            <p:nvSpPr>
              <p:cNvPr id="80" name="ZoneTexte 79">
                <a:extLst>
                  <a:ext uri="{FF2B5EF4-FFF2-40B4-BE49-F238E27FC236}">
                    <a16:creationId xmlns:a16="http://schemas.microsoft.com/office/drawing/2014/main" id="{418264AF-B659-0DCE-C95F-B3292FA938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01908" y="1865830"/>
                <a:ext cx="133049" cy="215444"/>
              </a:xfrm>
              <a:prstGeom prst="rect">
                <a:avLst/>
              </a:prstGeom>
              <a:blipFill>
                <a:blip r:embed="rId7"/>
                <a:stretch>
                  <a:fillRect l="-36364" r="-27273" b="-857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Connecteur droit avec flèche 2">
            <a:extLst>
              <a:ext uri="{FF2B5EF4-FFF2-40B4-BE49-F238E27FC236}">
                <a16:creationId xmlns:a16="http://schemas.microsoft.com/office/drawing/2014/main" id="{B397C4F8-02EE-D83F-A8D2-D687D223E980}"/>
              </a:ext>
            </a:extLst>
          </p:cNvPr>
          <p:cNvCxnSpPr>
            <a:cxnSpLocks/>
          </p:cNvCxnSpPr>
          <p:nvPr/>
        </p:nvCxnSpPr>
        <p:spPr>
          <a:xfrm>
            <a:off x="9308592" y="3008080"/>
            <a:ext cx="0" cy="372975"/>
          </a:xfrm>
          <a:prstGeom prst="straightConnector1">
            <a:avLst/>
          </a:prstGeom>
          <a:ln w="57150">
            <a:solidFill>
              <a:schemeClr val="accent1">
                <a:lumMod val="50000"/>
              </a:schemeClr>
            </a:solidFill>
            <a:headEnd type="stealth" w="med" len="lg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6" name="ZoneTexte 75">
                <a:extLst>
                  <a:ext uri="{FF2B5EF4-FFF2-40B4-BE49-F238E27FC236}">
                    <a16:creationId xmlns:a16="http://schemas.microsoft.com/office/drawing/2014/main" id="{FF4F577C-D5CA-4D6D-38D8-7926AEF5AA37}"/>
                  </a:ext>
                </a:extLst>
              </p:cNvPr>
              <p:cNvSpPr txBox="1"/>
              <p:nvPr/>
            </p:nvSpPr>
            <p:spPr>
              <a:xfrm>
                <a:off x="8963801" y="3096864"/>
                <a:ext cx="219034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b="1" i="1" smtClean="0">
                              <a:latin typeface="Cambria Math" panose="02040503050406030204" pitchFamily="18" charset="0"/>
                            </a:rPr>
                            <m:t>ℓ</m:t>
                          </m:r>
                        </m:e>
                        <m:sub>
                          <m:r>
                            <a:rPr lang="fr-FR" sz="1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fr-FR" sz="1400" b="1" dirty="0"/>
              </a:p>
            </p:txBody>
          </p:sp>
        </mc:Choice>
        <mc:Fallback xmlns="">
          <p:sp>
            <p:nvSpPr>
              <p:cNvPr id="76" name="ZoneTexte 75">
                <a:extLst>
                  <a:ext uri="{FF2B5EF4-FFF2-40B4-BE49-F238E27FC236}">
                    <a16:creationId xmlns:a16="http://schemas.microsoft.com/office/drawing/2014/main" id="{FF4F577C-D5CA-4D6D-38D8-7926AEF5AA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63801" y="3096864"/>
                <a:ext cx="219034" cy="215444"/>
              </a:xfrm>
              <a:prstGeom prst="rect">
                <a:avLst/>
              </a:prstGeom>
              <a:blipFill>
                <a:blip r:embed="rId8"/>
                <a:stretch>
                  <a:fillRect l="-19444" r="-8333" b="-1714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9" name="Connecteur droit avec flèche 68">
            <a:extLst>
              <a:ext uri="{FF2B5EF4-FFF2-40B4-BE49-F238E27FC236}">
                <a16:creationId xmlns:a16="http://schemas.microsoft.com/office/drawing/2014/main" id="{B51ABE18-FCBB-7DA2-168D-AB0671D0A4A8}"/>
              </a:ext>
            </a:extLst>
          </p:cNvPr>
          <p:cNvCxnSpPr>
            <a:cxnSpLocks/>
          </p:cNvCxnSpPr>
          <p:nvPr/>
        </p:nvCxnSpPr>
        <p:spPr>
          <a:xfrm>
            <a:off x="9924703" y="1580380"/>
            <a:ext cx="1595931" cy="1731928"/>
          </a:xfrm>
          <a:prstGeom prst="straightConnector1">
            <a:avLst/>
          </a:prstGeom>
          <a:ln w="57150">
            <a:solidFill>
              <a:schemeClr val="accent1">
                <a:lumMod val="50000"/>
              </a:schemeClr>
            </a:solidFill>
            <a:headEnd type="stealth" w="med" len="lg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9" name="ZoneTexte 78">
                <a:extLst>
                  <a:ext uri="{FF2B5EF4-FFF2-40B4-BE49-F238E27FC236}">
                    <a16:creationId xmlns:a16="http://schemas.microsoft.com/office/drawing/2014/main" id="{78D1B0A1-45CA-418A-7012-546FD3FEF9CF}"/>
                  </a:ext>
                </a:extLst>
              </p:cNvPr>
              <p:cNvSpPr txBox="1"/>
              <p:nvPr/>
            </p:nvSpPr>
            <p:spPr>
              <a:xfrm>
                <a:off x="11223916" y="2295397"/>
                <a:ext cx="1189236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b="1" i="1" smtClean="0">
                              <a:latin typeface="Cambria Math" panose="02040503050406030204" pitchFamily="18" charset="0"/>
                            </a:rPr>
                            <m:t>ℓ</m:t>
                          </m:r>
                        </m:e>
                        <m:sub>
                          <m:r>
                            <a:rPr lang="fr-FR" sz="14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fr-FR" sz="1400" b="1" i="1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fr-FR" sz="1400" b="1" i="1" smtClean="0">
                          <a:latin typeface="Cambria Math" panose="02040503050406030204" pitchFamily="18" charset="0"/>
                        </a:rPr>
                        <m:t>𝟏𝟑𝟔</m:t>
                      </m:r>
                      <m:r>
                        <a:rPr lang="fr-FR" sz="14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1400" b="1" i="1" smtClean="0">
                          <a:latin typeface="Cambria Math" panose="02040503050406030204" pitchFamily="18" charset="0"/>
                        </a:rPr>
                        <m:t>𝒎𝒎</m:t>
                      </m:r>
                    </m:oMath>
                  </m:oMathPara>
                </a14:m>
                <a:endParaRPr lang="fr-FR" sz="1400" b="1" dirty="0"/>
              </a:p>
            </p:txBody>
          </p:sp>
        </mc:Choice>
        <mc:Fallback xmlns="">
          <p:sp>
            <p:nvSpPr>
              <p:cNvPr id="79" name="ZoneTexte 78">
                <a:extLst>
                  <a:ext uri="{FF2B5EF4-FFF2-40B4-BE49-F238E27FC236}">
                    <a16:creationId xmlns:a16="http://schemas.microsoft.com/office/drawing/2014/main" id="{78D1B0A1-45CA-418A-7012-546FD3FEF9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23916" y="2295397"/>
                <a:ext cx="1189236" cy="215444"/>
              </a:xfrm>
              <a:prstGeom prst="rect">
                <a:avLst/>
              </a:prstGeom>
              <a:blipFill>
                <a:blip r:embed="rId9"/>
                <a:stretch>
                  <a:fillRect l="-3077" r="-2051" b="-1428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1" name="Connecteur droit avec flèche 80">
            <a:extLst>
              <a:ext uri="{FF2B5EF4-FFF2-40B4-BE49-F238E27FC236}">
                <a16:creationId xmlns:a16="http://schemas.microsoft.com/office/drawing/2014/main" id="{73ED56A6-05C2-4296-CCCD-6B44012CC22B}"/>
              </a:ext>
            </a:extLst>
          </p:cNvPr>
          <p:cNvCxnSpPr>
            <a:cxnSpLocks/>
          </p:cNvCxnSpPr>
          <p:nvPr/>
        </p:nvCxnSpPr>
        <p:spPr>
          <a:xfrm flipH="1">
            <a:off x="11560463" y="2811875"/>
            <a:ext cx="18708" cy="547921"/>
          </a:xfrm>
          <a:prstGeom prst="straightConnector1">
            <a:avLst/>
          </a:prstGeom>
          <a:ln w="57150">
            <a:solidFill>
              <a:schemeClr val="accent1">
                <a:lumMod val="50000"/>
              </a:schemeClr>
            </a:solidFill>
            <a:headEnd type="stealth" w="med" len="lg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4" name="ZoneTexte 83">
                <a:extLst>
                  <a:ext uri="{FF2B5EF4-FFF2-40B4-BE49-F238E27FC236}">
                    <a16:creationId xmlns:a16="http://schemas.microsoft.com/office/drawing/2014/main" id="{44E18762-9691-D041-75BD-9ED7F488A133}"/>
                  </a:ext>
                </a:extLst>
              </p:cNvPr>
              <p:cNvSpPr txBox="1"/>
              <p:nvPr/>
            </p:nvSpPr>
            <p:spPr>
              <a:xfrm>
                <a:off x="11634982" y="3144075"/>
                <a:ext cx="1081835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b="1" i="1" smtClean="0">
                              <a:latin typeface="Cambria Math" panose="02040503050406030204" pitchFamily="18" charset="0"/>
                            </a:rPr>
                            <m:t>ℓ</m:t>
                          </m:r>
                        </m:e>
                        <m:sub>
                          <m:r>
                            <a:rPr lang="fr-FR" sz="1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fr-FR" sz="1400" b="1" i="1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fr-FR" sz="1400" b="1" i="1" smtClean="0">
                          <a:latin typeface="Cambria Math" panose="02040503050406030204" pitchFamily="18" charset="0"/>
                        </a:rPr>
                        <m:t>𝟑𝟔</m:t>
                      </m:r>
                      <m:r>
                        <a:rPr lang="fr-FR" sz="14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1400" b="1" i="1" smtClean="0">
                          <a:latin typeface="Cambria Math" panose="02040503050406030204" pitchFamily="18" charset="0"/>
                        </a:rPr>
                        <m:t>𝒎𝒎</m:t>
                      </m:r>
                    </m:oMath>
                  </m:oMathPara>
                </a14:m>
                <a:endParaRPr lang="fr-FR" sz="1400" b="1" dirty="0"/>
              </a:p>
            </p:txBody>
          </p:sp>
        </mc:Choice>
        <mc:Fallback xmlns="">
          <p:sp>
            <p:nvSpPr>
              <p:cNvPr id="84" name="ZoneTexte 83">
                <a:extLst>
                  <a:ext uri="{FF2B5EF4-FFF2-40B4-BE49-F238E27FC236}">
                    <a16:creationId xmlns:a16="http://schemas.microsoft.com/office/drawing/2014/main" id="{44E18762-9691-D041-75BD-9ED7F488A1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34982" y="3144075"/>
                <a:ext cx="1081835" cy="215444"/>
              </a:xfrm>
              <a:prstGeom prst="rect">
                <a:avLst/>
              </a:prstGeom>
              <a:blipFill>
                <a:blip r:embed="rId10"/>
                <a:stretch>
                  <a:fillRect l="-3955" r="-1695" b="-1428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6" name="Connecteur droit avec flèche 85">
            <a:extLst>
              <a:ext uri="{FF2B5EF4-FFF2-40B4-BE49-F238E27FC236}">
                <a16:creationId xmlns:a16="http://schemas.microsoft.com/office/drawing/2014/main" id="{73F27AF0-F888-B466-0669-CB3090A9CE6E}"/>
              </a:ext>
            </a:extLst>
          </p:cNvPr>
          <p:cNvCxnSpPr>
            <a:cxnSpLocks/>
          </p:cNvCxnSpPr>
          <p:nvPr/>
        </p:nvCxnSpPr>
        <p:spPr>
          <a:xfrm flipH="1">
            <a:off x="8461007" y="1824058"/>
            <a:ext cx="1094584" cy="1194212"/>
          </a:xfrm>
          <a:prstGeom prst="straightConnector1">
            <a:avLst/>
          </a:prstGeom>
          <a:ln w="57150">
            <a:solidFill>
              <a:schemeClr val="accent1">
                <a:lumMod val="50000"/>
              </a:schemeClr>
            </a:solidFill>
            <a:headEnd type="stealth" w="med" len="lg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19364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B794E1E6-E0CB-0314-482E-A48AE59E0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07</a:t>
            </a:r>
            <a:br>
              <a:rPr lang="fr-FR" dirty="0"/>
            </a:br>
            <a:r>
              <a:rPr lang="fr-FR" dirty="0"/>
              <a:t>Modélisation composants ou phénomènes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31164354-1A91-E980-2D9B-9062246D64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629067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81DA19-16B4-E8EC-1A65-92E59703C9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679833EA-95DC-1E20-DFD8-D848024B5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09</a:t>
            </a:r>
            <a:br>
              <a:rPr lang="fr-FR" dirty="0"/>
            </a:br>
            <a:r>
              <a:rPr lang="fr-FR" dirty="0"/>
              <a:t>Dimensionnement d’un actionneur en statique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C2DD5C33-1BC5-F679-C7A2-633448D791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228393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11B5D6-3F32-640D-690D-6F3A9A8A19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08C89F3-99C3-B458-B4C1-75E6424475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grpSp>
        <p:nvGrpSpPr>
          <p:cNvPr id="4" name="Groupe 3">
            <a:extLst>
              <a:ext uri="{FF2B5EF4-FFF2-40B4-BE49-F238E27FC236}">
                <a16:creationId xmlns:a16="http://schemas.microsoft.com/office/drawing/2014/main" id="{7FB8C9F3-7F11-82D1-F508-EC17504265AC}"/>
              </a:ext>
            </a:extLst>
          </p:cNvPr>
          <p:cNvGrpSpPr/>
          <p:nvPr/>
        </p:nvGrpSpPr>
        <p:grpSpPr>
          <a:xfrm>
            <a:off x="7143107" y="1255706"/>
            <a:ext cx="4361134" cy="2557397"/>
            <a:chOff x="4171306" y="1231643"/>
            <a:chExt cx="4361134" cy="2557397"/>
          </a:xfrm>
        </p:grpSpPr>
        <p:grpSp>
          <p:nvGrpSpPr>
            <p:cNvPr id="7" name="Groupe 6">
              <a:extLst>
                <a:ext uri="{FF2B5EF4-FFF2-40B4-BE49-F238E27FC236}">
                  <a16:creationId xmlns:a16="http://schemas.microsoft.com/office/drawing/2014/main" id="{8F003F2D-67A4-FE9A-8A0F-49C4F716F45D}"/>
                </a:ext>
              </a:extLst>
            </p:cNvPr>
            <p:cNvGrpSpPr/>
            <p:nvPr/>
          </p:nvGrpSpPr>
          <p:grpSpPr>
            <a:xfrm>
              <a:off x="4171306" y="3356992"/>
              <a:ext cx="719636" cy="432048"/>
              <a:chOff x="204247" y="1842525"/>
              <a:chExt cx="719636" cy="432048"/>
            </a:xfrm>
          </p:grpSpPr>
          <p:sp>
            <p:nvSpPr>
              <p:cNvPr id="58" name="Ellipse 57">
                <a:extLst>
                  <a:ext uri="{FF2B5EF4-FFF2-40B4-BE49-F238E27FC236}">
                    <a16:creationId xmlns:a16="http://schemas.microsoft.com/office/drawing/2014/main" id="{DC27CC5B-2934-A5FB-7A51-B0392ACA2267}"/>
                  </a:ext>
                </a:extLst>
              </p:cNvPr>
              <p:cNvSpPr/>
              <p:nvPr/>
            </p:nvSpPr>
            <p:spPr>
              <a:xfrm>
                <a:off x="204247" y="1991610"/>
                <a:ext cx="180000" cy="18000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1050" b="1" dirty="0">
                    <a:solidFill>
                      <a:schemeClr val="tx1"/>
                    </a:solidFill>
                  </a:rPr>
                  <a:t>0</a:t>
                </a:r>
                <a:endParaRPr lang="fr-FR" sz="1400" b="1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59" name="Groupe 58">
                <a:extLst>
                  <a:ext uri="{FF2B5EF4-FFF2-40B4-BE49-F238E27FC236}">
                    <a16:creationId xmlns:a16="http://schemas.microsoft.com/office/drawing/2014/main" id="{E21247E2-F222-0709-D6DD-796A82062AA1}"/>
                  </a:ext>
                </a:extLst>
              </p:cNvPr>
              <p:cNvGrpSpPr/>
              <p:nvPr/>
            </p:nvGrpSpPr>
            <p:grpSpPr>
              <a:xfrm rot="5400000">
                <a:off x="387498" y="1914533"/>
                <a:ext cx="432048" cy="288031"/>
                <a:chOff x="2286259" y="3513708"/>
                <a:chExt cx="432048" cy="288031"/>
              </a:xfrm>
            </p:grpSpPr>
            <p:sp>
              <p:nvSpPr>
                <p:cNvPr id="61" name="Forme libre : forme 60">
                  <a:extLst>
                    <a:ext uri="{FF2B5EF4-FFF2-40B4-BE49-F238E27FC236}">
                      <a16:creationId xmlns:a16="http://schemas.microsoft.com/office/drawing/2014/main" id="{E8F20F61-D16E-C9EE-33CD-A79DF6241CB4}"/>
                    </a:ext>
                  </a:extLst>
                </p:cNvPr>
                <p:cNvSpPr/>
                <p:nvPr/>
              </p:nvSpPr>
              <p:spPr>
                <a:xfrm>
                  <a:off x="2302852" y="3655813"/>
                  <a:ext cx="415449" cy="145926"/>
                </a:xfrm>
                <a:custGeom>
                  <a:avLst/>
                  <a:gdLst>
                    <a:gd name="connsiteX0" fmla="*/ 0 w 400050"/>
                    <a:gd name="connsiteY0" fmla="*/ 6350 h 134622"/>
                    <a:gd name="connsiteX1" fmla="*/ 63500 w 400050"/>
                    <a:gd name="connsiteY1" fmla="*/ 114300 h 134622"/>
                    <a:gd name="connsiteX2" fmla="*/ 203200 w 400050"/>
                    <a:gd name="connsiteY2" fmla="*/ 69850 h 134622"/>
                    <a:gd name="connsiteX3" fmla="*/ 304800 w 400050"/>
                    <a:gd name="connsiteY3" fmla="*/ 133350 h 134622"/>
                    <a:gd name="connsiteX4" fmla="*/ 400050 w 400050"/>
                    <a:gd name="connsiteY4" fmla="*/ 0 h 13462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00050" h="134622">
                      <a:moveTo>
                        <a:pt x="0" y="6350"/>
                      </a:moveTo>
                      <a:cubicBezTo>
                        <a:pt x="14816" y="55033"/>
                        <a:pt x="29633" y="103717"/>
                        <a:pt x="63500" y="114300"/>
                      </a:cubicBezTo>
                      <a:cubicBezTo>
                        <a:pt x="97367" y="124883"/>
                        <a:pt x="162983" y="66675"/>
                        <a:pt x="203200" y="69850"/>
                      </a:cubicBezTo>
                      <a:cubicBezTo>
                        <a:pt x="243417" y="73025"/>
                        <a:pt x="271992" y="144992"/>
                        <a:pt x="304800" y="133350"/>
                      </a:cubicBezTo>
                      <a:cubicBezTo>
                        <a:pt x="337608" y="121708"/>
                        <a:pt x="368829" y="60854"/>
                        <a:pt x="400050" y="0"/>
                      </a:cubicBezTo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cxnSp>
              <p:nvCxnSpPr>
                <p:cNvPr id="62" name="Connecteur droit 61">
                  <a:extLst>
                    <a:ext uri="{FF2B5EF4-FFF2-40B4-BE49-F238E27FC236}">
                      <a16:creationId xmlns:a16="http://schemas.microsoft.com/office/drawing/2014/main" id="{9194674D-D472-95D3-5F58-29ED1BF70B2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502283" y="3513708"/>
                  <a:ext cx="0" cy="142105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63" name="Connecteur droit 62">
                  <a:extLst>
                    <a:ext uri="{FF2B5EF4-FFF2-40B4-BE49-F238E27FC236}">
                      <a16:creationId xmlns:a16="http://schemas.microsoft.com/office/drawing/2014/main" id="{9843362F-81C9-8792-A93C-8558D664153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286259" y="3659633"/>
                  <a:ext cx="432048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</p:grpSp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9BA7A949-CB39-11B1-EF67-FA94CCF6B624}"/>
                  </a:ext>
                </a:extLst>
              </p:cNvPr>
              <p:cNvSpPr/>
              <p:nvPr/>
            </p:nvSpPr>
            <p:spPr>
              <a:xfrm rot="16200000">
                <a:off x="743883" y="1977057"/>
                <a:ext cx="180000" cy="18000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sp>
          <p:nvSpPr>
            <p:cNvPr id="8" name="Ellipse 7">
              <a:extLst>
                <a:ext uri="{FF2B5EF4-FFF2-40B4-BE49-F238E27FC236}">
                  <a16:creationId xmlns:a16="http://schemas.microsoft.com/office/drawing/2014/main" id="{36E58AD8-4651-26B7-C6B3-03762E49A96F}"/>
                </a:ext>
              </a:extLst>
            </p:cNvPr>
            <p:cNvSpPr/>
            <p:nvPr/>
          </p:nvSpPr>
          <p:spPr>
            <a:xfrm>
              <a:off x="5390638" y="3491309"/>
              <a:ext cx="180000" cy="1800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050" b="1" dirty="0">
                  <a:solidFill>
                    <a:srgbClr val="C00000"/>
                  </a:solidFill>
                </a:rPr>
                <a:t>6</a:t>
              </a:r>
              <a:endParaRPr lang="fr-FR" sz="1400" b="1" dirty="0">
                <a:solidFill>
                  <a:srgbClr val="C00000"/>
                </a:solidFill>
              </a:endParaRPr>
            </a:p>
          </p:txBody>
        </p:sp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E887D13C-6EA5-480D-6078-ED748852E0D8}"/>
                </a:ext>
              </a:extLst>
            </p:cNvPr>
            <p:cNvCxnSpPr>
              <a:cxnSpLocks/>
              <a:endCxn id="28" idx="0"/>
            </p:cNvCxnSpPr>
            <p:nvPr/>
          </p:nvCxnSpPr>
          <p:spPr>
            <a:xfrm>
              <a:off x="6730293" y="1553892"/>
              <a:ext cx="0" cy="72000"/>
            </a:xfrm>
            <a:prstGeom prst="line">
              <a:avLst/>
            </a:prstGeom>
            <a:noFill/>
            <a:ln w="28575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2" name="Connecteur droit 11">
              <a:extLst>
                <a:ext uri="{FF2B5EF4-FFF2-40B4-BE49-F238E27FC236}">
                  <a16:creationId xmlns:a16="http://schemas.microsoft.com/office/drawing/2014/main" id="{FE94A0E4-5500-3F69-FA97-BEAB9A121518}"/>
                </a:ext>
              </a:extLst>
            </p:cNvPr>
            <p:cNvCxnSpPr>
              <a:cxnSpLocks/>
            </p:cNvCxnSpPr>
            <p:nvPr/>
          </p:nvCxnSpPr>
          <p:spPr>
            <a:xfrm>
              <a:off x="4932440" y="1556792"/>
              <a:ext cx="3600000" cy="0"/>
            </a:xfrm>
            <a:prstGeom prst="line">
              <a:avLst/>
            </a:prstGeom>
            <a:noFill/>
            <a:ln w="28575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" name="Connecteur droit 12">
              <a:extLst>
                <a:ext uri="{FF2B5EF4-FFF2-40B4-BE49-F238E27FC236}">
                  <a16:creationId xmlns:a16="http://schemas.microsoft.com/office/drawing/2014/main" id="{CDB5471B-CE75-A2C0-E433-DEE3145B889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31556" y="1231643"/>
              <a:ext cx="0" cy="325149"/>
            </a:xfrm>
            <a:prstGeom prst="line">
              <a:avLst/>
            </a:prstGeom>
            <a:noFill/>
            <a:ln w="28575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" name="Connecteur droit 13">
              <a:extLst>
                <a:ext uri="{FF2B5EF4-FFF2-40B4-BE49-F238E27FC236}">
                  <a16:creationId xmlns:a16="http://schemas.microsoft.com/office/drawing/2014/main" id="{1A73B1D6-177B-2AE6-71D3-E80B12AAD6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32440" y="1231643"/>
              <a:ext cx="0" cy="325149"/>
            </a:xfrm>
            <a:prstGeom prst="line">
              <a:avLst/>
            </a:prstGeom>
            <a:noFill/>
            <a:ln w="28575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5" name="Connecteur droit 14">
              <a:extLst>
                <a:ext uri="{FF2B5EF4-FFF2-40B4-BE49-F238E27FC236}">
                  <a16:creationId xmlns:a16="http://schemas.microsoft.com/office/drawing/2014/main" id="{B50253E5-9A9E-72A8-A347-66958BE51A40}"/>
                </a:ext>
              </a:extLst>
            </p:cNvPr>
            <p:cNvCxnSpPr>
              <a:cxnSpLocks/>
              <a:stCxn id="60" idx="3"/>
            </p:cNvCxnSpPr>
            <p:nvPr/>
          </p:nvCxnSpPr>
          <p:spPr>
            <a:xfrm flipV="1">
              <a:off x="4800942" y="3438565"/>
              <a:ext cx="0" cy="52959"/>
            </a:xfrm>
            <a:prstGeom prst="lin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" name="Connecteur droit 15">
              <a:extLst>
                <a:ext uri="{FF2B5EF4-FFF2-40B4-BE49-F238E27FC236}">
                  <a16:creationId xmlns:a16="http://schemas.microsoft.com/office/drawing/2014/main" id="{38BCF306-A111-1284-5BA8-ADB74E8812A5}"/>
                </a:ext>
              </a:extLst>
            </p:cNvPr>
            <p:cNvCxnSpPr>
              <a:cxnSpLocks/>
            </p:cNvCxnSpPr>
            <p:nvPr/>
          </p:nvCxnSpPr>
          <p:spPr>
            <a:xfrm>
              <a:off x="4712769" y="3491523"/>
              <a:ext cx="180000" cy="180000"/>
            </a:xfrm>
            <a:prstGeom prst="lin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" name="Connecteur droit 16">
              <a:extLst>
                <a:ext uri="{FF2B5EF4-FFF2-40B4-BE49-F238E27FC236}">
                  <a16:creationId xmlns:a16="http://schemas.microsoft.com/office/drawing/2014/main" id="{F0C8C1AE-0362-D342-322C-84EFC243CD8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12738" y="3489267"/>
              <a:ext cx="180000" cy="180000"/>
            </a:xfrm>
            <a:prstGeom prst="lin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0" name="Ellipse 19">
              <a:extLst>
                <a:ext uri="{FF2B5EF4-FFF2-40B4-BE49-F238E27FC236}">
                  <a16:creationId xmlns:a16="http://schemas.microsoft.com/office/drawing/2014/main" id="{D767FF88-373C-095F-3E1E-DAD4E35AA031}"/>
                </a:ext>
              </a:extLst>
            </p:cNvPr>
            <p:cNvSpPr/>
            <p:nvPr/>
          </p:nvSpPr>
          <p:spPr>
            <a:xfrm>
              <a:off x="5003731" y="1292529"/>
              <a:ext cx="216000" cy="2160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fr-FR" sz="1000" b="1" dirty="0">
                  <a:solidFill>
                    <a:srgbClr val="0070C0"/>
                  </a:solidFill>
                </a:rPr>
                <a:t>11</a:t>
              </a:r>
              <a:endParaRPr lang="fr-FR" sz="1200" b="1" dirty="0">
                <a:solidFill>
                  <a:srgbClr val="0070C0"/>
                </a:solidFill>
              </a:endParaRPr>
            </a:p>
          </p:txBody>
        </p:sp>
        <p:cxnSp>
          <p:nvCxnSpPr>
            <p:cNvPr id="21" name="Connecteur droit 20">
              <a:extLst>
                <a:ext uri="{FF2B5EF4-FFF2-40B4-BE49-F238E27FC236}">
                  <a16:creationId xmlns:a16="http://schemas.microsoft.com/office/drawing/2014/main" id="{3DBDEB2B-A02B-DA07-8381-2BBC2880BA1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38819" y="3360259"/>
              <a:ext cx="0" cy="72000"/>
            </a:xfrm>
            <a:prstGeom prst="lin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2" name="Connecteur droit 21">
              <a:extLst>
                <a:ext uri="{FF2B5EF4-FFF2-40B4-BE49-F238E27FC236}">
                  <a16:creationId xmlns:a16="http://schemas.microsoft.com/office/drawing/2014/main" id="{7CA250D4-AF9F-75C8-262C-5C8CAABCB71A}"/>
                </a:ext>
              </a:extLst>
            </p:cNvPr>
            <p:cNvCxnSpPr>
              <a:cxnSpLocks/>
            </p:cNvCxnSpPr>
            <p:nvPr/>
          </p:nvCxnSpPr>
          <p:spPr>
            <a:xfrm>
              <a:off x="4800942" y="3438565"/>
              <a:ext cx="3659490" cy="0"/>
            </a:xfrm>
            <a:prstGeom prst="lin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23" name="Groupe 22">
              <a:extLst>
                <a:ext uri="{FF2B5EF4-FFF2-40B4-BE49-F238E27FC236}">
                  <a16:creationId xmlns:a16="http://schemas.microsoft.com/office/drawing/2014/main" id="{4FCEFC55-477B-1277-9155-7BF55B880F4D}"/>
                </a:ext>
              </a:extLst>
            </p:cNvPr>
            <p:cNvGrpSpPr/>
            <p:nvPr/>
          </p:nvGrpSpPr>
          <p:grpSpPr>
            <a:xfrm>
              <a:off x="5161239" y="3128093"/>
              <a:ext cx="288000" cy="288000"/>
              <a:chOff x="4943745" y="2850212"/>
              <a:chExt cx="288000" cy="288000"/>
            </a:xfrm>
          </p:grpSpPr>
          <p:sp>
            <p:nvSpPr>
              <p:cNvPr id="55" name="Ellipse 54">
                <a:extLst>
                  <a:ext uri="{FF2B5EF4-FFF2-40B4-BE49-F238E27FC236}">
                    <a16:creationId xmlns:a16="http://schemas.microsoft.com/office/drawing/2014/main" id="{D1E2ECE2-C58C-4527-DE57-9FD7D31BF683}"/>
                  </a:ext>
                </a:extLst>
              </p:cNvPr>
              <p:cNvSpPr/>
              <p:nvPr/>
            </p:nvSpPr>
            <p:spPr>
              <a:xfrm>
                <a:off x="4943745" y="2850212"/>
                <a:ext cx="288000" cy="288000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cxnSp>
            <p:nvCxnSpPr>
              <p:cNvPr id="56" name="Connecteur droit 55">
                <a:extLst>
                  <a:ext uri="{FF2B5EF4-FFF2-40B4-BE49-F238E27FC236}">
                    <a16:creationId xmlns:a16="http://schemas.microsoft.com/office/drawing/2014/main" id="{1906EB7D-A735-DF94-562A-770BEB91CEF2}"/>
                  </a:ext>
                </a:extLst>
              </p:cNvPr>
              <p:cNvCxnSpPr>
                <a:cxnSpLocks/>
                <a:stCxn id="55" idx="1"/>
                <a:endCxn id="57" idx="5"/>
              </p:cNvCxnSpPr>
              <p:nvPr/>
            </p:nvCxnSpPr>
            <p:spPr>
              <a:xfrm>
                <a:off x="4985922" y="2892389"/>
                <a:ext cx="165463" cy="165463"/>
              </a:xfrm>
              <a:prstGeom prst="line">
                <a:avLst/>
              </a:prstGeom>
              <a:noFill/>
              <a:ln w="28575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57" name="Ellipse 56">
                <a:extLst>
                  <a:ext uri="{FF2B5EF4-FFF2-40B4-BE49-F238E27FC236}">
                    <a16:creationId xmlns:a16="http://schemas.microsoft.com/office/drawing/2014/main" id="{3D0EE600-E1F0-5680-7E9B-5CF30BE36F1F}"/>
                  </a:ext>
                </a:extLst>
              </p:cNvPr>
              <p:cNvSpPr/>
              <p:nvPr/>
            </p:nvSpPr>
            <p:spPr>
              <a:xfrm>
                <a:off x="4997745" y="2904212"/>
                <a:ext cx="180000" cy="180000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</p:grpSp>
        <p:grpSp>
          <p:nvGrpSpPr>
            <p:cNvPr id="24" name="Groupe 23">
              <a:extLst>
                <a:ext uri="{FF2B5EF4-FFF2-40B4-BE49-F238E27FC236}">
                  <a16:creationId xmlns:a16="http://schemas.microsoft.com/office/drawing/2014/main" id="{29DA8E56-286F-CEA6-5F6A-63BFFE4628E7}"/>
                </a:ext>
              </a:extLst>
            </p:cNvPr>
            <p:cNvGrpSpPr/>
            <p:nvPr/>
          </p:nvGrpSpPr>
          <p:grpSpPr>
            <a:xfrm>
              <a:off x="8028400" y="3128093"/>
              <a:ext cx="288000" cy="288000"/>
              <a:chOff x="4943745" y="2850212"/>
              <a:chExt cx="288000" cy="288000"/>
            </a:xfrm>
          </p:grpSpPr>
          <p:sp>
            <p:nvSpPr>
              <p:cNvPr id="52" name="Ellipse 51">
                <a:extLst>
                  <a:ext uri="{FF2B5EF4-FFF2-40B4-BE49-F238E27FC236}">
                    <a16:creationId xmlns:a16="http://schemas.microsoft.com/office/drawing/2014/main" id="{0864AE79-6660-1B21-B0B9-7570A8DFF78F}"/>
                  </a:ext>
                </a:extLst>
              </p:cNvPr>
              <p:cNvSpPr/>
              <p:nvPr/>
            </p:nvSpPr>
            <p:spPr>
              <a:xfrm>
                <a:off x="4943745" y="2850212"/>
                <a:ext cx="288000" cy="288000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cxnSp>
            <p:nvCxnSpPr>
              <p:cNvPr id="53" name="Connecteur droit 52">
                <a:extLst>
                  <a:ext uri="{FF2B5EF4-FFF2-40B4-BE49-F238E27FC236}">
                    <a16:creationId xmlns:a16="http://schemas.microsoft.com/office/drawing/2014/main" id="{9EECE0E5-EDA2-D586-F244-F5AEF5B5DDDF}"/>
                  </a:ext>
                </a:extLst>
              </p:cNvPr>
              <p:cNvCxnSpPr>
                <a:cxnSpLocks/>
                <a:stCxn id="52" idx="1"/>
                <a:endCxn id="54" idx="5"/>
              </p:cNvCxnSpPr>
              <p:nvPr/>
            </p:nvCxnSpPr>
            <p:spPr>
              <a:xfrm>
                <a:off x="4985922" y="2892389"/>
                <a:ext cx="165463" cy="165463"/>
              </a:xfrm>
              <a:prstGeom prst="line">
                <a:avLst/>
              </a:prstGeom>
              <a:noFill/>
              <a:ln w="28575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54" name="Ellipse 53">
                <a:extLst>
                  <a:ext uri="{FF2B5EF4-FFF2-40B4-BE49-F238E27FC236}">
                    <a16:creationId xmlns:a16="http://schemas.microsoft.com/office/drawing/2014/main" id="{387A704A-CEB0-6F60-1FC2-7C0407653B58}"/>
                  </a:ext>
                </a:extLst>
              </p:cNvPr>
              <p:cNvSpPr/>
              <p:nvPr/>
            </p:nvSpPr>
            <p:spPr>
              <a:xfrm>
                <a:off x="4997745" y="2904212"/>
                <a:ext cx="180000" cy="180000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</p:grpSp>
        <p:grpSp>
          <p:nvGrpSpPr>
            <p:cNvPr id="25" name="Groupe 24">
              <a:extLst>
                <a:ext uri="{FF2B5EF4-FFF2-40B4-BE49-F238E27FC236}">
                  <a16:creationId xmlns:a16="http://schemas.microsoft.com/office/drawing/2014/main" id="{09578C68-DA54-5C41-7559-973FAFFFE245}"/>
                </a:ext>
              </a:extLst>
            </p:cNvPr>
            <p:cNvGrpSpPr/>
            <p:nvPr/>
          </p:nvGrpSpPr>
          <p:grpSpPr>
            <a:xfrm>
              <a:off x="8028400" y="1579265"/>
              <a:ext cx="288000" cy="288000"/>
              <a:chOff x="4943745" y="2850212"/>
              <a:chExt cx="288000" cy="288000"/>
            </a:xfrm>
          </p:grpSpPr>
          <p:sp>
            <p:nvSpPr>
              <p:cNvPr id="49" name="Ellipse 48">
                <a:extLst>
                  <a:ext uri="{FF2B5EF4-FFF2-40B4-BE49-F238E27FC236}">
                    <a16:creationId xmlns:a16="http://schemas.microsoft.com/office/drawing/2014/main" id="{16CC6A8E-C8C9-3386-4D7E-235D70DEF060}"/>
                  </a:ext>
                </a:extLst>
              </p:cNvPr>
              <p:cNvSpPr/>
              <p:nvPr/>
            </p:nvSpPr>
            <p:spPr>
              <a:xfrm>
                <a:off x="4943745" y="2850212"/>
                <a:ext cx="288000" cy="288000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cxnSp>
            <p:nvCxnSpPr>
              <p:cNvPr id="50" name="Connecteur droit 49">
                <a:extLst>
                  <a:ext uri="{FF2B5EF4-FFF2-40B4-BE49-F238E27FC236}">
                    <a16:creationId xmlns:a16="http://schemas.microsoft.com/office/drawing/2014/main" id="{95C5E632-DE19-5290-8977-6BECABEB3A33}"/>
                  </a:ext>
                </a:extLst>
              </p:cNvPr>
              <p:cNvCxnSpPr>
                <a:cxnSpLocks/>
                <a:stCxn id="49" idx="1"/>
                <a:endCxn id="51" idx="5"/>
              </p:cNvCxnSpPr>
              <p:nvPr/>
            </p:nvCxnSpPr>
            <p:spPr>
              <a:xfrm>
                <a:off x="4985922" y="2892389"/>
                <a:ext cx="165463" cy="165463"/>
              </a:xfrm>
              <a:prstGeom prst="line">
                <a:avLst/>
              </a:prstGeom>
              <a:noFill/>
              <a:ln w="28575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51" name="Ellipse 50">
                <a:extLst>
                  <a:ext uri="{FF2B5EF4-FFF2-40B4-BE49-F238E27FC236}">
                    <a16:creationId xmlns:a16="http://schemas.microsoft.com/office/drawing/2014/main" id="{1CB53728-14F2-54CA-D906-2F9C5968A807}"/>
                  </a:ext>
                </a:extLst>
              </p:cNvPr>
              <p:cNvSpPr/>
              <p:nvPr/>
            </p:nvSpPr>
            <p:spPr>
              <a:xfrm>
                <a:off x="4997745" y="2904212"/>
                <a:ext cx="180000" cy="180000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</p:grpSp>
        <p:grpSp>
          <p:nvGrpSpPr>
            <p:cNvPr id="26" name="Groupe 25">
              <a:extLst>
                <a:ext uri="{FF2B5EF4-FFF2-40B4-BE49-F238E27FC236}">
                  <a16:creationId xmlns:a16="http://schemas.microsoft.com/office/drawing/2014/main" id="{82A16EBD-4B4D-0E6E-5D36-6D59D976CEDE}"/>
                </a:ext>
              </a:extLst>
            </p:cNvPr>
            <p:cNvGrpSpPr/>
            <p:nvPr/>
          </p:nvGrpSpPr>
          <p:grpSpPr>
            <a:xfrm>
              <a:off x="5161239" y="1584540"/>
              <a:ext cx="288000" cy="288000"/>
              <a:chOff x="4943745" y="2850212"/>
              <a:chExt cx="288000" cy="288000"/>
            </a:xfrm>
          </p:grpSpPr>
          <p:sp>
            <p:nvSpPr>
              <p:cNvPr id="46" name="Ellipse 45">
                <a:extLst>
                  <a:ext uri="{FF2B5EF4-FFF2-40B4-BE49-F238E27FC236}">
                    <a16:creationId xmlns:a16="http://schemas.microsoft.com/office/drawing/2014/main" id="{99EB5186-C529-443C-EBF6-5C5EDC871D9C}"/>
                  </a:ext>
                </a:extLst>
              </p:cNvPr>
              <p:cNvSpPr/>
              <p:nvPr/>
            </p:nvSpPr>
            <p:spPr>
              <a:xfrm>
                <a:off x="4943745" y="2850212"/>
                <a:ext cx="288000" cy="288000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cxnSp>
            <p:nvCxnSpPr>
              <p:cNvPr id="47" name="Connecteur droit 46">
                <a:extLst>
                  <a:ext uri="{FF2B5EF4-FFF2-40B4-BE49-F238E27FC236}">
                    <a16:creationId xmlns:a16="http://schemas.microsoft.com/office/drawing/2014/main" id="{4BE41324-E2DD-569B-0E26-2FAAAA1F3506}"/>
                  </a:ext>
                </a:extLst>
              </p:cNvPr>
              <p:cNvCxnSpPr>
                <a:cxnSpLocks/>
                <a:stCxn id="46" idx="1"/>
                <a:endCxn id="48" idx="5"/>
              </p:cNvCxnSpPr>
              <p:nvPr/>
            </p:nvCxnSpPr>
            <p:spPr>
              <a:xfrm>
                <a:off x="4985922" y="2892389"/>
                <a:ext cx="165463" cy="165463"/>
              </a:xfrm>
              <a:prstGeom prst="line">
                <a:avLst/>
              </a:prstGeom>
              <a:noFill/>
              <a:ln w="28575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48" name="Ellipse 47">
                <a:extLst>
                  <a:ext uri="{FF2B5EF4-FFF2-40B4-BE49-F238E27FC236}">
                    <a16:creationId xmlns:a16="http://schemas.microsoft.com/office/drawing/2014/main" id="{33C155D3-CE6C-0B37-C4AE-25E73D9332CB}"/>
                  </a:ext>
                </a:extLst>
              </p:cNvPr>
              <p:cNvSpPr/>
              <p:nvPr/>
            </p:nvSpPr>
            <p:spPr>
              <a:xfrm>
                <a:off x="4997745" y="2904212"/>
                <a:ext cx="180000" cy="180000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</p:grpSp>
        <p:sp>
          <p:nvSpPr>
            <p:cNvPr id="28" name="Ellipse 27">
              <a:extLst>
                <a:ext uri="{FF2B5EF4-FFF2-40B4-BE49-F238E27FC236}">
                  <a16:creationId xmlns:a16="http://schemas.microsoft.com/office/drawing/2014/main" id="{AD932854-C1E1-F111-62B0-7436DE467683}"/>
                </a:ext>
              </a:extLst>
            </p:cNvPr>
            <p:cNvSpPr/>
            <p:nvPr/>
          </p:nvSpPr>
          <p:spPr>
            <a:xfrm>
              <a:off x="6641998" y="1628800"/>
              <a:ext cx="180000" cy="180000"/>
            </a:xfrm>
            <a:prstGeom prst="ellipse">
              <a:avLst/>
            </a:prstGeom>
            <a:noFill/>
            <a:ln w="28575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grpSp>
          <p:nvGrpSpPr>
            <p:cNvPr id="29" name="Groupe 28">
              <a:extLst>
                <a:ext uri="{FF2B5EF4-FFF2-40B4-BE49-F238E27FC236}">
                  <a16:creationId xmlns:a16="http://schemas.microsoft.com/office/drawing/2014/main" id="{D74C1A15-F10F-4B77-2577-0032087AD2E4}"/>
                </a:ext>
              </a:extLst>
            </p:cNvPr>
            <p:cNvGrpSpPr/>
            <p:nvPr/>
          </p:nvGrpSpPr>
          <p:grpSpPr>
            <a:xfrm>
              <a:off x="5368879" y="1782440"/>
              <a:ext cx="1307899" cy="1426013"/>
              <a:chOff x="5368879" y="1782440"/>
              <a:chExt cx="1307899" cy="1426013"/>
            </a:xfrm>
          </p:grpSpPr>
          <p:cxnSp>
            <p:nvCxnSpPr>
              <p:cNvPr id="43" name="Connecteur droit 42">
                <a:extLst>
                  <a:ext uri="{FF2B5EF4-FFF2-40B4-BE49-F238E27FC236}">
                    <a16:creationId xmlns:a16="http://schemas.microsoft.com/office/drawing/2014/main" id="{36D9B692-40E0-6926-5CDB-3C57A6D40F9D}"/>
                  </a:ext>
                </a:extLst>
              </p:cNvPr>
              <p:cNvCxnSpPr>
                <a:cxnSpLocks/>
                <a:stCxn id="27" idx="1"/>
                <a:endCxn id="48" idx="5"/>
              </p:cNvCxnSpPr>
              <p:nvPr/>
            </p:nvCxnSpPr>
            <p:spPr>
              <a:xfrm flipH="1" flipV="1">
                <a:off x="5368879" y="1792180"/>
                <a:ext cx="1307899" cy="1411172"/>
              </a:xfrm>
              <a:prstGeom prst="line">
                <a:avLst/>
              </a:prstGeom>
              <a:noFill/>
              <a:ln w="28575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44" name="Connecteur droit 43">
                <a:extLst>
                  <a:ext uri="{FF2B5EF4-FFF2-40B4-BE49-F238E27FC236}">
                    <a16:creationId xmlns:a16="http://schemas.microsoft.com/office/drawing/2014/main" id="{D1D1CB42-F207-BD97-4FF8-249E1D5F3B0F}"/>
                  </a:ext>
                </a:extLst>
              </p:cNvPr>
              <p:cNvCxnSpPr>
                <a:cxnSpLocks/>
                <a:stCxn id="57" idx="7"/>
                <a:endCxn id="28" idx="3"/>
              </p:cNvCxnSpPr>
              <p:nvPr/>
            </p:nvCxnSpPr>
            <p:spPr>
              <a:xfrm flipV="1">
                <a:off x="5368879" y="1782440"/>
                <a:ext cx="1299479" cy="1426013"/>
              </a:xfrm>
              <a:prstGeom prst="line">
                <a:avLst/>
              </a:prstGeom>
              <a:noFill/>
              <a:ln w="28575"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45" name="Ellipse 44">
                <a:extLst>
                  <a:ext uri="{FF2B5EF4-FFF2-40B4-BE49-F238E27FC236}">
                    <a16:creationId xmlns:a16="http://schemas.microsoft.com/office/drawing/2014/main" id="{437B6D09-38A5-DF52-CFDF-2DD8EF509049}"/>
                  </a:ext>
                </a:extLst>
              </p:cNvPr>
              <p:cNvSpPr/>
              <p:nvPr/>
            </p:nvSpPr>
            <p:spPr>
              <a:xfrm>
                <a:off x="5928618" y="2407679"/>
                <a:ext cx="180000" cy="180000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</p:grpSp>
        <p:grpSp>
          <p:nvGrpSpPr>
            <p:cNvPr id="30" name="Groupe 29">
              <a:extLst>
                <a:ext uri="{FF2B5EF4-FFF2-40B4-BE49-F238E27FC236}">
                  <a16:creationId xmlns:a16="http://schemas.microsoft.com/office/drawing/2014/main" id="{9710FE55-175C-8B8B-94BF-ED48A1096AA5}"/>
                </a:ext>
              </a:extLst>
            </p:cNvPr>
            <p:cNvGrpSpPr/>
            <p:nvPr/>
          </p:nvGrpSpPr>
          <p:grpSpPr>
            <a:xfrm>
              <a:off x="6800861" y="1787380"/>
              <a:ext cx="1307899" cy="1426013"/>
              <a:chOff x="5368879" y="1782440"/>
              <a:chExt cx="1307899" cy="1426013"/>
            </a:xfrm>
          </p:grpSpPr>
          <p:cxnSp>
            <p:nvCxnSpPr>
              <p:cNvPr id="40" name="Connecteur droit 39">
                <a:extLst>
                  <a:ext uri="{FF2B5EF4-FFF2-40B4-BE49-F238E27FC236}">
                    <a16:creationId xmlns:a16="http://schemas.microsoft.com/office/drawing/2014/main" id="{17830AA6-7F0A-C73F-C651-A3FBB714427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368879" y="1792180"/>
                <a:ext cx="1307899" cy="1411172"/>
              </a:xfrm>
              <a:prstGeom prst="line">
                <a:avLst/>
              </a:prstGeom>
              <a:noFill/>
              <a:ln w="28575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41" name="Connecteur droit 40">
                <a:extLst>
                  <a:ext uri="{FF2B5EF4-FFF2-40B4-BE49-F238E27FC236}">
                    <a16:creationId xmlns:a16="http://schemas.microsoft.com/office/drawing/2014/main" id="{63B43A62-EBAF-E5C5-86B1-A5A9E0B43E4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368879" y="1782440"/>
                <a:ext cx="1299479" cy="1426013"/>
              </a:xfrm>
              <a:prstGeom prst="line">
                <a:avLst/>
              </a:prstGeom>
              <a:noFill/>
              <a:ln w="28575"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42" name="Ellipse 41">
                <a:extLst>
                  <a:ext uri="{FF2B5EF4-FFF2-40B4-BE49-F238E27FC236}">
                    <a16:creationId xmlns:a16="http://schemas.microsoft.com/office/drawing/2014/main" id="{62121CE7-EEDD-3F36-58F6-636305CD61B9}"/>
                  </a:ext>
                </a:extLst>
              </p:cNvPr>
              <p:cNvSpPr/>
              <p:nvPr/>
            </p:nvSpPr>
            <p:spPr>
              <a:xfrm>
                <a:off x="5928618" y="2407679"/>
                <a:ext cx="180000" cy="180000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</p:grpSp>
        <p:sp>
          <p:nvSpPr>
            <p:cNvPr id="31" name="Ellipse 30">
              <a:extLst>
                <a:ext uri="{FF2B5EF4-FFF2-40B4-BE49-F238E27FC236}">
                  <a16:creationId xmlns:a16="http://schemas.microsoft.com/office/drawing/2014/main" id="{CEADD284-4F0C-93A6-8199-C06C1748DEEE}"/>
                </a:ext>
              </a:extLst>
            </p:cNvPr>
            <p:cNvSpPr/>
            <p:nvPr/>
          </p:nvSpPr>
          <p:spPr>
            <a:xfrm>
              <a:off x="5489116" y="2166327"/>
              <a:ext cx="180000" cy="1800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050" b="1" dirty="0">
                  <a:solidFill>
                    <a:srgbClr val="FFC000"/>
                  </a:solidFill>
                </a:rPr>
                <a:t>a</a:t>
              </a:r>
              <a:endParaRPr lang="fr-FR" sz="1400" b="1" dirty="0">
                <a:solidFill>
                  <a:srgbClr val="FFC000"/>
                </a:solidFill>
              </a:endParaRPr>
            </a:p>
          </p:txBody>
        </p:sp>
        <p:sp>
          <p:nvSpPr>
            <p:cNvPr id="32" name="Ellipse 31">
              <a:extLst>
                <a:ext uri="{FF2B5EF4-FFF2-40B4-BE49-F238E27FC236}">
                  <a16:creationId xmlns:a16="http://schemas.microsoft.com/office/drawing/2014/main" id="{78B0647C-6910-209F-1A1D-5749950800F1}"/>
                </a:ext>
              </a:extLst>
            </p:cNvPr>
            <p:cNvSpPr/>
            <p:nvPr/>
          </p:nvSpPr>
          <p:spPr>
            <a:xfrm>
              <a:off x="5492679" y="2676859"/>
              <a:ext cx="180000" cy="1800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050" b="1" dirty="0">
                  <a:solidFill>
                    <a:srgbClr val="7030A0"/>
                  </a:solidFill>
                </a:rPr>
                <a:t>b</a:t>
              </a:r>
              <a:endParaRPr lang="fr-FR" sz="1400" b="1" dirty="0">
                <a:solidFill>
                  <a:srgbClr val="7030A0"/>
                </a:solidFill>
              </a:endParaRPr>
            </a:p>
          </p:txBody>
        </p:sp>
        <p:sp>
          <p:nvSpPr>
            <p:cNvPr id="33" name="Ellipse 32">
              <a:extLst>
                <a:ext uri="{FF2B5EF4-FFF2-40B4-BE49-F238E27FC236}">
                  <a16:creationId xmlns:a16="http://schemas.microsoft.com/office/drawing/2014/main" id="{57B174BF-CA15-EDB8-2A5B-5643253B6981}"/>
                </a:ext>
              </a:extLst>
            </p:cNvPr>
            <p:cNvSpPr/>
            <p:nvPr/>
          </p:nvSpPr>
          <p:spPr>
            <a:xfrm>
              <a:off x="7806536" y="2676859"/>
              <a:ext cx="180000" cy="1800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050" b="1" dirty="0">
                  <a:solidFill>
                    <a:srgbClr val="FFC000"/>
                  </a:solidFill>
                </a:rPr>
                <a:t>c</a:t>
              </a:r>
              <a:endParaRPr lang="fr-FR" sz="1400" b="1" dirty="0">
                <a:solidFill>
                  <a:srgbClr val="FFC000"/>
                </a:solidFill>
              </a:endParaRPr>
            </a:p>
          </p:txBody>
        </p:sp>
        <p:sp>
          <p:nvSpPr>
            <p:cNvPr id="34" name="Ellipse 33">
              <a:extLst>
                <a:ext uri="{FF2B5EF4-FFF2-40B4-BE49-F238E27FC236}">
                  <a16:creationId xmlns:a16="http://schemas.microsoft.com/office/drawing/2014/main" id="{96C75027-1207-EC10-C9B4-ECB80B6B3ED7}"/>
                </a:ext>
              </a:extLst>
            </p:cNvPr>
            <p:cNvSpPr/>
            <p:nvPr/>
          </p:nvSpPr>
          <p:spPr>
            <a:xfrm>
              <a:off x="7806536" y="2166327"/>
              <a:ext cx="180000" cy="1800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050" b="1" dirty="0">
                  <a:solidFill>
                    <a:srgbClr val="7030A0"/>
                  </a:solidFill>
                </a:rPr>
                <a:t>d</a:t>
              </a:r>
              <a:endParaRPr lang="fr-FR" sz="1400" b="1" dirty="0">
                <a:solidFill>
                  <a:srgbClr val="7030A0"/>
                </a:solidFill>
              </a:endParaRPr>
            </a:p>
          </p:txBody>
        </p:sp>
        <p:sp>
          <p:nvSpPr>
            <p:cNvPr id="35" name="Ellipse 34">
              <a:extLst>
                <a:ext uri="{FF2B5EF4-FFF2-40B4-BE49-F238E27FC236}">
                  <a16:creationId xmlns:a16="http://schemas.microsoft.com/office/drawing/2014/main" id="{F9ED1067-AB04-B6FC-4DC1-160940318271}"/>
                </a:ext>
              </a:extLst>
            </p:cNvPr>
            <p:cNvSpPr/>
            <p:nvPr/>
          </p:nvSpPr>
          <p:spPr>
            <a:xfrm>
              <a:off x="4918239" y="3170270"/>
              <a:ext cx="180000" cy="1800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050" b="1" dirty="0">
                  <a:solidFill>
                    <a:srgbClr val="00B0F0"/>
                  </a:solidFill>
                </a:rPr>
                <a:t>e</a:t>
              </a:r>
              <a:endParaRPr lang="fr-FR" sz="1400" b="1" dirty="0">
                <a:solidFill>
                  <a:srgbClr val="00B0F0"/>
                </a:solidFill>
              </a:endParaRPr>
            </a:p>
          </p:txBody>
        </p:sp>
        <p:sp>
          <p:nvSpPr>
            <p:cNvPr id="36" name="Ellipse 35">
              <a:extLst>
                <a:ext uri="{FF2B5EF4-FFF2-40B4-BE49-F238E27FC236}">
                  <a16:creationId xmlns:a16="http://schemas.microsoft.com/office/drawing/2014/main" id="{E50A3986-26C5-02BA-3744-B267B10EA982}"/>
                </a:ext>
              </a:extLst>
            </p:cNvPr>
            <p:cNvSpPr/>
            <p:nvPr/>
          </p:nvSpPr>
          <p:spPr>
            <a:xfrm>
              <a:off x="7794400" y="3176299"/>
              <a:ext cx="180000" cy="1800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050" b="1" dirty="0">
                  <a:solidFill>
                    <a:srgbClr val="00B0F0"/>
                  </a:solidFill>
                </a:rPr>
                <a:t>f</a:t>
              </a:r>
              <a:endParaRPr lang="fr-FR" sz="1400" b="1" dirty="0">
                <a:solidFill>
                  <a:srgbClr val="00B0F0"/>
                </a:solidFill>
              </a:endParaRPr>
            </a:p>
          </p:txBody>
        </p:sp>
        <p:sp>
          <p:nvSpPr>
            <p:cNvPr id="37" name="Ellipse 36">
              <a:extLst>
                <a:ext uri="{FF2B5EF4-FFF2-40B4-BE49-F238E27FC236}">
                  <a16:creationId xmlns:a16="http://schemas.microsoft.com/office/drawing/2014/main" id="{1BAF0B4E-4597-CE5A-D4E4-752117D79302}"/>
                </a:ext>
              </a:extLst>
            </p:cNvPr>
            <p:cNvSpPr/>
            <p:nvPr/>
          </p:nvSpPr>
          <p:spPr>
            <a:xfrm>
              <a:off x="4931419" y="1630522"/>
              <a:ext cx="180000" cy="1800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050" b="1" dirty="0">
                  <a:solidFill>
                    <a:srgbClr val="00B0F0"/>
                  </a:solidFill>
                </a:rPr>
                <a:t>g</a:t>
              </a:r>
              <a:endParaRPr lang="fr-FR" sz="1400" b="1" dirty="0">
                <a:solidFill>
                  <a:srgbClr val="00B0F0"/>
                </a:solidFill>
              </a:endParaRPr>
            </a:p>
          </p:txBody>
        </p:sp>
        <p:sp>
          <p:nvSpPr>
            <p:cNvPr id="38" name="Ellipse 37">
              <a:extLst>
                <a:ext uri="{FF2B5EF4-FFF2-40B4-BE49-F238E27FC236}">
                  <a16:creationId xmlns:a16="http://schemas.microsoft.com/office/drawing/2014/main" id="{234C83F8-EDA4-D3B9-E71C-52E9742482AE}"/>
                </a:ext>
              </a:extLst>
            </p:cNvPr>
            <p:cNvSpPr/>
            <p:nvPr/>
          </p:nvSpPr>
          <p:spPr>
            <a:xfrm>
              <a:off x="4931419" y="1628800"/>
              <a:ext cx="180000" cy="1800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050" b="1" dirty="0">
                  <a:solidFill>
                    <a:srgbClr val="00B0F0"/>
                  </a:solidFill>
                </a:rPr>
                <a:t>g</a:t>
              </a:r>
              <a:endParaRPr lang="fr-FR" sz="1400" b="1" dirty="0">
                <a:solidFill>
                  <a:srgbClr val="00B0F0"/>
                </a:solidFill>
              </a:endParaRPr>
            </a:p>
          </p:txBody>
        </p:sp>
        <p:sp>
          <p:nvSpPr>
            <p:cNvPr id="39" name="Ellipse 38">
              <a:extLst>
                <a:ext uri="{FF2B5EF4-FFF2-40B4-BE49-F238E27FC236}">
                  <a16:creationId xmlns:a16="http://schemas.microsoft.com/office/drawing/2014/main" id="{A92028BF-13C6-EE2C-E90A-5F07C28803ED}"/>
                </a:ext>
              </a:extLst>
            </p:cNvPr>
            <p:cNvSpPr/>
            <p:nvPr/>
          </p:nvSpPr>
          <p:spPr>
            <a:xfrm>
              <a:off x="7781380" y="1636964"/>
              <a:ext cx="180000" cy="1800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050" b="1" dirty="0">
                  <a:solidFill>
                    <a:srgbClr val="00B0F0"/>
                  </a:solidFill>
                </a:rPr>
                <a:t>h</a:t>
              </a:r>
              <a:endParaRPr lang="fr-FR" sz="1400" b="1" dirty="0">
                <a:solidFill>
                  <a:srgbClr val="00B0F0"/>
                </a:solidFill>
              </a:endParaRPr>
            </a:p>
          </p:txBody>
        </p:sp>
        <p:sp>
          <p:nvSpPr>
            <p:cNvPr id="27" name="Ellipse 26">
              <a:extLst>
                <a:ext uri="{FF2B5EF4-FFF2-40B4-BE49-F238E27FC236}">
                  <a16:creationId xmlns:a16="http://schemas.microsoft.com/office/drawing/2014/main" id="{592B1BA6-B611-6CA8-6F69-51174B9D1464}"/>
                </a:ext>
              </a:extLst>
            </p:cNvPr>
            <p:cNvSpPr/>
            <p:nvPr/>
          </p:nvSpPr>
          <p:spPr>
            <a:xfrm>
              <a:off x="6650418" y="3176992"/>
              <a:ext cx="180000" cy="18000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ZoneTexte 64">
                <a:extLst>
                  <a:ext uri="{FF2B5EF4-FFF2-40B4-BE49-F238E27FC236}">
                    <a16:creationId xmlns:a16="http://schemas.microsoft.com/office/drawing/2014/main" id="{16D6C12B-F895-4967-B16D-35C6117BCB0B}"/>
                  </a:ext>
                </a:extLst>
              </p:cNvPr>
              <p:cNvSpPr txBox="1"/>
              <p:nvPr/>
            </p:nvSpPr>
            <p:spPr>
              <a:xfrm>
                <a:off x="10075748" y="2333026"/>
                <a:ext cx="169918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b="1" i="1" smtClean="0">
                          <a:latin typeface="Cambria Math" panose="02040503050406030204" pitchFamily="18" charset="0"/>
                        </a:rPr>
                        <m:t>𝑩</m:t>
                      </m:r>
                    </m:oMath>
                  </m:oMathPara>
                </a14:m>
                <a:endParaRPr lang="fr-FR" sz="1400" b="1" dirty="0"/>
              </a:p>
            </p:txBody>
          </p:sp>
        </mc:Choice>
        <mc:Fallback xmlns="">
          <p:sp>
            <p:nvSpPr>
              <p:cNvPr id="65" name="ZoneTexte 64">
                <a:extLst>
                  <a:ext uri="{FF2B5EF4-FFF2-40B4-BE49-F238E27FC236}">
                    <a16:creationId xmlns:a16="http://schemas.microsoft.com/office/drawing/2014/main" id="{9BC83B15-A824-895B-CC45-1193FA277D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75748" y="2333026"/>
                <a:ext cx="169918" cy="215444"/>
              </a:xfrm>
              <a:prstGeom prst="rect">
                <a:avLst/>
              </a:prstGeom>
              <a:blipFill>
                <a:blip r:embed="rId3"/>
                <a:stretch>
                  <a:fillRect l="-25000" r="-21429" b="-5714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ZoneTexte 66">
                <a:extLst>
                  <a:ext uri="{FF2B5EF4-FFF2-40B4-BE49-F238E27FC236}">
                    <a16:creationId xmlns:a16="http://schemas.microsoft.com/office/drawing/2014/main" id="{BA50D76B-E56E-CF72-7319-8BCBD3F33667}"/>
                  </a:ext>
                </a:extLst>
              </p:cNvPr>
              <p:cNvSpPr txBox="1"/>
              <p:nvPr/>
            </p:nvSpPr>
            <p:spPr>
              <a:xfrm>
                <a:off x="9617135" y="1303690"/>
                <a:ext cx="152285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b="1" i="1" smtClean="0">
                          <a:latin typeface="Cambria Math" panose="02040503050406030204" pitchFamily="18" charset="0"/>
                        </a:rPr>
                        <m:t>𝑪</m:t>
                      </m:r>
                    </m:oMath>
                  </m:oMathPara>
                </a14:m>
                <a:endParaRPr lang="fr-FR" sz="1400" b="1" dirty="0"/>
              </a:p>
            </p:txBody>
          </p:sp>
        </mc:Choice>
        <mc:Fallback xmlns="">
          <p:sp>
            <p:nvSpPr>
              <p:cNvPr id="67" name="ZoneTexte 66">
                <a:extLst>
                  <a:ext uri="{FF2B5EF4-FFF2-40B4-BE49-F238E27FC236}">
                    <a16:creationId xmlns:a16="http://schemas.microsoft.com/office/drawing/2014/main" id="{94B52802-AA5D-1570-B3BC-5B9F7B5C68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17135" y="1303690"/>
                <a:ext cx="152285" cy="215444"/>
              </a:xfrm>
              <a:prstGeom prst="rect">
                <a:avLst/>
              </a:prstGeom>
              <a:blipFill>
                <a:blip r:embed="rId4"/>
                <a:stretch>
                  <a:fillRect l="-28000" r="-24000" b="-5714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6" name="Connecteur droit avec flèche 65">
            <a:extLst>
              <a:ext uri="{FF2B5EF4-FFF2-40B4-BE49-F238E27FC236}">
                <a16:creationId xmlns:a16="http://schemas.microsoft.com/office/drawing/2014/main" id="{A0637D35-3451-914A-C842-ED930E65DF57}"/>
              </a:ext>
            </a:extLst>
          </p:cNvPr>
          <p:cNvCxnSpPr>
            <a:cxnSpLocks/>
          </p:cNvCxnSpPr>
          <p:nvPr/>
        </p:nvCxnSpPr>
        <p:spPr>
          <a:xfrm>
            <a:off x="8539402" y="3008080"/>
            <a:ext cx="2328935" cy="0"/>
          </a:xfrm>
          <a:prstGeom prst="straightConnector1">
            <a:avLst/>
          </a:prstGeom>
          <a:ln w="57150">
            <a:solidFill>
              <a:schemeClr val="accent1">
                <a:lumMod val="50000"/>
              </a:schemeClr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necteur droit avec flèche 69">
            <a:extLst>
              <a:ext uri="{FF2B5EF4-FFF2-40B4-BE49-F238E27FC236}">
                <a16:creationId xmlns:a16="http://schemas.microsoft.com/office/drawing/2014/main" id="{E938F902-96A6-EC13-CDDA-66BD03DE943E}"/>
              </a:ext>
            </a:extLst>
          </p:cNvPr>
          <p:cNvCxnSpPr>
            <a:cxnSpLocks/>
          </p:cNvCxnSpPr>
          <p:nvPr/>
        </p:nvCxnSpPr>
        <p:spPr>
          <a:xfrm>
            <a:off x="8484111" y="3813097"/>
            <a:ext cx="2328935" cy="0"/>
          </a:xfrm>
          <a:prstGeom prst="straightConnector1">
            <a:avLst/>
          </a:prstGeom>
          <a:ln w="57150">
            <a:solidFill>
              <a:schemeClr val="accent1">
                <a:lumMod val="50000"/>
              </a:schemeClr>
            </a:solidFill>
            <a:headEnd type="stealth" w="med" len="lg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ZoneTexte 70">
                <a:extLst>
                  <a:ext uri="{FF2B5EF4-FFF2-40B4-BE49-F238E27FC236}">
                    <a16:creationId xmlns:a16="http://schemas.microsoft.com/office/drawing/2014/main" id="{6F75565E-2535-B4F2-159E-75D9E6A88713}"/>
                  </a:ext>
                </a:extLst>
              </p:cNvPr>
              <p:cNvSpPr txBox="1"/>
              <p:nvPr/>
            </p:nvSpPr>
            <p:spPr>
              <a:xfrm>
                <a:off x="9578884" y="3526161"/>
                <a:ext cx="376706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b="1" i="1" smtClean="0">
                          <a:latin typeface="Cambria Math" panose="02040503050406030204" pitchFamily="18" charset="0"/>
                        </a:rPr>
                        <m:t>𝝁</m:t>
                      </m:r>
                      <m:r>
                        <a:rPr lang="fr-FR" sz="14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fr-FR" sz="1400" b="1" i="1" smtClean="0"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fr-FR" sz="14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FR" sz="1400" b="1" dirty="0"/>
              </a:p>
            </p:txBody>
          </p:sp>
        </mc:Choice>
        <mc:Fallback xmlns="">
          <p:sp>
            <p:nvSpPr>
              <p:cNvPr id="71" name="ZoneTexte 70">
                <a:extLst>
                  <a:ext uri="{FF2B5EF4-FFF2-40B4-BE49-F238E27FC236}">
                    <a16:creationId xmlns:a16="http://schemas.microsoft.com/office/drawing/2014/main" id="{AEB978D1-3651-1E35-CB26-191A1D2D62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78884" y="3526161"/>
                <a:ext cx="376706" cy="215444"/>
              </a:xfrm>
              <a:prstGeom prst="rect">
                <a:avLst/>
              </a:prstGeom>
              <a:blipFill>
                <a:blip r:embed="rId5"/>
                <a:stretch>
                  <a:fillRect l="-9677" r="-16129" b="-3055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2" name="Connecteur droit avec flèche 71">
            <a:extLst>
              <a:ext uri="{FF2B5EF4-FFF2-40B4-BE49-F238E27FC236}">
                <a16:creationId xmlns:a16="http://schemas.microsoft.com/office/drawing/2014/main" id="{9E4A2873-E469-1458-76A3-CD8C66C6742A}"/>
              </a:ext>
            </a:extLst>
          </p:cNvPr>
          <p:cNvCxnSpPr>
            <a:cxnSpLocks/>
          </p:cNvCxnSpPr>
          <p:nvPr/>
        </p:nvCxnSpPr>
        <p:spPr>
          <a:xfrm>
            <a:off x="7949105" y="1832863"/>
            <a:ext cx="7969" cy="1182236"/>
          </a:xfrm>
          <a:prstGeom prst="straightConnector1">
            <a:avLst/>
          </a:prstGeom>
          <a:ln w="57150">
            <a:solidFill>
              <a:schemeClr val="accent1">
                <a:lumMod val="50000"/>
              </a:schemeClr>
            </a:solidFill>
            <a:headEnd type="stealth" w="med" len="lg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ZoneTexte 73">
                <a:extLst>
                  <a:ext uri="{FF2B5EF4-FFF2-40B4-BE49-F238E27FC236}">
                    <a16:creationId xmlns:a16="http://schemas.microsoft.com/office/drawing/2014/main" id="{5A628A96-35B3-D1C1-3D52-9ABB427148E1}"/>
                  </a:ext>
                </a:extLst>
              </p:cNvPr>
              <p:cNvSpPr txBox="1"/>
              <p:nvPr/>
            </p:nvSpPr>
            <p:spPr>
              <a:xfrm>
                <a:off x="7495368" y="2341101"/>
                <a:ext cx="410369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b="1" i="1" smtClean="0">
                          <a:latin typeface="Cambria Math" panose="02040503050406030204" pitchFamily="18" charset="0"/>
                        </a:rPr>
                        <m:t>𝝀</m:t>
                      </m:r>
                      <m:r>
                        <a:rPr lang="fr-FR" sz="1400" b="1" i="1" smtClean="0">
                          <a:latin typeface="Cambria Math" panose="02040503050406030204" pitchFamily="18" charset="0"/>
                        </a:rPr>
                        <m:t>′(</m:t>
                      </m:r>
                      <m:r>
                        <a:rPr lang="fr-FR" sz="1400" b="1" i="1" smtClean="0"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fr-FR" sz="14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FR" sz="1400" b="1" dirty="0"/>
              </a:p>
            </p:txBody>
          </p:sp>
        </mc:Choice>
        <mc:Fallback xmlns="">
          <p:sp>
            <p:nvSpPr>
              <p:cNvPr id="74" name="ZoneTexte 73">
                <a:extLst>
                  <a:ext uri="{FF2B5EF4-FFF2-40B4-BE49-F238E27FC236}">
                    <a16:creationId xmlns:a16="http://schemas.microsoft.com/office/drawing/2014/main" id="{96717AE6-B13C-6D74-CB63-9A0FB71466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95368" y="2341101"/>
                <a:ext cx="410369" cy="215444"/>
              </a:xfrm>
              <a:prstGeom prst="rect">
                <a:avLst/>
              </a:prstGeom>
              <a:blipFill>
                <a:blip r:embed="rId6"/>
                <a:stretch>
                  <a:fillRect l="-11940" t="-2857" r="-14925" b="-3428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8" name="Ellipse 67">
            <a:extLst>
              <a:ext uri="{FF2B5EF4-FFF2-40B4-BE49-F238E27FC236}">
                <a16:creationId xmlns:a16="http://schemas.microsoft.com/office/drawing/2014/main" id="{6339B9C4-EBE6-0A95-7D37-8373B1DCEF75}"/>
              </a:ext>
            </a:extLst>
          </p:cNvPr>
          <p:cNvSpPr/>
          <p:nvPr/>
        </p:nvSpPr>
        <p:spPr>
          <a:xfrm>
            <a:off x="2029893" y="2340545"/>
            <a:ext cx="216000" cy="216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50" b="1" dirty="0">
                <a:solidFill>
                  <a:srgbClr val="C00000"/>
                </a:solidFill>
              </a:rPr>
              <a:t>6</a:t>
            </a:r>
            <a:endParaRPr lang="fr-FR" sz="1400" b="1" dirty="0">
              <a:solidFill>
                <a:srgbClr val="C00000"/>
              </a:solidFill>
            </a:endParaRPr>
          </a:p>
        </p:txBody>
      </p:sp>
      <p:sp>
        <p:nvSpPr>
          <p:cNvPr id="69" name="Ellipse 68">
            <a:extLst>
              <a:ext uri="{FF2B5EF4-FFF2-40B4-BE49-F238E27FC236}">
                <a16:creationId xmlns:a16="http://schemas.microsoft.com/office/drawing/2014/main" id="{BC08192A-8F58-3F8D-E5DD-A7709585FF98}"/>
              </a:ext>
            </a:extLst>
          </p:cNvPr>
          <p:cNvSpPr/>
          <p:nvPr/>
        </p:nvSpPr>
        <p:spPr>
          <a:xfrm>
            <a:off x="948312" y="1886291"/>
            <a:ext cx="216000" cy="216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50" b="1" dirty="0">
                <a:solidFill>
                  <a:srgbClr val="FFC000"/>
                </a:solidFill>
              </a:rPr>
              <a:t>a</a:t>
            </a:r>
            <a:endParaRPr lang="fr-FR" sz="1400" b="1" dirty="0">
              <a:solidFill>
                <a:srgbClr val="FFC000"/>
              </a:solidFill>
            </a:endParaRPr>
          </a:p>
        </p:txBody>
      </p:sp>
      <p:sp>
        <p:nvSpPr>
          <p:cNvPr id="73" name="Ellipse 72">
            <a:extLst>
              <a:ext uri="{FF2B5EF4-FFF2-40B4-BE49-F238E27FC236}">
                <a16:creationId xmlns:a16="http://schemas.microsoft.com/office/drawing/2014/main" id="{2AF0090C-03DF-EEE1-E118-F63DF1B03C02}"/>
              </a:ext>
            </a:extLst>
          </p:cNvPr>
          <p:cNvSpPr/>
          <p:nvPr/>
        </p:nvSpPr>
        <p:spPr>
          <a:xfrm>
            <a:off x="2388060" y="1886291"/>
            <a:ext cx="216000" cy="216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50" b="1" dirty="0">
                <a:solidFill>
                  <a:srgbClr val="7030A0"/>
                </a:solidFill>
              </a:rPr>
              <a:t>d</a:t>
            </a:r>
            <a:endParaRPr lang="fr-FR" sz="1400" b="1" dirty="0">
              <a:solidFill>
                <a:srgbClr val="7030A0"/>
              </a:solidFill>
            </a:endParaRPr>
          </a:p>
        </p:txBody>
      </p:sp>
      <p:sp>
        <p:nvSpPr>
          <p:cNvPr id="77" name="Ellipse 76">
            <a:extLst>
              <a:ext uri="{FF2B5EF4-FFF2-40B4-BE49-F238E27FC236}">
                <a16:creationId xmlns:a16="http://schemas.microsoft.com/office/drawing/2014/main" id="{B9B6A03B-8A01-C195-5AD7-047EEDF6EDF4}"/>
              </a:ext>
            </a:extLst>
          </p:cNvPr>
          <p:cNvSpPr/>
          <p:nvPr/>
        </p:nvSpPr>
        <p:spPr>
          <a:xfrm>
            <a:off x="1668186" y="1886291"/>
            <a:ext cx="216000" cy="216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50" b="1" dirty="0">
                <a:solidFill>
                  <a:srgbClr val="7030A0"/>
                </a:solidFill>
              </a:rPr>
              <a:t>b</a:t>
            </a:r>
            <a:endParaRPr lang="fr-FR" sz="1400" b="1" dirty="0">
              <a:solidFill>
                <a:srgbClr val="7030A0"/>
              </a:solidFill>
            </a:endParaRPr>
          </a:p>
        </p:txBody>
      </p:sp>
      <p:sp>
        <p:nvSpPr>
          <p:cNvPr id="78" name="Ellipse 77">
            <a:extLst>
              <a:ext uri="{FF2B5EF4-FFF2-40B4-BE49-F238E27FC236}">
                <a16:creationId xmlns:a16="http://schemas.microsoft.com/office/drawing/2014/main" id="{2B212495-0A11-39A4-F589-02DEA24E8266}"/>
              </a:ext>
            </a:extLst>
          </p:cNvPr>
          <p:cNvSpPr/>
          <p:nvPr/>
        </p:nvSpPr>
        <p:spPr>
          <a:xfrm>
            <a:off x="3107934" y="1886291"/>
            <a:ext cx="216000" cy="216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50" b="1" dirty="0">
                <a:solidFill>
                  <a:srgbClr val="FFC000"/>
                </a:solidFill>
              </a:rPr>
              <a:t>c</a:t>
            </a:r>
            <a:endParaRPr lang="fr-FR" sz="1400" b="1" dirty="0">
              <a:solidFill>
                <a:srgbClr val="FFC000"/>
              </a:solidFill>
            </a:endParaRPr>
          </a:p>
        </p:txBody>
      </p:sp>
      <p:sp>
        <p:nvSpPr>
          <p:cNvPr id="84" name="Ellipse 83">
            <a:extLst>
              <a:ext uri="{FF2B5EF4-FFF2-40B4-BE49-F238E27FC236}">
                <a16:creationId xmlns:a16="http://schemas.microsoft.com/office/drawing/2014/main" id="{CBA93067-A860-1813-A4BE-8BB6DDD31121}"/>
              </a:ext>
            </a:extLst>
          </p:cNvPr>
          <p:cNvSpPr/>
          <p:nvPr/>
        </p:nvSpPr>
        <p:spPr>
          <a:xfrm>
            <a:off x="2035550" y="1425754"/>
            <a:ext cx="216000" cy="216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000" b="1" dirty="0">
                <a:solidFill>
                  <a:srgbClr val="0070C0"/>
                </a:solidFill>
              </a:rPr>
              <a:t>11</a:t>
            </a:r>
            <a:endParaRPr lang="fr-FR" sz="1200" b="1" dirty="0">
              <a:solidFill>
                <a:srgbClr val="0070C0"/>
              </a:solidFill>
            </a:endParaRPr>
          </a:p>
        </p:txBody>
      </p:sp>
      <p:cxnSp>
        <p:nvCxnSpPr>
          <p:cNvPr id="86" name="Connecteur droit 85">
            <a:extLst>
              <a:ext uri="{FF2B5EF4-FFF2-40B4-BE49-F238E27FC236}">
                <a16:creationId xmlns:a16="http://schemas.microsoft.com/office/drawing/2014/main" id="{6EBCBB3C-77FA-572A-BE53-4BC39BFFDE8D}"/>
              </a:ext>
            </a:extLst>
          </p:cNvPr>
          <p:cNvCxnSpPr>
            <a:stCxn id="69" idx="7"/>
            <a:endCxn id="84" idx="2"/>
          </p:cNvCxnSpPr>
          <p:nvPr/>
        </p:nvCxnSpPr>
        <p:spPr>
          <a:xfrm flipV="1">
            <a:off x="1132680" y="1533754"/>
            <a:ext cx="902870" cy="38416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Connecteur droit 86">
            <a:extLst>
              <a:ext uri="{FF2B5EF4-FFF2-40B4-BE49-F238E27FC236}">
                <a16:creationId xmlns:a16="http://schemas.microsoft.com/office/drawing/2014/main" id="{9780EB08-94D8-B0E3-ECDE-5B8826449D85}"/>
              </a:ext>
            </a:extLst>
          </p:cNvPr>
          <p:cNvCxnSpPr>
            <a:cxnSpLocks/>
            <a:stCxn id="78" idx="0"/>
            <a:endCxn id="84" idx="6"/>
          </p:cNvCxnSpPr>
          <p:nvPr/>
        </p:nvCxnSpPr>
        <p:spPr>
          <a:xfrm flipH="1" flipV="1">
            <a:off x="2251550" y="1533754"/>
            <a:ext cx="964384" cy="3525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Connecteur droit 89">
            <a:extLst>
              <a:ext uri="{FF2B5EF4-FFF2-40B4-BE49-F238E27FC236}">
                <a16:creationId xmlns:a16="http://schemas.microsoft.com/office/drawing/2014/main" id="{B5E628F8-35AC-3EE7-399A-076041BD1D8D}"/>
              </a:ext>
            </a:extLst>
          </p:cNvPr>
          <p:cNvCxnSpPr>
            <a:cxnSpLocks/>
            <a:stCxn id="77" idx="7"/>
            <a:endCxn id="84" idx="3"/>
          </p:cNvCxnSpPr>
          <p:nvPr/>
        </p:nvCxnSpPr>
        <p:spPr>
          <a:xfrm flipV="1">
            <a:off x="1852554" y="1610122"/>
            <a:ext cx="214628" cy="30780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Connecteur droit 93">
            <a:extLst>
              <a:ext uri="{FF2B5EF4-FFF2-40B4-BE49-F238E27FC236}">
                <a16:creationId xmlns:a16="http://schemas.microsoft.com/office/drawing/2014/main" id="{2A140BFC-A468-8CFE-EB46-6900B6538085}"/>
              </a:ext>
            </a:extLst>
          </p:cNvPr>
          <p:cNvCxnSpPr>
            <a:cxnSpLocks/>
            <a:stCxn id="73" idx="1"/>
            <a:endCxn id="84" idx="5"/>
          </p:cNvCxnSpPr>
          <p:nvPr/>
        </p:nvCxnSpPr>
        <p:spPr>
          <a:xfrm flipH="1" flipV="1">
            <a:off x="2219918" y="1610122"/>
            <a:ext cx="199774" cy="30780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96">
            <a:extLst>
              <a:ext uri="{FF2B5EF4-FFF2-40B4-BE49-F238E27FC236}">
                <a16:creationId xmlns:a16="http://schemas.microsoft.com/office/drawing/2014/main" id="{EA050619-9FA9-1B02-3E3A-B71DFB02FCB6}"/>
              </a:ext>
            </a:extLst>
          </p:cNvPr>
          <p:cNvCxnSpPr>
            <a:cxnSpLocks/>
            <a:stCxn id="77" idx="5"/>
            <a:endCxn id="68" idx="1"/>
          </p:cNvCxnSpPr>
          <p:nvPr/>
        </p:nvCxnSpPr>
        <p:spPr>
          <a:xfrm>
            <a:off x="1852554" y="2070659"/>
            <a:ext cx="208971" cy="3015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Connecteur droit 100">
            <a:extLst>
              <a:ext uri="{FF2B5EF4-FFF2-40B4-BE49-F238E27FC236}">
                <a16:creationId xmlns:a16="http://schemas.microsoft.com/office/drawing/2014/main" id="{E47C9742-C950-BE90-9561-CD2858D1907D}"/>
              </a:ext>
            </a:extLst>
          </p:cNvPr>
          <p:cNvCxnSpPr>
            <a:cxnSpLocks/>
            <a:stCxn id="69" idx="5"/>
            <a:endCxn id="68" idx="2"/>
          </p:cNvCxnSpPr>
          <p:nvPr/>
        </p:nvCxnSpPr>
        <p:spPr>
          <a:xfrm>
            <a:off x="1132680" y="2070659"/>
            <a:ext cx="897213" cy="3778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Connecteur droit 104">
            <a:extLst>
              <a:ext uri="{FF2B5EF4-FFF2-40B4-BE49-F238E27FC236}">
                <a16:creationId xmlns:a16="http://schemas.microsoft.com/office/drawing/2014/main" id="{2A0E4F22-77E5-ECB3-6391-1BC571F0F03F}"/>
              </a:ext>
            </a:extLst>
          </p:cNvPr>
          <p:cNvCxnSpPr>
            <a:cxnSpLocks/>
            <a:stCxn id="73" idx="3"/>
            <a:endCxn id="68" idx="7"/>
          </p:cNvCxnSpPr>
          <p:nvPr/>
        </p:nvCxnSpPr>
        <p:spPr>
          <a:xfrm flipH="1">
            <a:off x="2214261" y="2070659"/>
            <a:ext cx="205431" cy="3015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Connecteur droit 108">
            <a:extLst>
              <a:ext uri="{FF2B5EF4-FFF2-40B4-BE49-F238E27FC236}">
                <a16:creationId xmlns:a16="http://schemas.microsoft.com/office/drawing/2014/main" id="{4854CB11-8A10-2346-27F0-91474B3A279B}"/>
              </a:ext>
            </a:extLst>
          </p:cNvPr>
          <p:cNvCxnSpPr>
            <a:cxnSpLocks/>
            <a:stCxn id="78" idx="4"/>
            <a:endCxn id="68" idx="6"/>
          </p:cNvCxnSpPr>
          <p:nvPr/>
        </p:nvCxnSpPr>
        <p:spPr>
          <a:xfrm flipH="1">
            <a:off x="2245893" y="2102291"/>
            <a:ext cx="970041" cy="34625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Connecteur droit 112">
            <a:extLst>
              <a:ext uri="{FF2B5EF4-FFF2-40B4-BE49-F238E27FC236}">
                <a16:creationId xmlns:a16="http://schemas.microsoft.com/office/drawing/2014/main" id="{01B35842-5C04-0DA8-4407-6B8F2A6E7A40}"/>
              </a:ext>
            </a:extLst>
          </p:cNvPr>
          <p:cNvCxnSpPr>
            <a:cxnSpLocks/>
            <a:stCxn id="77" idx="2"/>
            <a:endCxn id="69" idx="6"/>
          </p:cNvCxnSpPr>
          <p:nvPr/>
        </p:nvCxnSpPr>
        <p:spPr>
          <a:xfrm flipH="1">
            <a:off x="1164312" y="1994291"/>
            <a:ext cx="50387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Connecteur droit 115">
            <a:extLst>
              <a:ext uri="{FF2B5EF4-FFF2-40B4-BE49-F238E27FC236}">
                <a16:creationId xmlns:a16="http://schemas.microsoft.com/office/drawing/2014/main" id="{87B99ECA-A293-3E5C-1D54-0B2CBE1F3E63}"/>
              </a:ext>
            </a:extLst>
          </p:cNvPr>
          <p:cNvCxnSpPr>
            <a:cxnSpLocks/>
            <a:stCxn id="73" idx="6"/>
            <a:endCxn id="78" idx="2"/>
          </p:cNvCxnSpPr>
          <p:nvPr/>
        </p:nvCxnSpPr>
        <p:spPr>
          <a:xfrm>
            <a:off x="2604060" y="1994291"/>
            <a:ext cx="50387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Éclair 122">
            <a:extLst>
              <a:ext uri="{FF2B5EF4-FFF2-40B4-BE49-F238E27FC236}">
                <a16:creationId xmlns:a16="http://schemas.microsoft.com/office/drawing/2014/main" id="{06A486A0-1C4D-106C-BF41-DFD0D1EAD20D}"/>
              </a:ext>
            </a:extLst>
          </p:cNvPr>
          <p:cNvSpPr/>
          <p:nvPr/>
        </p:nvSpPr>
        <p:spPr>
          <a:xfrm rot="16610671">
            <a:off x="2832745" y="2088074"/>
            <a:ext cx="309842" cy="229632"/>
          </a:xfrm>
          <a:prstGeom prst="lightningBol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4" name="Éclair 123">
            <a:extLst>
              <a:ext uri="{FF2B5EF4-FFF2-40B4-BE49-F238E27FC236}">
                <a16:creationId xmlns:a16="http://schemas.microsoft.com/office/drawing/2014/main" id="{5F2D3A69-CE1E-E59E-13A4-6C43EEBEBE9F}"/>
              </a:ext>
            </a:extLst>
          </p:cNvPr>
          <p:cNvSpPr/>
          <p:nvPr/>
        </p:nvSpPr>
        <p:spPr>
          <a:xfrm rot="4989329" flipH="1">
            <a:off x="1869417" y="2050710"/>
            <a:ext cx="309842" cy="229632"/>
          </a:xfrm>
          <a:prstGeom prst="lightningBol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5" name="Éclair 124">
            <a:extLst>
              <a:ext uri="{FF2B5EF4-FFF2-40B4-BE49-F238E27FC236}">
                <a16:creationId xmlns:a16="http://schemas.microsoft.com/office/drawing/2014/main" id="{D28E7565-103E-9441-0486-8CB71CD91472}"/>
              </a:ext>
            </a:extLst>
          </p:cNvPr>
          <p:cNvSpPr/>
          <p:nvPr/>
        </p:nvSpPr>
        <p:spPr>
          <a:xfrm rot="6007576">
            <a:off x="2152409" y="1155654"/>
            <a:ext cx="309842" cy="229632"/>
          </a:xfrm>
          <a:prstGeom prst="lightningBol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6" name="Espace réservé du contenu 2">
                <a:extLst>
                  <a:ext uri="{FF2B5EF4-FFF2-40B4-BE49-F238E27FC236}">
                    <a16:creationId xmlns:a16="http://schemas.microsoft.com/office/drawing/2014/main" id="{E093C812-7200-6E73-1731-EB2B34757C0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7795" y="2801082"/>
                <a:ext cx="6228187" cy="3434144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fr-FR" b="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  <m:r>
                      <a:rPr lang="fr-FR" b="0" i="1" smtClean="0">
                        <a:latin typeface="Cambria Math" panose="02040503050406030204" pitchFamily="18" charset="0"/>
                      </a:rPr>
                      <m:t>=8+4</m:t>
                    </m:r>
                  </m:oMath>
                </a14:m>
                <a:endParaRPr lang="fr-FR" b="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  <m:r>
                      <a:rPr lang="fr-FR" b="0" i="1" smtClean="0">
                        <a:latin typeface="Cambria Math" panose="02040503050406030204" pitchFamily="18" charset="0"/>
                      </a:rPr>
                      <m:t>=18</m:t>
                    </m:r>
                  </m:oMath>
                </a14:m>
                <a:endParaRPr lang="fr-FR" b="0" dirty="0"/>
              </a:p>
              <a:p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  <m:r>
                      <a:rPr lang="fr-FR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</m:oMath>
                </a14:m>
                <a:endParaRPr lang="fr-FR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=1−12+16=5</m:t>
                    </m:r>
                  </m:oMath>
                </a14:m>
                <a:endParaRPr lang="fr-FR" b="0" dirty="0"/>
              </a:p>
            </p:txBody>
          </p:sp>
        </mc:Choice>
        <mc:Fallback>
          <p:sp>
            <p:nvSpPr>
              <p:cNvPr id="126" name="Espace réservé du contenu 2">
                <a:extLst>
                  <a:ext uri="{FF2B5EF4-FFF2-40B4-BE49-F238E27FC236}">
                    <a16:creationId xmlns:a16="http://schemas.microsoft.com/office/drawing/2014/main" id="{E093C812-7200-6E73-1731-EB2B34757C0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7795" y="2801082"/>
                <a:ext cx="6228187" cy="3434144"/>
              </a:xfr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519611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92C1190-8267-8316-1B4D-BCDE0004A4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97B57A5-C57B-746C-98D3-48809D771A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998034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B794E1E6-E0CB-0314-482E-A48AE59E0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09</a:t>
            </a:r>
            <a:br>
              <a:rPr lang="fr-FR" dirty="0"/>
            </a:br>
            <a:r>
              <a:rPr lang="fr-FR" dirty="0"/>
              <a:t>Dimensionnement d’un actionneur en dynamique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31164354-1A91-E980-2D9B-9062246D64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858229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fr-FR" dirty="0"/>
              <a:t>Objectif :</a:t>
            </a:r>
          </a:p>
          <a:p>
            <a:pPr lvl="1"/>
            <a:r>
              <a:rPr lang="fr-FR" dirty="0"/>
              <a:t> On souhaite déterminer le couple maximal et la vitesse maximale d’un moteur pour pouvoir déplacer une charge de XXX kg en moins de XXXX s. </a:t>
            </a:r>
          </a:p>
          <a:p>
            <a:pPr lvl="1"/>
            <a:endParaRPr lang="fr-FR" dirty="0"/>
          </a:p>
          <a:p>
            <a:r>
              <a:rPr lang="fr-FR" dirty="0"/>
              <a:t>Modèle </a:t>
            </a:r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Expérimentation : première approche pour avoir une estimation de la puissance</a:t>
            </a:r>
          </a:p>
          <a:p>
            <a:pPr lvl="1"/>
            <a:r>
              <a:rPr lang="fr-FR" dirty="0"/>
              <a:t>Protocole Expérimental</a:t>
            </a:r>
          </a:p>
          <a:p>
            <a:pPr lvl="2"/>
            <a:r>
              <a:rPr lang="fr-FR" dirty="0"/>
              <a:t>Montée, avec un chargement maximal, et un échelon de position</a:t>
            </a:r>
          </a:p>
          <a:p>
            <a:pPr lvl="2"/>
            <a:r>
              <a:rPr lang="fr-FR" dirty="0"/>
              <a:t>Mesure de la vitesse grâce à la génératrice tachymétrique ou au codeur/potentiomètre</a:t>
            </a:r>
          </a:p>
          <a:p>
            <a:pPr lvl="2"/>
            <a:r>
              <a:rPr lang="fr-FR" dirty="0"/>
              <a:t>Meure du couple moteur grâce au courant…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  <p:grpSp>
        <p:nvGrpSpPr>
          <p:cNvPr id="86" name="Groupe 85"/>
          <p:cNvGrpSpPr/>
          <p:nvPr/>
        </p:nvGrpSpPr>
        <p:grpSpPr>
          <a:xfrm>
            <a:off x="3241822" y="2261019"/>
            <a:ext cx="5568476" cy="1462084"/>
            <a:chOff x="4452429" y="3393409"/>
            <a:chExt cx="5568476" cy="1462084"/>
          </a:xfrm>
        </p:grpSpPr>
        <p:sp>
          <p:nvSpPr>
            <p:cNvPr id="48" name="Rectangle : coins arrondis 15">
              <a:extLst>
                <a:ext uri="{FF2B5EF4-FFF2-40B4-BE49-F238E27FC236}">
                  <a16:creationId xmlns:a16="http://schemas.microsoft.com/office/drawing/2014/main" id="{B8181AD4-9AB8-CA7B-EFBF-8B9CD4369264}"/>
                </a:ext>
              </a:extLst>
            </p:cNvPr>
            <p:cNvSpPr/>
            <p:nvPr/>
          </p:nvSpPr>
          <p:spPr>
            <a:xfrm>
              <a:off x="5380883" y="3542688"/>
              <a:ext cx="1440000" cy="540000"/>
            </a:xfrm>
            <a:prstGeom prst="roundRect">
              <a:avLst>
                <a:gd name="adj" fmla="val 11914"/>
              </a:avLst>
            </a:prstGeom>
            <a:noFill/>
            <a:ln w="19050">
              <a:solidFill>
                <a:srgbClr val="68348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400" dirty="0">
                  <a:solidFill>
                    <a:srgbClr val="68348B"/>
                  </a:solidFill>
                  <a:latin typeface="Arial Nova" panose="020B0504020202020204" pitchFamily="34" charset="0"/>
                </a:rPr>
                <a:t>Convertir</a:t>
              </a:r>
            </a:p>
          </p:txBody>
        </p:sp>
        <p:sp>
          <p:nvSpPr>
            <p:cNvPr id="49" name="Rectangle : coins arrondis 16">
              <a:extLst>
                <a:ext uri="{FF2B5EF4-FFF2-40B4-BE49-F238E27FC236}">
                  <a16:creationId xmlns:a16="http://schemas.microsoft.com/office/drawing/2014/main" id="{7E462E27-42D7-734B-5E6F-B78EF40987B6}"/>
                </a:ext>
              </a:extLst>
            </p:cNvPr>
            <p:cNvSpPr/>
            <p:nvPr/>
          </p:nvSpPr>
          <p:spPr>
            <a:xfrm>
              <a:off x="5389319" y="4223146"/>
              <a:ext cx="1440000" cy="540000"/>
            </a:xfrm>
            <a:prstGeom prst="roundRect">
              <a:avLst>
                <a:gd name="adj" fmla="val 11914"/>
              </a:avLst>
            </a:prstGeom>
            <a:solidFill>
              <a:srgbClr val="C3AED1"/>
            </a:solidFill>
            <a:ln w="19050">
              <a:solidFill>
                <a:srgbClr val="C3AED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100" dirty="0">
                  <a:solidFill>
                    <a:srgbClr val="68348B"/>
                  </a:solidFill>
                  <a:latin typeface="Arial Nova" panose="020B0504020202020204" pitchFamily="34" charset="0"/>
                </a:rPr>
                <a:t>Moteur à courant continu</a:t>
              </a:r>
            </a:p>
          </p:txBody>
        </p:sp>
        <p:sp>
          <p:nvSpPr>
            <p:cNvPr id="50" name="Rectangle : coins arrondis 17">
              <a:extLst>
                <a:ext uri="{FF2B5EF4-FFF2-40B4-BE49-F238E27FC236}">
                  <a16:creationId xmlns:a16="http://schemas.microsoft.com/office/drawing/2014/main" id="{AA76E29F-1BCE-DD76-499C-CE8F3E850A8E}"/>
                </a:ext>
              </a:extLst>
            </p:cNvPr>
            <p:cNvSpPr/>
            <p:nvPr/>
          </p:nvSpPr>
          <p:spPr>
            <a:xfrm>
              <a:off x="7542872" y="3545795"/>
              <a:ext cx="1365662" cy="534390"/>
            </a:xfrm>
            <a:prstGeom prst="roundRect">
              <a:avLst>
                <a:gd name="adj" fmla="val 11914"/>
              </a:avLst>
            </a:prstGeom>
            <a:noFill/>
            <a:ln w="19050">
              <a:solidFill>
                <a:srgbClr val="EE685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400" dirty="0">
                  <a:solidFill>
                    <a:srgbClr val="EE685D"/>
                  </a:solidFill>
                  <a:latin typeface="Arial Nova" panose="020B0504020202020204" pitchFamily="34" charset="0"/>
                </a:rPr>
                <a:t>Transmettre</a:t>
              </a:r>
            </a:p>
          </p:txBody>
        </p:sp>
        <p:sp>
          <p:nvSpPr>
            <p:cNvPr id="51" name="Rectangle : coins arrondis 18">
              <a:extLst>
                <a:ext uri="{FF2B5EF4-FFF2-40B4-BE49-F238E27FC236}">
                  <a16:creationId xmlns:a16="http://schemas.microsoft.com/office/drawing/2014/main" id="{A66FC087-C9BC-9FD1-6C13-AD7571852AD4}"/>
                </a:ext>
              </a:extLst>
            </p:cNvPr>
            <p:cNvSpPr/>
            <p:nvPr/>
          </p:nvSpPr>
          <p:spPr>
            <a:xfrm>
              <a:off x="7549319" y="4202642"/>
              <a:ext cx="1365662" cy="652851"/>
            </a:xfrm>
            <a:prstGeom prst="roundRect">
              <a:avLst>
                <a:gd name="adj" fmla="val 11914"/>
              </a:avLst>
            </a:prstGeom>
            <a:solidFill>
              <a:srgbClr val="F7B8B3"/>
            </a:solidFill>
            <a:ln w="19050">
              <a:solidFill>
                <a:srgbClr val="F7B8B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900" dirty="0">
                  <a:solidFill>
                    <a:srgbClr val="EE685D"/>
                  </a:solidFill>
                  <a:latin typeface="Arial Nova" panose="020B0504020202020204" pitchFamily="34" charset="0"/>
                </a:rPr>
                <a:t>Mécanisme</a:t>
              </a:r>
            </a:p>
          </p:txBody>
        </p:sp>
        <p:cxnSp>
          <p:nvCxnSpPr>
            <p:cNvPr id="54" name="Connecteur droit avec flèche 53">
              <a:extLst>
                <a:ext uri="{FF2B5EF4-FFF2-40B4-BE49-F238E27FC236}">
                  <a16:creationId xmlns:a16="http://schemas.microsoft.com/office/drawing/2014/main" id="{6E52C4D0-B55B-30AA-F92B-6E09F0A4D9C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69319" y="3798320"/>
              <a:ext cx="720000" cy="1536"/>
            </a:xfrm>
            <a:prstGeom prst="straightConnector1">
              <a:avLst/>
            </a:prstGeom>
            <a:ln w="25400" cap="rnd">
              <a:solidFill>
                <a:srgbClr val="0C739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5" name="Image 54">
              <a:extLst>
                <a:ext uri="{FF2B5EF4-FFF2-40B4-BE49-F238E27FC236}">
                  <a16:creationId xmlns:a16="http://schemas.microsoft.com/office/drawing/2014/main" id="{F31071D2-3D9A-9512-E018-EA9EA1D5A07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838894" y="3393409"/>
              <a:ext cx="360000" cy="360000"/>
            </a:xfrm>
            <a:prstGeom prst="rect">
              <a:avLst/>
            </a:prstGeom>
          </p:spPr>
        </p:pic>
        <p:cxnSp>
          <p:nvCxnSpPr>
            <p:cNvPr id="56" name="Connecteur droit avec flèche 55">
              <a:extLst>
                <a:ext uri="{FF2B5EF4-FFF2-40B4-BE49-F238E27FC236}">
                  <a16:creationId xmlns:a16="http://schemas.microsoft.com/office/drawing/2014/main" id="{75B4C387-2DFC-8DD6-0817-E4B93F7F3F8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29319" y="3807925"/>
              <a:ext cx="720000" cy="1536"/>
            </a:xfrm>
            <a:prstGeom prst="straightConnector1">
              <a:avLst/>
            </a:prstGeom>
            <a:ln w="25400" cap="rnd">
              <a:solidFill>
                <a:srgbClr val="68348B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7" name="Image 56">
              <a:extLst>
                <a:ext uri="{FF2B5EF4-FFF2-40B4-BE49-F238E27FC236}">
                  <a16:creationId xmlns:a16="http://schemas.microsoft.com/office/drawing/2014/main" id="{F1B5964F-3473-92A5-6A3A-F03DA766A90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993108" y="3418676"/>
              <a:ext cx="360000" cy="360000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ZoneTexte 63">
                  <a:extLst>
                    <a:ext uri="{FF2B5EF4-FFF2-40B4-BE49-F238E27FC236}">
                      <a16:creationId xmlns:a16="http://schemas.microsoft.com/office/drawing/2014/main" id="{B39CA18C-C050-2248-E6F6-D99BB87303C8}"/>
                    </a:ext>
                  </a:extLst>
                </p:cNvPr>
                <p:cNvSpPr txBox="1"/>
                <p:nvPr/>
              </p:nvSpPr>
              <p:spPr>
                <a:xfrm>
                  <a:off x="4452429" y="3859412"/>
                  <a:ext cx="1161960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fr-FR" sz="1200" b="1" dirty="0">
                      <a:solidFill>
                        <a:srgbClr val="FFB25A"/>
                      </a:solidFill>
                      <a:latin typeface="Arial Nova" panose="020B0504020202020204" pitchFamily="34" charset="0"/>
                    </a:rPr>
                    <a:t> xx V </a:t>
                  </a:r>
                  <a14:m>
                    <m:oMath xmlns:m="http://schemas.openxmlformats.org/officeDocument/2006/math">
                      <m:r>
                        <a:rPr lang="fr-FR" sz="1200" b="1" i="0" smtClean="0">
                          <a:solidFill>
                            <a:srgbClr val="FFB25A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=</m:t>
                      </m:r>
                    </m:oMath>
                  </a14:m>
                  <a:endParaRPr lang="fr-FR" sz="1200" b="1" dirty="0">
                    <a:solidFill>
                      <a:srgbClr val="FFB25A"/>
                    </a:solidFill>
                    <a:latin typeface="Arial Nova" panose="020B0504020202020204" pitchFamily="34" charset="0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sz="1200" b="1" i="1" smtClean="0">
                            <a:solidFill>
                              <a:srgbClr val="FFB25A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𝓟</m:t>
                        </m:r>
                        <m:r>
                          <a:rPr lang="fr-FR" sz="1200" b="1" i="1" smtClean="0">
                            <a:solidFill>
                              <a:srgbClr val="FFB25A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fr-FR" sz="1200" b="1" i="1" smtClean="0">
                            <a:solidFill>
                              <a:srgbClr val="FFB25A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𝑼𝑰</m:t>
                        </m:r>
                      </m:oMath>
                    </m:oMathPara>
                  </a14:m>
                  <a:endParaRPr lang="fr-FR" sz="1200" b="1" dirty="0">
                    <a:solidFill>
                      <a:srgbClr val="FFB25A"/>
                    </a:solidFill>
                    <a:latin typeface="Arial Nova" panose="020B0504020202020204" pitchFamily="34" charset="0"/>
                  </a:endParaRPr>
                </a:p>
              </p:txBody>
            </p:sp>
          </mc:Choice>
          <mc:Fallback xmlns="">
            <p:sp>
              <p:nvSpPr>
                <p:cNvPr id="64" name="ZoneTexte 63">
                  <a:extLst>
                    <a:ext uri="{FF2B5EF4-FFF2-40B4-BE49-F238E27FC236}">
                      <a16:creationId xmlns:a16="http://schemas.microsoft.com/office/drawing/2014/main" id="{B39CA18C-C050-2248-E6F6-D99BB87303C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52429" y="3859412"/>
                  <a:ext cx="1161960" cy="461665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71" name="Groupe 70">
              <a:extLst>
                <a:ext uri="{FF2B5EF4-FFF2-40B4-BE49-F238E27FC236}">
                  <a16:creationId xmlns:a16="http://schemas.microsoft.com/office/drawing/2014/main" id="{3A416195-885D-B412-950E-1F349C5CC6AB}"/>
                </a:ext>
              </a:extLst>
            </p:cNvPr>
            <p:cNvGrpSpPr/>
            <p:nvPr/>
          </p:nvGrpSpPr>
          <p:grpSpPr>
            <a:xfrm>
              <a:off x="8079091" y="3940734"/>
              <a:ext cx="360000" cy="360000"/>
              <a:chOff x="5447928" y="2816932"/>
              <a:chExt cx="1800000" cy="1800000"/>
            </a:xfrm>
          </p:grpSpPr>
          <p:sp>
            <p:nvSpPr>
              <p:cNvPr id="72" name="Ellipse 71">
                <a:extLst>
                  <a:ext uri="{FF2B5EF4-FFF2-40B4-BE49-F238E27FC236}">
                    <a16:creationId xmlns:a16="http://schemas.microsoft.com/office/drawing/2014/main" id="{689719FF-319E-F4C6-E150-B6C708728D00}"/>
                  </a:ext>
                </a:extLst>
              </p:cNvPr>
              <p:cNvSpPr/>
              <p:nvPr/>
            </p:nvSpPr>
            <p:spPr>
              <a:xfrm>
                <a:off x="5447928" y="2816932"/>
                <a:ext cx="1800000" cy="1800000"/>
              </a:xfrm>
              <a:prstGeom prst="ellipse">
                <a:avLst/>
              </a:prstGeom>
              <a:solidFill>
                <a:srgbClr val="EF726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pic>
            <p:nvPicPr>
              <p:cNvPr id="73" name="Image 72">
                <a:extLst>
                  <a:ext uri="{FF2B5EF4-FFF2-40B4-BE49-F238E27FC236}">
                    <a16:creationId xmlns:a16="http://schemas.microsoft.com/office/drawing/2014/main" id="{1AC2262C-D76B-934A-5E65-99DB0E926C9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 flipH="1">
                <a:off x="5627848" y="2996852"/>
                <a:ext cx="1440160" cy="1440160"/>
              </a:xfrm>
              <a:prstGeom prst="rect">
                <a:avLst/>
              </a:prstGeom>
            </p:spPr>
          </p:pic>
        </p:grpSp>
        <p:grpSp>
          <p:nvGrpSpPr>
            <p:cNvPr id="74" name="Groupe 73">
              <a:extLst>
                <a:ext uri="{FF2B5EF4-FFF2-40B4-BE49-F238E27FC236}">
                  <a16:creationId xmlns:a16="http://schemas.microsoft.com/office/drawing/2014/main" id="{62B9229E-5DD5-9728-B982-E481189F9BEC}"/>
                </a:ext>
              </a:extLst>
            </p:cNvPr>
            <p:cNvGrpSpPr/>
            <p:nvPr/>
          </p:nvGrpSpPr>
          <p:grpSpPr>
            <a:xfrm>
              <a:off x="5929319" y="3962771"/>
              <a:ext cx="360000" cy="360000"/>
              <a:chOff x="5775745" y="3144183"/>
              <a:chExt cx="1800000" cy="1800000"/>
            </a:xfrm>
          </p:grpSpPr>
          <p:sp>
            <p:nvSpPr>
              <p:cNvPr id="75" name="Ellipse 74">
                <a:extLst>
                  <a:ext uri="{FF2B5EF4-FFF2-40B4-BE49-F238E27FC236}">
                    <a16:creationId xmlns:a16="http://schemas.microsoft.com/office/drawing/2014/main" id="{45D1B4DF-7033-EB1C-DEC9-639AE2145414}"/>
                  </a:ext>
                </a:extLst>
              </p:cNvPr>
              <p:cNvSpPr/>
              <p:nvPr/>
            </p:nvSpPr>
            <p:spPr>
              <a:xfrm>
                <a:off x="5775745" y="3144183"/>
                <a:ext cx="1800000" cy="1800000"/>
              </a:xfrm>
              <a:prstGeom prst="ellipse">
                <a:avLst/>
              </a:prstGeom>
              <a:solidFill>
                <a:srgbClr val="68348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pic>
            <p:nvPicPr>
              <p:cNvPr id="76" name="Image 75">
                <a:extLst>
                  <a:ext uri="{FF2B5EF4-FFF2-40B4-BE49-F238E27FC236}">
                    <a16:creationId xmlns:a16="http://schemas.microsoft.com/office/drawing/2014/main" id="{E313AA97-25C8-7CFE-4F0E-0B1EFC00D5A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903821" y="3513485"/>
                <a:ext cx="1543848" cy="1061396"/>
              </a:xfrm>
              <a:prstGeom prst="rect">
                <a:avLst/>
              </a:prstGeom>
            </p:spPr>
          </p:pic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ZoneTexte 76">
                  <a:extLst>
                    <a:ext uri="{FF2B5EF4-FFF2-40B4-BE49-F238E27FC236}">
                      <a16:creationId xmlns:a16="http://schemas.microsoft.com/office/drawing/2014/main" id="{4BE6685B-714A-2936-1BA2-2CA1122FD234}"/>
                    </a:ext>
                  </a:extLst>
                </p:cNvPr>
                <p:cNvSpPr txBox="1"/>
                <p:nvPr/>
              </p:nvSpPr>
              <p:spPr>
                <a:xfrm>
                  <a:off x="6496530" y="3899673"/>
                  <a:ext cx="1431825" cy="2616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sz="11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𝓟</m:t>
                        </m:r>
                        <m:r>
                          <a:rPr lang="fr-FR" sz="11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fr-FR" sz="1100" b="1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100" b="1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𝑪</m:t>
                            </m:r>
                          </m:e>
                          <m:sub>
                            <m:r>
                              <a:rPr lang="fr-FR" sz="1100" b="1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𝒎</m:t>
                            </m:r>
                          </m:sub>
                        </m:sSub>
                        <m:sSub>
                          <m:sSubPr>
                            <m:ctrlPr>
                              <a:rPr lang="fr-FR" sz="1100" b="1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100" b="1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𝝎</m:t>
                            </m:r>
                          </m:e>
                          <m:sub>
                            <m:r>
                              <a:rPr lang="fr-FR" sz="1100" b="1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𝒎</m:t>
                            </m:r>
                          </m:sub>
                        </m:sSub>
                      </m:oMath>
                    </m:oMathPara>
                  </a14:m>
                  <a:endParaRPr lang="fr-FR" sz="1100" b="1" dirty="0">
                    <a:solidFill>
                      <a:srgbClr val="7030A0"/>
                    </a:solidFill>
                    <a:latin typeface="Arial Nova" panose="020B0504020202020204" pitchFamily="34" charset="0"/>
                  </a:endParaRPr>
                </a:p>
              </p:txBody>
            </p:sp>
          </mc:Choice>
          <mc:Fallback xmlns="">
            <p:sp>
              <p:nvSpPr>
                <p:cNvPr id="77" name="ZoneTexte 76">
                  <a:extLst>
                    <a:ext uri="{FF2B5EF4-FFF2-40B4-BE49-F238E27FC236}">
                      <a16:creationId xmlns:a16="http://schemas.microsoft.com/office/drawing/2014/main" id="{4BE6685B-714A-2936-1BA2-2CA1122FD2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96530" y="3899673"/>
                  <a:ext cx="1431825" cy="26161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0" name="Connecteur droit avec flèche 79">
              <a:extLst>
                <a:ext uri="{FF2B5EF4-FFF2-40B4-BE49-F238E27FC236}">
                  <a16:creationId xmlns:a16="http://schemas.microsoft.com/office/drawing/2014/main" id="{FA030DA2-3C3A-C8FA-45E8-D976D05C940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11895" y="3796784"/>
              <a:ext cx="720000" cy="1536"/>
            </a:xfrm>
            <a:prstGeom prst="straightConnector1">
              <a:avLst/>
            </a:prstGeom>
            <a:ln w="25400" cap="rnd">
              <a:solidFill>
                <a:srgbClr val="68348B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81" name="Image 80">
              <a:extLst>
                <a:ext uri="{FF2B5EF4-FFF2-40B4-BE49-F238E27FC236}">
                  <a16:creationId xmlns:a16="http://schemas.microsoft.com/office/drawing/2014/main" id="{7CFF18D7-B440-5F98-0242-64155E193C5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075684" y="3407535"/>
              <a:ext cx="360000" cy="360000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5" name="ZoneTexte 84">
                  <a:extLst>
                    <a:ext uri="{FF2B5EF4-FFF2-40B4-BE49-F238E27FC236}">
                      <a16:creationId xmlns:a16="http://schemas.microsoft.com/office/drawing/2014/main" id="{D4448485-1542-9D3B-17C1-604149E67AE1}"/>
                    </a:ext>
                  </a:extLst>
                </p:cNvPr>
                <p:cNvSpPr txBox="1"/>
                <p:nvPr/>
              </p:nvSpPr>
              <p:spPr>
                <a:xfrm>
                  <a:off x="8589080" y="3939627"/>
                  <a:ext cx="1431825" cy="2616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sz="11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𝓟</m:t>
                        </m:r>
                        <m:r>
                          <a:rPr lang="fr-FR" sz="11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fr-FR" sz="1100" b="1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100" b="1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𝑪</m:t>
                            </m:r>
                          </m:e>
                          <m:sub>
                            <m:r>
                              <a:rPr lang="fr-FR" sz="1100" b="1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𝒎</m:t>
                            </m:r>
                          </m:sub>
                        </m:sSub>
                        <m:sSub>
                          <m:sSubPr>
                            <m:ctrlPr>
                              <a:rPr lang="fr-FR" sz="1100" b="1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100" b="1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𝝎</m:t>
                            </m:r>
                          </m:e>
                          <m:sub>
                            <m:r>
                              <a:rPr lang="fr-FR" sz="1100" b="1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𝒎</m:t>
                            </m:r>
                          </m:sub>
                        </m:sSub>
                      </m:oMath>
                    </m:oMathPara>
                  </a14:m>
                  <a:endParaRPr lang="fr-FR" sz="1100" b="1" dirty="0">
                    <a:solidFill>
                      <a:srgbClr val="7030A0"/>
                    </a:solidFill>
                    <a:latin typeface="Arial Nova" panose="020B0504020202020204" pitchFamily="34" charset="0"/>
                  </a:endParaRPr>
                </a:p>
              </p:txBody>
            </p:sp>
          </mc:Choice>
          <mc:Fallback xmlns="">
            <p:sp>
              <p:nvSpPr>
                <p:cNvPr id="85" name="ZoneTexte 84">
                  <a:extLst>
                    <a:ext uri="{FF2B5EF4-FFF2-40B4-BE49-F238E27FC236}">
                      <a16:creationId xmlns:a16="http://schemas.microsoft.com/office/drawing/2014/main" id="{D4448485-1542-9D3B-17C1-604149E67AE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89080" y="3939627"/>
                  <a:ext cx="1431825" cy="261610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6231153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Stratégie – TEC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17795" y="981887"/>
            <a:ext cx="5978205" cy="5253339"/>
          </a:xfrm>
        </p:spPr>
        <p:txBody>
          <a:bodyPr>
            <a:normAutofit fontScale="92500" lnSpcReduction="20000"/>
          </a:bodyPr>
          <a:lstStyle/>
          <a:p>
            <a:r>
              <a:rPr lang="fr-FR" dirty="0"/>
              <a:t>Energie cinétique</a:t>
            </a:r>
          </a:p>
          <a:p>
            <a:pPr lvl="1"/>
            <a:r>
              <a:rPr lang="fr-FR" dirty="0"/>
              <a:t>Ensemble stator</a:t>
            </a:r>
          </a:p>
          <a:p>
            <a:pPr lvl="1"/>
            <a:r>
              <a:rPr lang="fr-FR" dirty="0"/>
              <a:t>Ensemble rotor</a:t>
            </a:r>
          </a:p>
          <a:p>
            <a:pPr lvl="1"/>
            <a:r>
              <a:rPr lang="fr-FR" dirty="0"/>
              <a:t>Ecrou</a:t>
            </a:r>
          </a:p>
          <a:p>
            <a:pPr lvl="1"/>
            <a:r>
              <a:rPr lang="fr-FR" dirty="0"/>
              <a:t>Ensemble bras</a:t>
            </a:r>
          </a:p>
          <a:p>
            <a:r>
              <a:rPr lang="fr-FR" dirty="0"/>
              <a:t>Puissance intérieure</a:t>
            </a:r>
          </a:p>
          <a:p>
            <a:pPr lvl="1"/>
            <a:r>
              <a:rPr lang="fr-FR" dirty="0"/>
              <a:t>Puissance dans les liaisons</a:t>
            </a:r>
          </a:p>
          <a:p>
            <a:pPr lvl="1"/>
            <a:r>
              <a:rPr lang="fr-FR" dirty="0"/>
              <a:t>Puissance du moteur</a:t>
            </a:r>
          </a:p>
          <a:p>
            <a:pPr lvl="1"/>
            <a:r>
              <a:rPr lang="fr-FR" strike="sngStrike" dirty="0">
                <a:solidFill>
                  <a:srgbClr val="FF0000"/>
                </a:solidFill>
              </a:rPr>
              <a:t>Puissance dissipée par frottements</a:t>
            </a:r>
          </a:p>
          <a:p>
            <a:r>
              <a:rPr lang="fr-FR" dirty="0"/>
              <a:t>Puissance extérieure</a:t>
            </a:r>
          </a:p>
          <a:p>
            <a:pPr lvl="1"/>
            <a:r>
              <a:rPr lang="fr-FR" dirty="0"/>
              <a:t>Puissance de la pesanteur</a:t>
            </a:r>
          </a:p>
          <a:p>
            <a:pPr lvl="1"/>
            <a:r>
              <a:rPr lang="fr-FR" dirty="0"/>
              <a:t>Puissance dans les liaisons</a:t>
            </a:r>
          </a:p>
          <a:p>
            <a:pPr lvl="1"/>
            <a:r>
              <a:rPr lang="fr-FR" strike="sngStrike" dirty="0">
                <a:solidFill>
                  <a:srgbClr val="FF0000"/>
                </a:solidFill>
              </a:rPr>
              <a:t>Puissance dissipée par frottements</a:t>
            </a:r>
          </a:p>
          <a:p>
            <a:r>
              <a:rPr lang="fr-FR" b="1" dirty="0">
                <a:solidFill>
                  <a:srgbClr val="FF0000"/>
                </a:solidFill>
              </a:rPr>
              <a:t>Puissance dissipée par frottements (intérieurs et extérieurs)</a:t>
            </a:r>
          </a:p>
        </p:txBody>
      </p:sp>
      <p:sp>
        <p:nvSpPr>
          <p:cNvPr id="6" name="Espace réservé du contenu 2">
            <a:extLst>
              <a:ext uri="{FF2B5EF4-FFF2-40B4-BE49-F238E27FC236}">
                <a16:creationId xmlns:a16="http://schemas.microsoft.com/office/drawing/2014/main" id="{4602F5FE-C78A-4ABD-DF80-81031D8364CC}"/>
              </a:ext>
            </a:extLst>
          </p:cNvPr>
          <p:cNvSpPr txBox="1">
            <a:spLocks/>
          </p:cNvSpPr>
          <p:nvPr/>
        </p:nvSpPr>
        <p:spPr>
          <a:xfrm>
            <a:off x="6002868" y="2090057"/>
            <a:ext cx="5978206" cy="4145169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271463" indent="-269875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q"/>
              <a:defRPr lang="fr-FR"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49263" indent="-249238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q"/>
              <a:defRPr lang="fr-FR"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27063" indent="-242888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q"/>
              <a:defRPr lang="fr-FR"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4863" indent="-2381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3"/>
              </a:buClr>
              <a:buSzPct val="80000"/>
              <a:buFont typeface="Wingdings" panose="05000000000000000000" pitchFamily="2" charset="2"/>
              <a:buChar char="q"/>
              <a:defRPr lang="fr-FR"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82663" indent="-23336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4"/>
              </a:buClr>
              <a:buSzPct val="80000"/>
              <a:buFont typeface="Wingdings" panose="05000000000000000000" pitchFamily="2" charset="2"/>
              <a:buChar char="q"/>
              <a:defRPr lang="en-US"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fr-FR" sz="2400" dirty="0"/>
              <a:t>Il est rarement possible de déterminer les frottements dans chacune des liaisons. On cherche donc souvent un modèle de frottement « ramené » à un des mouvements.</a:t>
            </a:r>
          </a:p>
          <a:p>
            <a:pPr algn="just"/>
            <a:endParaRPr lang="fr-FR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4777859"/>
      </p:ext>
    </p:extLst>
  </p:cSld>
  <p:clrMapOvr>
    <a:masterClrMapping/>
  </p:clrMapOvr>
</p:sld>
</file>

<file path=ppt/theme/theme1.xml><?xml version="1.0" encoding="utf-8"?>
<a:theme xmlns:a="http://schemas.openxmlformats.org/drawingml/2006/main" name="Rétrospective">
  <a:themeElements>
    <a:clrScheme name="Bleu vert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Rétrospectiv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étrospectiv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0</TotalTime>
  <Words>639</Words>
  <Application>Microsoft Office PowerPoint</Application>
  <PresentationFormat>Grand écran</PresentationFormat>
  <Paragraphs>195</Paragraphs>
  <Slides>19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19</vt:i4>
      </vt:variant>
    </vt:vector>
  </HeadingPairs>
  <TitlesOfParts>
    <vt:vector size="25" baseType="lpstr">
      <vt:lpstr>Arial Nova</vt:lpstr>
      <vt:lpstr>Calibri</vt:lpstr>
      <vt:lpstr>Calibri Light</vt:lpstr>
      <vt:lpstr>Cambria Math</vt:lpstr>
      <vt:lpstr>Wingdings</vt:lpstr>
      <vt:lpstr>Rétrospective</vt:lpstr>
      <vt:lpstr>Moby Crea</vt:lpstr>
      <vt:lpstr>Présentation PowerPoint</vt:lpstr>
      <vt:lpstr>02 Chaîne fonctionnelle</vt:lpstr>
      <vt:lpstr>Chaine fonctionnelle du MaxPID</vt:lpstr>
      <vt:lpstr>04 Résolution cinématique</vt:lpstr>
      <vt:lpstr>Axe horizontal</vt:lpstr>
      <vt:lpstr>Axe vertical</vt:lpstr>
      <vt:lpstr>Présentation PowerPoint</vt:lpstr>
      <vt:lpstr>Ressort</vt:lpstr>
      <vt:lpstr>Présentation PowerPoint</vt:lpstr>
      <vt:lpstr>Présentation PowerPoint</vt:lpstr>
      <vt:lpstr>Présentation PowerPoint</vt:lpstr>
      <vt:lpstr>07 Modélisation composants ou phénomènes</vt:lpstr>
      <vt:lpstr>09 Dimensionnement d’un actionneur en statique</vt:lpstr>
      <vt:lpstr>Présentation PowerPoint</vt:lpstr>
      <vt:lpstr>Présentation PowerPoint</vt:lpstr>
      <vt:lpstr>09 Dimensionnement d’un actionneur en dynamique</vt:lpstr>
      <vt:lpstr>Présentation PowerPoint</vt:lpstr>
      <vt:lpstr>Stratégie – TEC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Xavier Pessoles</dc:creator>
  <cp:lastModifiedBy>Xavier Pessoles</cp:lastModifiedBy>
  <cp:revision>90</cp:revision>
  <dcterms:created xsi:type="dcterms:W3CDTF">2023-03-22T10:05:05Z</dcterms:created>
  <dcterms:modified xsi:type="dcterms:W3CDTF">2026-04-28T16:41:45Z</dcterms:modified>
</cp:coreProperties>
</file>