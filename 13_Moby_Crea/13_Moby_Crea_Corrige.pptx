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69" r:id="rId6"/>
    <p:sldId id="276" r:id="rId7"/>
    <p:sldId id="277" r:id="rId8"/>
    <p:sldId id="281" r:id="rId9"/>
    <p:sldId id="279" r:id="rId10"/>
    <p:sldId id="278" r:id="rId11"/>
    <p:sldId id="280" r:id="rId12"/>
    <p:sldId id="282" r:id="rId13"/>
    <p:sldId id="275" r:id="rId14"/>
    <p:sldId id="272" r:id="rId15"/>
    <p:sldId id="271" r:id="rId16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0" d="100"/>
          <a:sy n="70" d="100"/>
        </p:scale>
        <p:origin x="444" y="-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02/02/2026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6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19.png"/><Relationship Id="rId10" Type="http://schemas.openxmlformats.org/officeDocument/2006/relationships/image" Target="../media/image10.png"/><Relationship Id="rId19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22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1.png"/><Relationship Id="rId7" Type="http://schemas.openxmlformats.org/officeDocument/2006/relationships/image" Target="../media/image31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1.png"/><Relationship Id="rId7" Type="http://schemas.openxmlformats.org/officeDocument/2006/relationships/image" Target="../media/image31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35.png"/><Relationship Id="rId4" Type="http://schemas.openxmlformats.org/officeDocument/2006/relationships/image" Target="../media/image28.png"/><Relationship Id="rId9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290.png"/><Relationship Id="rId5" Type="http://schemas.openxmlformats.org/officeDocument/2006/relationships/image" Target="../media/image26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Moby </a:t>
            </a:r>
            <a:r>
              <a:rPr lang="fr-FR" dirty="0" err="1"/>
              <a:t>Crea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10" idx="3"/>
            <a:endCxn id="45" idx="3"/>
          </p:cNvCxnSpPr>
          <p:nvPr/>
        </p:nvCxnSpPr>
        <p:spPr>
          <a:xfrm flipH="1">
            <a:off x="6795600" y="1813957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538931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xx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xx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3C559C9F-CCBD-9AC4-A616-FC536BB7F3AC}"/>
              </a:ext>
            </a:extLst>
          </p:cNvPr>
          <p:cNvCxnSpPr>
            <a:cxnSpLocks/>
          </p:cNvCxnSpPr>
          <p:nvPr/>
        </p:nvCxnSpPr>
        <p:spPr>
          <a:xfrm>
            <a:off x="-308610" y="882798"/>
            <a:ext cx="12500610" cy="4866492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4EE4A5E-C26A-D651-80E8-3CCC587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Axe horizontal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5281AD59-E239-7D64-BC24-38E56F014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6340155" cy="5253339"/>
              </a:xfrm>
            </p:spPr>
            <p:txBody>
              <a:bodyPr/>
              <a:lstStyle/>
              <a:p>
                <a:r>
                  <a:rPr lang="fr-FR" dirty="0"/>
                  <a:t>On a 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𝑒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</m:d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0=−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</m:d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</m:d>
                              </m:e>
                            </m:func>
                          </m: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</m:d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p>
                        <m:r>
                          <a:rPr lang="fr-F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</m:e>
                        </m:d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p>
                        <m:r>
                          <a:rPr lang="fr-F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𝑒𝐿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p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𝑒𝐿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5281AD59-E239-7D64-BC24-38E56F014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6340155" cy="5253339"/>
              </a:xfrm>
              <a:blipFill>
                <a:blip r:embed="rId2"/>
                <a:stretch>
                  <a:fillRect l="-2500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ED88A932-903D-1F80-5993-8BC30C80CA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1815" y="0"/>
            <a:ext cx="5290185" cy="2105660"/>
          </a:xfrm>
          <a:prstGeom prst="rect">
            <a:avLst/>
          </a:prstGeom>
          <a:noFill/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F6ACB59-5DD1-CF3D-F4CA-FA0A6A5E7C7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9420" y="2105660"/>
            <a:ext cx="2862580" cy="994410"/>
          </a:xfrm>
          <a:prstGeom prst="rect">
            <a:avLst/>
          </a:prstGeom>
          <a:noFill/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08D29CF-9306-2FC1-BA1E-600CE8F2C41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3925" t="5167"/>
          <a:stretch/>
        </p:blipFill>
        <p:spPr>
          <a:xfrm>
            <a:off x="9684853" y="3100070"/>
            <a:ext cx="2507147" cy="29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541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8EFCD6-DB74-427D-75E8-12E3B1F08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Axe vertical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BAA92CF-A197-4AB5-F90C-C782525869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403645" cy="5253339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fr-FR" dirty="0"/>
                  <a:t>On note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=20 </m:t>
                    </m:r>
                    <m:r>
                      <m:rPr>
                        <m:sty m:val="p"/>
                      </m:rPr>
                      <a:rPr lang="fr-FR" b="0" i="0" dirty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fr-FR" dirty="0"/>
                  <a:t> l’excentricité de la pièce 9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𝑒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fr-FR" dirty="0"/>
                  <a:t> la longueur de la bille 10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r>
                  <a:rPr lang="fr-FR" dirty="0"/>
                  <a:t>On écrit la fermeture géométrique liée au triangle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fr-FR" dirty="0"/>
                  <a:t>:</a:t>
                </a:r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𝑒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sub>
                                </m:sSub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e>
                                </m:func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sub>
                                </m:sSub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e>
                                </m:func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sub>
                                </m:sSub>
                              </m:e>
                            </m:func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e>
                            </m:func>
                          </m: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sub>
                                </m:sSub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func>
                                  <m:func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i="1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:endParaRPr lang="fr-FR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b>
                        </m:sSub>
                      </m:e>
                    </m:func>
                    <m:r>
                      <a:rPr lang="fr-F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b>
                        </m:sSub>
                      </m:e>
                    </m:func>
                    <m:r>
                      <a:rPr lang="fr-F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</m:t>
                                </m:r>
                              </m:sub>
                            </m:sSub>
                          </m:e>
                        </m:func>
                      </m:e>
                    </m:rad>
                    <m:r>
                      <a:rPr lang="fr-F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b>
                        </m:sSub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</m:t>
                                </m:r>
                              </m:sub>
                            </m:sSub>
                          </m:e>
                        </m:func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b>
                        </m:sSub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BAA92CF-A197-4AB5-F90C-C782525869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403645" cy="5253339"/>
              </a:xfrm>
              <a:blipFill>
                <a:blip r:embed="rId2"/>
                <a:stretch>
                  <a:fillRect l="-1283" t="-29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8" name="Image 67">
            <a:extLst>
              <a:ext uri="{FF2B5EF4-FFF2-40B4-BE49-F238E27FC236}">
                <a16:creationId xmlns:a16="http://schemas.microsoft.com/office/drawing/2014/main" id="{1C38F2A6-1561-2DE3-578D-3A4866B09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59146"/>
            <a:ext cx="4413887" cy="25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4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172F-6C42-943C-55D9-1A04C020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D007DFF-993D-ADDC-BBC1-5BA038D62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8466203" cy="5253339"/>
              </a:xfrm>
            </p:spPr>
            <p:txBody>
              <a:bodyPr/>
              <a:lstStyle/>
              <a:p>
                <a:r>
                  <a:rPr lang="fr-FR" dirty="0"/>
                  <a:t>En utilisant Pythagore, on a :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𝜇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fr-FR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D007DFF-993D-ADDC-BBC1-5BA038D62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8466203" cy="5253339"/>
              </a:xfrm>
              <a:blipFill>
                <a:blip r:embed="rId2"/>
                <a:stretch>
                  <a:fillRect l="-1872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5">
            <a:extLst>
              <a:ext uri="{FF2B5EF4-FFF2-40B4-BE49-F238E27FC236}">
                <a16:creationId xmlns:a16="http://schemas.microsoft.com/office/drawing/2014/main" id="{3F5AB5A3-398B-BB9C-C65B-FED1746AE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201045"/>
            <a:ext cx="3529827" cy="178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258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74264-D38B-EFC8-01F0-791B1F5A2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07CF7F-1E92-DE58-930A-8F57F099E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Ressort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4A6AEB-24CF-13FC-CF65-3AF6F23C1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11403645" cy="5253339"/>
          </a:xfrm>
        </p:spPr>
        <p:txBody>
          <a:bodyPr>
            <a:normAutofit/>
          </a:bodyPr>
          <a:lstStyle/>
          <a:p>
            <a:pPr lvl="1"/>
            <a:endParaRPr lang="fr-FR" dirty="0"/>
          </a:p>
        </p:txBody>
      </p:sp>
      <p:pic>
        <p:nvPicPr>
          <p:cNvPr id="68" name="Image 67">
            <a:extLst>
              <a:ext uri="{FF2B5EF4-FFF2-40B4-BE49-F238E27FC236}">
                <a16:creationId xmlns:a16="http://schemas.microsoft.com/office/drawing/2014/main" id="{D3B507CE-8FE9-92DD-6378-8F9682E45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59146"/>
            <a:ext cx="4413887" cy="25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01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3F175B-8B92-15F6-386C-2F2012A71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CE1B5808-029F-D74C-E0AE-0D56A9EEFE17}"/>
              </a:ext>
            </a:extLst>
          </p:cNvPr>
          <p:cNvGrpSpPr/>
          <p:nvPr/>
        </p:nvGrpSpPr>
        <p:grpSpPr>
          <a:xfrm>
            <a:off x="7143107" y="1255706"/>
            <a:ext cx="4361134" cy="2557397"/>
            <a:chOff x="4171306" y="1231643"/>
            <a:chExt cx="4361134" cy="2557397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E0AE9332-BC9A-CE50-D2EC-CFA6ECC6D2D6}"/>
                </a:ext>
              </a:extLst>
            </p:cNvPr>
            <p:cNvSpPr/>
            <p:nvPr/>
          </p:nvSpPr>
          <p:spPr>
            <a:xfrm>
              <a:off x="6648819" y="2621459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9208A310-0974-84AE-D5BC-D5357A451A79}"/>
                </a:ext>
              </a:extLst>
            </p:cNvPr>
            <p:cNvCxnSpPr>
              <a:cxnSpLocks/>
              <a:stCxn id="10" idx="5"/>
              <a:endCxn id="28" idx="1"/>
            </p:cNvCxnSpPr>
            <p:nvPr/>
          </p:nvCxnSpPr>
          <p:spPr>
            <a:xfrm flipH="1" flipV="1">
              <a:off x="6668358" y="1655160"/>
              <a:ext cx="404146" cy="818447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E7CFC885-B010-6F48-E1D6-D079347D7E79}"/>
                </a:ext>
              </a:extLst>
            </p:cNvPr>
            <p:cNvGrpSpPr/>
            <p:nvPr/>
          </p:nvGrpSpPr>
          <p:grpSpPr>
            <a:xfrm>
              <a:off x="4171306" y="3356992"/>
              <a:ext cx="719636" cy="432048"/>
              <a:chOff x="204247" y="1842525"/>
              <a:chExt cx="719636" cy="432048"/>
            </a:xfrm>
          </p:grpSpPr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0A44CA98-322F-B37F-CD59-053BECB9EDA2}"/>
                  </a:ext>
                </a:extLst>
              </p:cNvPr>
              <p:cNvSpPr/>
              <p:nvPr/>
            </p:nvSpPr>
            <p:spPr>
              <a:xfrm>
                <a:off x="204247" y="1991610"/>
                <a:ext cx="180000" cy="1800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50" b="1" dirty="0">
                    <a:solidFill>
                      <a:schemeClr val="tx1"/>
                    </a:solidFill>
                  </a:rPr>
                  <a:t>0</a:t>
                </a:r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9" name="Groupe 58">
                <a:extLst>
                  <a:ext uri="{FF2B5EF4-FFF2-40B4-BE49-F238E27FC236}">
                    <a16:creationId xmlns:a16="http://schemas.microsoft.com/office/drawing/2014/main" id="{785962D5-FF48-E8D5-D78E-DB9E4998F7B3}"/>
                  </a:ext>
                </a:extLst>
              </p:cNvPr>
              <p:cNvGrpSpPr/>
              <p:nvPr/>
            </p:nvGrpSpPr>
            <p:grpSpPr>
              <a:xfrm rot="5400000">
                <a:off x="387498" y="1914533"/>
                <a:ext cx="432048" cy="288031"/>
                <a:chOff x="2286259" y="3513708"/>
                <a:chExt cx="432048" cy="288031"/>
              </a:xfrm>
            </p:grpSpPr>
            <p:sp>
              <p:nvSpPr>
                <p:cNvPr id="61" name="Forme libre : forme 60">
                  <a:extLst>
                    <a:ext uri="{FF2B5EF4-FFF2-40B4-BE49-F238E27FC236}">
                      <a16:creationId xmlns:a16="http://schemas.microsoft.com/office/drawing/2014/main" id="{30B433F8-F035-F498-3A49-7AE0937F7FD7}"/>
                    </a:ext>
                  </a:extLst>
                </p:cNvPr>
                <p:cNvSpPr/>
                <p:nvPr/>
              </p:nvSpPr>
              <p:spPr>
                <a:xfrm>
                  <a:off x="2302852" y="3655813"/>
                  <a:ext cx="415449" cy="145926"/>
                </a:xfrm>
                <a:custGeom>
                  <a:avLst/>
                  <a:gdLst>
                    <a:gd name="connsiteX0" fmla="*/ 0 w 400050"/>
                    <a:gd name="connsiteY0" fmla="*/ 6350 h 134622"/>
                    <a:gd name="connsiteX1" fmla="*/ 63500 w 400050"/>
                    <a:gd name="connsiteY1" fmla="*/ 114300 h 134622"/>
                    <a:gd name="connsiteX2" fmla="*/ 203200 w 400050"/>
                    <a:gd name="connsiteY2" fmla="*/ 69850 h 134622"/>
                    <a:gd name="connsiteX3" fmla="*/ 304800 w 400050"/>
                    <a:gd name="connsiteY3" fmla="*/ 133350 h 134622"/>
                    <a:gd name="connsiteX4" fmla="*/ 400050 w 400050"/>
                    <a:gd name="connsiteY4" fmla="*/ 0 h 134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0050" h="134622">
                      <a:moveTo>
                        <a:pt x="0" y="6350"/>
                      </a:moveTo>
                      <a:cubicBezTo>
                        <a:pt x="14816" y="55033"/>
                        <a:pt x="29633" y="103717"/>
                        <a:pt x="63500" y="114300"/>
                      </a:cubicBezTo>
                      <a:cubicBezTo>
                        <a:pt x="97367" y="124883"/>
                        <a:pt x="162983" y="66675"/>
                        <a:pt x="203200" y="69850"/>
                      </a:cubicBezTo>
                      <a:cubicBezTo>
                        <a:pt x="243417" y="73025"/>
                        <a:pt x="271992" y="144992"/>
                        <a:pt x="304800" y="133350"/>
                      </a:cubicBezTo>
                      <a:cubicBezTo>
                        <a:pt x="337608" y="121708"/>
                        <a:pt x="368829" y="60854"/>
                        <a:pt x="400050" y="0"/>
                      </a:cubicBezTo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62" name="Connecteur droit 61">
                  <a:extLst>
                    <a:ext uri="{FF2B5EF4-FFF2-40B4-BE49-F238E27FC236}">
                      <a16:creationId xmlns:a16="http://schemas.microsoft.com/office/drawing/2014/main" id="{BA9FE16B-64A3-FF6D-B756-0FD27EDEC3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2283" y="3513708"/>
                  <a:ext cx="0" cy="14210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Connecteur droit 62">
                  <a:extLst>
                    <a:ext uri="{FF2B5EF4-FFF2-40B4-BE49-F238E27FC236}">
                      <a16:creationId xmlns:a16="http://schemas.microsoft.com/office/drawing/2014/main" id="{4172CA6D-656F-0F48-092A-24A419324D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86259" y="3659633"/>
                  <a:ext cx="432048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546ADBF-93CC-FECC-9378-3166C41CFA1C}"/>
                  </a:ext>
                </a:extLst>
              </p:cNvPr>
              <p:cNvSpPr/>
              <p:nvPr/>
            </p:nvSpPr>
            <p:spPr>
              <a:xfrm rot="16200000">
                <a:off x="743883" y="1977057"/>
                <a:ext cx="180000" cy="1800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19CFF820-E34C-B32E-3090-9470C15ED896}"/>
                </a:ext>
              </a:extLst>
            </p:cNvPr>
            <p:cNvSpPr/>
            <p:nvPr/>
          </p:nvSpPr>
          <p:spPr>
            <a:xfrm>
              <a:off x="5390638" y="349130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C00000"/>
                  </a:solidFill>
                </a:rPr>
                <a:t>6</a:t>
              </a:r>
              <a:endParaRPr lang="fr-FR" sz="1400" b="1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A102216E-B8E5-CDA0-53B4-2822EE8CFE37}"/>
                </a:ext>
              </a:extLst>
            </p:cNvPr>
            <p:cNvCxnSpPr>
              <a:cxnSpLocks/>
              <a:stCxn id="5" idx="7"/>
              <a:endCxn id="10" idx="7"/>
            </p:cNvCxnSpPr>
            <p:nvPr/>
          </p:nvCxnSpPr>
          <p:spPr>
            <a:xfrm flipV="1">
              <a:off x="6802459" y="2346327"/>
              <a:ext cx="270045" cy="301492"/>
            </a:xfrm>
            <a:prstGeom prst="lin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4D68A491-E814-90FF-F7FA-2057AD775566}"/>
                </a:ext>
              </a:extLst>
            </p:cNvPr>
            <p:cNvSpPr/>
            <p:nvPr/>
          </p:nvSpPr>
          <p:spPr>
            <a:xfrm>
              <a:off x="6918864" y="2319967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48D88552-8243-AC78-B4FC-AB1FB1955FB1}"/>
                </a:ext>
              </a:extLst>
            </p:cNvPr>
            <p:cNvCxnSpPr>
              <a:cxnSpLocks/>
              <a:endCxn id="28" idx="0"/>
            </p:cNvCxnSpPr>
            <p:nvPr/>
          </p:nvCxnSpPr>
          <p:spPr>
            <a:xfrm>
              <a:off x="6730293" y="1553892"/>
              <a:ext cx="0" cy="72000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06887C84-72AE-FE40-1C93-EF910C74472B}"/>
                </a:ext>
              </a:extLst>
            </p:cNvPr>
            <p:cNvCxnSpPr>
              <a:cxnSpLocks/>
            </p:cNvCxnSpPr>
            <p:nvPr/>
          </p:nvCxnSpPr>
          <p:spPr>
            <a:xfrm>
              <a:off x="4932440" y="1556792"/>
              <a:ext cx="3600000" cy="0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3B55A78A-1343-C3D2-3385-45FE780E1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31556" y="1231643"/>
              <a:ext cx="0" cy="325149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F037D5C6-03DB-8AFF-A7F0-25B14FA8A6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32440" y="1231643"/>
              <a:ext cx="0" cy="325149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1ADFDAE9-10D6-EC1B-1E04-1CF52D6FBCB5}"/>
                </a:ext>
              </a:extLst>
            </p:cNvPr>
            <p:cNvCxnSpPr>
              <a:cxnSpLocks/>
              <a:stCxn id="60" idx="3"/>
            </p:cNvCxnSpPr>
            <p:nvPr/>
          </p:nvCxnSpPr>
          <p:spPr>
            <a:xfrm flipV="1">
              <a:off x="4800942" y="3438565"/>
              <a:ext cx="0" cy="52959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BA867D6B-879B-1B03-66FC-0526D2F6B169}"/>
                </a:ext>
              </a:extLst>
            </p:cNvPr>
            <p:cNvCxnSpPr>
              <a:cxnSpLocks/>
            </p:cNvCxnSpPr>
            <p:nvPr/>
          </p:nvCxnSpPr>
          <p:spPr>
            <a:xfrm>
              <a:off x="4712769" y="3491523"/>
              <a:ext cx="180000" cy="18000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224790A-ACDD-87E7-5E7B-00601F1734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12738" y="3489267"/>
              <a:ext cx="180000" cy="18000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0F6320EC-EF7E-A0BC-95B9-E808AE7AF059}"/>
                </a:ext>
              </a:extLst>
            </p:cNvPr>
            <p:cNvSpPr/>
            <p:nvPr/>
          </p:nvSpPr>
          <p:spPr>
            <a:xfrm>
              <a:off x="6913073" y="2607812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chemeClr val="bg1">
                      <a:lumMod val="50000"/>
                    </a:schemeClr>
                  </a:solidFill>
                </a:rPr>
                <a:t>9</a:t>
              </a:r>
              <a:endParaRPr lang="fr-FR" sz="14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D399557E-1E19-8741-BF57-F53154D0939A}"/>
                </a:ext>
              </a:extLst>
            </p:cNvPr>
            <p:cNvSpPr/>
            <p:nvPr/>
          </p:nvSpPr>
          <p:spPr>
            <a:xfrm>
              <a:off x="6622554" y="2017457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000" b="1" dirty="0">
                  <a:solidFill>
                    <a:srgbClr val="00B050"/>
                  </a:solidFill>
                </a:rPr>
                <a:t>10</a:t>
              </a:r>
              <a:endParaRPr lang="fr-FR" sz="1200" b="1" dirty="0">
                <a:solidFill>
                  <a:srgbClr val="00B050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0C99F91E-CB11-B284-7308-DBAF1EB7ED45}"/>
                </a:ext>
              </a:extLst>
            </p:cNvPr>
            <p:cNvSpPr/>
            <p:nvPr/>
          </p:nvSpPr>
          <p:spPr>
            <a:xfrm>
              <a:off x="5003731" y="1292529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000" b="1" dirty="0">
                  <a:solidFill>
                    <a:srgbClr val="0070C0"/>
                  </a:solidFill>
                </a:rPr>
                <a:t>11</a:t>
              </a:r>
              <a:endParaRPr lang="fr-FR" sz="1200" b="1" dirty="0">
                <a:solidFill>
                  <a:srgbClr val="0070C0"/>
                </a:solidFill>
              </a:endParaRPr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8BB0EC94-C9EB-54B5-0DB9-987BEB88FB91}"/>
                </a:ext>
              </a:extLst>
            </p:cNvPr>
            <p:cNvCxnSpPr>
              <a:cxnSpLocks/>
              <a:endCxn id="5" idx="4"/>
            </p:cNvCxnSpPr>
            <p:nvPr/>
          </p:nvCxnSpPr>
          <p:spPr>
            <a:xfrm flipV="1">
              <a:off x="6738819" y="2801459"/>
              <a:ext cx="0" cy="637106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28604E1B-F88B-0516-42E2-F7ABA94950CF}"/>
                </a:ext>
              </a:extLst>
            </p:cNvPr>
            <p:cNvCxnSpPr>
              <a:cxnSpLocks/>
            </p:cNvCxnSpPr>
            <p:nvPr/>
          </p:nvCxnSpPr>
          <p:spPr>
            <a:xfrm>
              <a:off x="4800942" y="3438565"/>
              <a:ext cx="3659490" cy="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DD62F4BB-F3A0-5F19-0BE1-A5B90259685D}"/>
                </a:ext>
              </a:extLst>
            </p:cNvPr>
            <p:cNvGrpSpPr/>
            <p:nvPr/>
          </p:nvGrpSpPr>
          <p:grpSpPr>
            <a:xfrm>
              <a:off x="5161239" y="3128093"/>
              <a:ext cx="288000" cy="288000"/>
              <a:chOff x="4943745" y="2850212"/>
              <a:chExt cx="288000" cy="288000"/>
            </a:xfrm>
          </p:grpSpPr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60E0B682-E563-532A-5757-6ECA5F087E08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6" name="Connecteur droit 55">
                <a:extLst>
                  <a:ext uri="{FF2B5EF4-FFF2-40B4-BE49-F238E27FC236}">
                    <a16:creationId xmlns:a16="http://schemas.microsoft.com/office/drawing/2014/main" id="{30A78913-A52F-D79F-8F50-8FD3945DBA7D}"/>
                  </a:ext>
                </a:extLst>
              </p:cNvPr>
              <p:cNvCxnSpPr>
                <a:cxnSpLocks/>
                <a:stCxn id="55" idx="1"/>
                <a:endCxn id="57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DE8E877A-09F5-73E8-73CE-5EED021028C4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4" name="Groupe 23">
              <a:extLst>
                <a:ext uri="{FF2B5EF4-FFF2-40B4-BE49-F238E27FC236}">
                  <a16:creationId xmlns:a16="http://schemas.microsoft.com/office/drawing/2014/main" id="{2E4C945A-080C-AC82-4DFD-D4FE6BE06519}"/>
                </a:ext>
              </a:extLst>
            </p:cNvPr>
            <p:cNvGrpSpPr/>
            <p:nvPr/>
          </p:nvGrpSpPr>
          <p:grpSpPr>
            <a:xfrm>
              <a:off x="8028400" y="3128093"/>
              <a:ext cx="288000" cy="288000"/>
              <a:chOff x="4943745" y="2850212"/>
              <a:chExt cx="288000" cy="288000"/>
            </a:xfrm>
          </p:grpSpPr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26073826-F12A-1662-E3B8-8B708E72FBD4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3" name="Connecteur droit 52">
                <a:extLst>
                  <a:ext uri="{FF2B5EF4-FFF2-40B4-BE49-F238E27FC236}">
                    <a16:creationId xmlns:a16="http://schemas.microsoft.com/office/drawing/2014/main" id="{B407C88F-AB1B-86E5-0D6B-20F36EA27127}"/>
                  </a:ext>
                </a:extLst>
              </p:cNvPr>
              <p:cNvCxnSpPr>
                <a:cxnSpLocks/>
                <a:stCxn id="52" idx="1"/>
                <a:endCxn id="54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3613CDCD-11BD-7063-B4DF-9175B4FA58FE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7297DBEC-A96F-DA5F-9CDC-3154907CE122}"/>
                </a:ext>
              </a:extLst>
            </p:cNvPr>
            <p:cNvGrpSpPr/>
            <p:nvPr/>
          </p:nvGrpSpPr>
          <p:grpSpPr>
            <a:xfrm>
              <a:off x="8028400" y="1579265"/>
              <a:ext cx="288000" cy="288000"/>
              <a:chOff x="4943745" y="2850212"/>
              <a:chExt cx="288000" cy="288000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A988DA84-0FBE-A291-F7F1-EE3B40E1F4F4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0" name="Connecteur droit 49">
                <a:extLst>
                  <a:ext uri="{FF2B5EF4-FFF2-40B4-BE49-F238E27FC236}">
                    <a16:creationId xmlns:a16="http://schemas.microsoft.com/office/drawing/2014/main" id="{6EE8FD9F-D93B-DCBB-58D4-4383898EEEA5}"/>
                  </a:ext>
                </a:extLst>
              </p:cNvPr>
              <p:cNvCxnSpPr>
                <a:cxnSpLocks/>
                <a:stCxn id="49" idx="1"/>
                <a:endCxn id="51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1" name="Ellipse 50">
                <a:extLst>
                  <a:ext uri="{FF2B5EF4-FFF2-40B4-BE49-F238E27FC236}">
                    <a16:creationId xmlns:a16="http://schemas.microsoft.com/office/drawing/2014/main" id="{BA8C9BB6-3468-6E26-E7F8-64D96B4AF43D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DF470C11-0967-4179-D63E-26067611580E}"/>
                </a:ext>
              </a:extLst>
            </p:cNvPr>
            <p:cNvGrpSpPr/>
            <p:nvPr/>
          </p:nvGrpSpPr>
          <p:grpSpPr>
            <a:xfrm>
              <a:off x="5161239" y="1584540"/>
              <a:ext cx="288000" cy="288000"/>
              <a:chOff x="4943745" y="2850212"/>
              <a:chExt cx="288000" cy="288000"/>
            </a:xfrm>
          </p:grpSpPr>
          <p:sp>
            <p:nvSpPr>
              <p:cNvPr id="46" name="Ellipse 45">
                <a:extLst>
                  <a:ext uri="{FF2B5EF4-FFF2-40B4-BE49-F238E27FC236}">
                    <a16:creationId xmlns:a16="http://schemas.microsoft.com/office/drawing/2014/main" id="{78DD24BC-C733-B958-5241-0252DBF50277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47" name="Connecteur droit 46">
                <a:extLst>
                  <a:ext uri="{FF2B5EF4-FFF2-40B4-BE49-F238E27FC236}">
                    <a16:creationId xmlns:a16="http://schemas.microsoft.com/office/drawing/2014/main" id="{387E14A3-9D90-8CA0-FED6-B36A6FC08EDB}"/>
                  </a:ext>
                </a:extLst>
              </p:cNvPr>
              <p:cNvCxnSpPr>
                <a:cxnSpLocks/>
                <a:stCxn id="46" idx="1"/>
                <a:endCxn id="48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AA49937E-6891-D2E8-36A2-48F1893C600E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5080C7D2-B1B8-4AA9-9174-BDB28CF98E4F}"/>
                </a:ext>
              </a:extLst>
            </p:cNvPr>
            <p:cNvSpPr/>
            <p:nvPr/>
          </p:nvSpPr>
          <p:spPr>
            <a:xfrm>
              <a:off x="6650418" y="3176992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A3C7D2A2-057E-568F-B92F-887915BD45B5}"/>
                </a:ext>
              </a:extLst>
            </p:cNvPr>
            <p:cNvSpPr/>
            <p:nvPr/>
          </p:nvSpPr>
          <p:spPr>
            <a:xfrm>
              <a:off x="6641998" y="1628800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A0AB8994-4AAC-CC54-68A1-A9EF3C92F00D}"/>
                </a:ext>
              </a:extLst>
            </p:cNvPr>
            <p:cNvGrpSpPr/>
            <p:nvPr/>
          </p:nvGrpSpPr>
          <p:grpSpPr>
            <a:xfrm>
              <a:off x="5368879" y="1782440"/>
              <a:ext cx="1307899" cy="1426013"/>
              <a:chOff x="5368879" y="1782440"/>
              <a:chExt cx="1307899" cy="1426013"/>
            </a:xfrm>
          </p:grpSpPr>
          <p:cxnSp>
            <p:nvCxnSpPr>
              <p:cNvPr id="43" name="Connecteur droit 42">
                <a:extLst>
                  <a:ext uri="{FF2B5EF4-FFF2-40B4-BE49-F238E27FC236}">
                    <a16:creationId xmlns:a16="http://schemas.microsoft.com/office/drawing/2014/main" id="{5364504B-62F1-8929-62E5-4B1E4B971ECC}"/>
                  </a:ext>
                </a:extLst>
              </p:cNvPr>
              <p:cNvCxnSpPr>
                <a:cxnSpLocks/>
                <a:stCxn id="27" idx="1"/>
                <a:endCxn id="48" idx="5"/>
              </p:cNvCxnSpPr>
              <p:nvPr/>
            </p:nvCxnSpPr>
            <p:spPr>
              <a:xfrm flipH="1" flipV="1">
                <a:off x="5368879" y="1792180"/>
                <a:ext cx="1307899" cy="1411172"/>
              </a:xfrm>
              <a:prstGeom prst="line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4" name="Connecteur droit 43">
                <a:extLst>
                  <a:ext uri="{FF2B5EF4-FFF2-40B4-BE49-F238E27FC236}">
                    <a16:creationId xmlns:a16="http://schemas.microsoft.com/office/drawing/2014/main" id="{CA80A97F-3161-91BD-DE7F-27B6F3CD5A33}"/>
                  </a:ext>
                </a:extLst>
              </p:cNvPr>
              <p:cNvCxnSpPr>
                <a:cxnSpLocks/>
                <a:stCxn id="57" idx="7"/>
                <a:endCxn id="28" idx="3"/>
              </p:cNvCxnSpPr>
              <p:nvPr/>
            </p:nvCxnSpPr>
            <p:spPr>
              <a:xfrm flipV="1">
                <a:off x="5368879" y="1782440"/>
                <a:ext cx="1299479" cy="1426013"/>
              </a:xfrm>
              <a:prstGeom prst="line">
                <a:avLst/>
              </a:prstGeom>
              <a:noFill/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867C6149-41C5-E338-356B-2CAFBE02A3ED}"/>
                  </a:ext>
                </a:extLst>
              </p:cNvPr>
              <p:cNvSpPr/>
              <p:nvPr/>
            </p:nvSpPr>
            <p:spPr>
              <a:xfrm>
                <a:off x="5928618" y="2407679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A086C587-CC10-D4F4-8F44-334CF4EDC077}"/>
                </a:ext>
              </a:extLst>
            </p:cNvPr>
            <p:cNvGrpSpPr/>
            <p:nvPr/>
          </p:nvGrpSpPr>
          <p:grpSpPr>
            <a:xfrm>
              <a:off x="6800861" y="1787380"/>
              <a:ext cx="1307899" cy="1426013"/>
              <a:chOff x="5368879" y="1782440"/>
              <a:chExt cx="1307899" cy="1426013"/>
            </a:xfrm>
          </p:grpSpPr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53070CAE-2EE8-8311-6933-80E3CAE97A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68879" y="1792180"/>
                <a:ext cx="1307899" cy="1411172"/>
              </a:xfrm>
              <a:prstGeom prst="line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Connecteur droit 40">
                <a:extLst>
                  <a:ext uri="{FF2B5EF4-FFF2-40B4-BE49-F238E27FC236}">
                    <a16:creationId xmlns:a16="http://schemas.microsoft.com/office/drawing/2014/main" id="{3C02E17F-EC29-1BA2-8A97-FB504B7C27F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8879" y="1782440"/>
                <a:ext cx="1299479" cy="1426013"/>
              </a:xfrm>
              <a:prstGeom prst="line">
                <a:avLst/>
              </a:prstGeom>
              <a:noFill/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A828BB77-B240-BC25-B090-A27152B3AEDB}"/>
                  </a:ext>
                </a:extLst>
              </p:cNvPr>
              <p:cNvSpPr/>
              <p:nvPr/>
            </p:nvSpPr>
            <p:spPr>
              <a:xfrm>
                <a:off x="5928618" y="2407679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A0833C5A-47F5-64B7-D3AC-AD54799CDE6B}"/>
                </a:ext>
              </a:extLst>
            </p:cNvPr>
            <p:cNvSpPr/>
            <p:nvPr/>
          </p:nvSpPr>
          <p:spPr>
            <a:xfrm>
              <a:off x="5489116" y="2166327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FFC000"/>
                  </a:solidFill>
                </a:rPr>
                <a:t>a</a:t>
              </a:r>
              <a:endParaRPr lang="fr-FR" sz="1400" b="1" dirty="0">
                <a:solidFill>
                  <a:srgbClr val="FFC000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396E311C-7809-EC7D-9CE6-7BEB1C365530}"/>
                </a:ext>
              </a:extLst>
            </p:cNvPr>
            <p:cNvSpPr/>
            <p:nvPr/>
          </p:nvSpPr>
          <p:spPr>
            <a:xfrm>
              <a:off x="5492679" y="267685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7030A0"/>
                  </a:solidFill>
                </a:rPr>
                <a:t>b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8F5D05E5-67F4-B586-976D-29B0F23E0641}"/>
                </a:ext>
              </a:extLst>
            </p:cNvPr>
            <p:cNvSpPr/>
            <p:nvPr/>
          </p:nvSpPr>
          <p:spPr>
            <a:xfrm>
              <a:off x="7806536" y="267685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FFC000"/>
                  </a:solidFill>
                </a:rPr>
                <a:t>c</a:t>
              </a:r>
              <a:endParaRPr lang="fr-FR" sz="1400" b="1" dirty="0">
                <a:solidFill>
                  <a:srgbClr val="FFC000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C663579D-F562-C2A9-C26E-2230E2B57C61}"/>
                </a:ext>
              </a:extLst>
            </p:cNvPr>
            <p:cNvSpPr/>
            <p:nvPr/>
          </p:nvSpPr>
          <p:spPr>
            <a:xfrm>
              <a:off x="7806536" y="2166327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7030A0"/>
                  </a:solidFill>
                </a:rPr>
                <a:t>d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CF3E2F17-0982-15E1-71AC-C061B5C2DB0A}"/>
                </a:ext>
              </a:extLst>
            </p:cNvPr>
            <p:cNvSpPr/>
            <p:nvPr/>
          </p:nvSpPr>
          <p:spPr>
            <a:xfrm>
              <a:off x="4918239" y="3170270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e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554A1F28-C974-7B98-B268-FA2EA62424C6}"/>
                </a:ext>
              </a:extLst>
            </p:cNvPr>
            <p:cNvSpPr/>
            <p:nvPr/>
          </p:nvSpPr>
          <p:spPr>
            <a:xfrm>
              <a:off x="7794400" y="317629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f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59346712-0C4F-CFF5-A123-8A59D452B421}"/>
                </a:ext>
              </a:extLst>
            </p:cNvPr>
            <p:cNvSpPr/>
            <p:nvPr/>
          </p:nvSpPr>
          <p:spPr>
            <a:xfrm>
              <a:off x="4931419" y="1630522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g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9169CAC3-7AF5-EDDE-F228-472AC2CEEA2B}"/>
                </a:ext>
              </a:extLst>
            </p:cNvPr>
            <p:cNvSpPr/>
            <p:nvPr/>
          </p:nvSpPr>
          <p:spPr>
            <a:xfrm>
              <a:off x="4931419" y="1628800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g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BFD83A5F-B045-60BF-B1CF-B4C4951A99C7}"/>
                </a:ext>
              </a:extLst>
            </p:cNvPr>
            <p:cNvSpPr/>
            <p:nvPr/>
          </p:nvSpPr>
          <p:spPr>
            <a:xfrm>
              <a:off x="7781380" y="1636964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h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0290D6AD-FD3F-C0E9-8258-5B9F0C073158}"/>
                  </a:ext>
                </a:extLst>
              </p:cNvPr>
              <p:cNvSpPr txBox="1"/>
              <p:nvPr/>
            </p:nvSpPr>
            <p:spPr>
              <a:xfrm>
                <a:off x="9444717" y="2623489"/>
                <a:ext cx="1586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0290D6AD-FD3F-C0E9-8258-5B9F0C073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4717" y="2623489"/>
                <a:ext cx="158698" cy="215444"/>
              </a:xfrm>
              <a:prstGeom prst="rect">
                <a:avLst/>
              </a:prstGeom>
              <a:blipFill>
                <a:blip r:embed="rId2"/>
                <a:stretch>
                  <a:fillRect l="-26923" r="-23077" b="-2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BC83B15-A824-895B-CC45-1193FA277D60}"/>
                  </a:ext>
                </a:extLst>
              </p:cNvPr>
              <p:cNvSpPr txBox="1"/>
              <p:nvPr/>
            </p:nvSpPr>
            <p:spPr>
              <a:xfrm>
                <a:off x="10075748" y="2333026"/>
                <a:ext cx="16991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BC83B15-A824-895B-CC45-1193FA277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5748" y="2333026"/>
                <a:ext cx="169918" cy="215444"/>
              </a:xfrm>
              <a:prstGeom prst="rect">
                <a:avLst/>
              </a:prstGeom>
              <a:blipFill>
                <a:blip r:embed="rId3"/>
                <a:stretch>
                  <a:fillRect l="-25000" r="-21429" b="-5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>
                <a:extLst>
                  <a:ext uri="{FF2B5EF4-FFF2-40B4-BE49-F238E27FC236}">
                    <a16:creationId xmlns:a16="http://schemas.microsoft.com/office/drawing/2014/main" id="{94B52802-AA5D-1570-B3BC-5B9F7B5C688A}"/>
                  </a:ext>
                </a:extLst>
              </p:cNvPr>
              <p:cNvSpPr txBox="1"/>
              <p:nvPr/>
            </p:nvSpPr>
            <p:spPr>
              <a:xfrm>
                <a:off x="9617135" y="1303690"/>
                <a:ext cx="15228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7" name="ZoneTexte 66">
                <a:extLst>
                  <a:ext uri="{FF2B5EF4-FFF2-40B4-BE49-F238E27FC236}">
                    <a16:creationId xmlns:a16="http://schemas.microsoft.com/office/drawing/2014/main" id="{94B52802-AA5D-1570-B3BC-5B9F7B5C68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135" y="1303690"/>
                <a:ext cx="152285" cy="215444"/>
              </a:xfrm>
              <a:prstGeom prst="rect">
                <a:avLst/>
              </a:prstGeom>
              <a:blipFill>
                <a:blip r:embed="rId4"/>
                <a:stretch>
                  <a:fillRect l="-28000" r="-24000" b="-5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57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2B8F5-9E1A-6D8A-7AA7-9F1D0A181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DFDFEC-C0E8-88CC-C14C-404E6A6C0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394DD0C-37CF-A403-F39F-BAC9F56110D0}"/>
              </a:ext>
            </a:extLst>
          </p:cNvPr>
          <p:cNvGrpSpPr/>
          <p:nvPr/>
        </p:nvGrpSpPr>
        <p:grpSpPr>
          <a:xfrm>
            <a:off x="7143107" y="1255706"/>
            <a:ext cx="4361134" cy="2557397"/>
            <a:chOff x="4171306" y="1231643"/>
            <a:chExt cx="4361134" cy="2557397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242A13C9-AA79-967A-5430-B81322BD63B0}"/>
                </a:ext>
              </a:extLst>
            </p:cNvPr>
            <p:cNvSpPr/>
            <p:nvPr/>
          </p:nvSpPr>
          <p:spPr>
            <a:xfrm>
              <a:off x="6648819" y="2621459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6506DD5E-D9F1-5675-F2C0-98A370EB7942}"/>
                </a:ext>
              </a:extLst>
            </p:cNvPr>
            <p:cNvCxnSpPr>
              <a:cxnSpLocks/>
              <a:stCxn id="10" idx="5"/>
              <a:endCxn id="28" idx="1"/>
            </p:cNvCxnSpPr>
            <p:nvPr/>
          </p:nvCxnSpPr>
          <p:spPr>
            <a:xfrm flipH="1" flipV="1">
              <a:off x="6668358" y="1655160"/>
              <a:ext cx="404146" cy="818447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E953AFF4-B206-AFBF-252A-424747AD87EE}"/>
                </a:ext>
              </a:extLst>
            </p:cNvPr>
            <p:cNvGrpSpPr/>
            <p:nvPr/>
          </p:nvGrpSpPr>
          <p:grpSpPr>
            <a:xfrm>
              <a:off x="4171306" y="3356992"/>
              <a:ext cx="719636" cy="432048"/>
              <a:chOff x="204247" y="1842525"/>
              <a:chExt cx="719636" cy="432048"/>
            </a:xfrm>
          </p:grpSpPr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8C9DA0EA-96EB-3180-CB3E-3C91947C7443}"/>
                  </a:ext>
                </a:extLst>
              </p:cNvPr>
              <p:cNvSpPr/>
              <p:nvPr/>
            </p:nvSpPr>
            <p:spPr>
              <a:xfrm>
                <a:off x="204247" y="1991610"/>
                <a:ext cx="180000" cy="1800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50" b="1" dirty="0">
                    <a:solidFill>
                      <a:schemeClr val="tx1"/>
                    </a:solidFill>
                  </a:rPr>
                  <a:t>0</a:t>
                </a:r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9" name="Groupe 58">
                <a:extLst>
                  <a:ext uri="{FF2B5EF4-FFF2-40B4-BE49-F238E27FC236}">
                    <a16:creationId xmlns:a16="http://schemas.microsoft.com/office/drawing/2014/main" id="{8FE4101D-5D27-E068-9C6E-9499B6C00082}"/>
                  </a:ext>
                </a:extLst>
              </p:cNvPr>
              <p:cNvGrpSpPr/>
              <p:nvPr/>
            </p:nvGrpSpPr>
            <p:grpSpPr>
              <a:xfrm rot="5400000">
                <a:off x="387498" y="1914533"/>
                <a:ext cx="432048" cy="288031"/>
                <a:chOff x="2286259" y="3513708"/>
                <a:chExt cx="432048" cy="288031"/>
              </a:xfrm>
            </p:grpSpPr>
            <p:sp>
              <p:nvSpPr>
                <p:cNvPr id="61" name="Forme libre : forme 60">
                  <a:extLst>
                    <a:ext uri="{FF2B5EF4-FFF2-40B4-BE49-F238E27FC236}">
                      <a16:creationId xmlns:a16="http://schemas.microsoft.com/office/drawing/2014/main" id="{B4BF6CEE-A14A-6761-A37A-12085CA07090}"/>
                    </a:ext>
                  </a:extLst>
                </p:cNvPr>
                <p:cNvSpPr/>
                <p:nvPr/>
              </p:nvSpPr>
              <p:spPr>
                <a:xfrm>
                  <a:off x="2302852" y="3655813"/>
                  <a:ext cx="415449" cy="145926"/>
                </a:xfrm>
                <a:custGeom>
                  <a:avLst/>
                  <a:gdLst>
                    <a:gd name="connsiteX0" fmla="*/ 0 w 400050"/>
                    <a:gd name="connsiteY0" fmla="*/ 6350 h 134622"/>
                    <a:gd name="connsiteX1" fmla="*/ 63500 w 400050"/>
                    <a:gd name="connsiteY1" fmla="*/ 114300 h 134622"/>
                    <a:gd name="connsiteX2" fmla="*/ 203200 w 400050"/>
                    <a:gd name="connsiteY2" fmla="*/ 69850 h 134622"/>
                    <a:gd name="connsiteX3" fmla="*/ 304800 w 400050"/>
                    <a:gd name="connsiteY3" fmla="*/ 133350 h 134622"/>
                    <a:gd name="connsiteX4" fmla="*/ 400050 w 400050"/>
                    <a:gd name="connsiteY4" fmla="*/ 0 h 134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0050" h="134622">
                      <a:moveTo>
                        <a:pt x="0" y="6350"/>
                      </a:moveTo>
                      <a:cubicBezTo>
                        <a:pt x="14816" y="55033"/>
                        <a:pt x="29633" y="103717"/>
                        <a:pt x="63500" y="114300"/>
                      </a:cubicBezTo>
                      <a:cubicBezTo>
                        <a:pt x="97367" y="124883"/>
                        <a:pt x="162983" y="66675"/>
                        <a:pt x="203200" y="69850"/>
                      </a:cubicBezTo>
                      <a:cubicBezTo>
                        <a:pt x="243417" y="73025"/>
                        <a:pt x="271992" y="144992"/>
                        <a:pt x="304800" y="133350"/>
                      </a:cubicBezTo>
                      <a:cubicBezTo>
                        <a:pt x="337608" y="121708"/>
                        <a:pt x="368829" y="60854"/>
                        <a:pt x="400050" y="0"/>
                      </a:cubicBezTo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62" name="Connecteur droit 61">
                  <a:extLst>
                    <a:ext uri="{FF2B5EF4-FFF2-40B4-BE49-F238E27FC236}">
                      <a16:creationId xmlns:a16="http://schemas.microsoft.com/office/drawing/2014/main" id="{435ECA4A-D0A5-B9EA-BE4B-3D4215A67D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2283" y="3513708"/>
                  <a:ext cx="0" cy="14210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Connecteur droit 62">
                  <a:extLst>
                    <a:ext uri="{FF2B5EF4-FFF2-40B4-BE49-F238E27FC236}">
                      <a16:creationId xmlns:a16="http://schemas.microsoft.com/office/drawing/2014/main" id="{D0CBAAB2-9D2A-43D5-6F4C-F2ADF2C8BA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86259" y="3659633"/>
                  <a:ext cx="432048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453373-535A-B435-D991-5E4098AA29F1}"/>
                  </a:ext>
                </a:extLst>
              </p:cNvPr>
              <p:cNvSpPr/>
              <p:nvPr/>
            </p:nvSpPr>
            <p:spPr>
              <a:xfrm rot="16200000">
                <a:off x="743883" y="1977057"/>
                <a:ext cx="180000" cy="1800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C739814F-7095-8CFB-9594-305BC3652020}"/>
                </a:ext>
              </a:extLst>
            </p:cNvPr>
            <p:cNvSpPr/>
            <p:nvPr/>
          </p:nvSpPr>
          <p:spPr>
            <a:xfrm>
              <a:off x="5390638" y="349130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C00000"/>
                  </a:solidFill>
                </a:rPr>
                <a:t>6</a:t>
              </a:r>
              <a:endParaRPr lang="fr-FR" sz="1400" b="1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0DF16224-E9DB-2396-47A8-C427B47A2C30}"/>
                </a:ext>
              </a:extLst>
            </p:cNvPr>
            <p:cNvCxnSpPr>
              <a:cxnSpLocks/>
              <a:stCxn id="5" idx="7"/>
              <a:endCxn id="10" idx="7"/>
            </p:cNvCxnSpPr>
            <p:nvPr/>
          </p:nvCxnSpPr>
          <p:spPr>
            <a:xfrm flipV="1">
              <a:off x="6802459" y="2346327"/>
              <a:ext cx="270045" cy="301492"/>
            </a:xfrm>
            <a:prstGeom prst="lin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FD18B020-2B6C-7120-34DC-39097B0F5AB6}"/>
                </a:ext>
              </a:extLst>
            </p:cNvPr>
            <p:cNvSpPr/>
            <p:nvPr/>
          </p:nvSpPr>
          <p:spPr>
            <a:xfrm>
              <a:off x="6918864" y="2319967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A0A9E7B7-E02C-48E8-4D18-04229AB37718}"/>
                </a:ext>
              </a:extLst>
            </p:cNvPr>
            <p:cNvCxnSpPr>
              <a:cxnSpLocks/>
              <a:endCxn id="28" idx="0"/>
            </p:cNvCxnSpPr>
            <p:nvPr/>
          </p:nvCxnSpPr>
          <p:spPr>
            <a:xfrm>
              <a:off x="6730293" y="1553892"/>
              <a:ext cx="0" cy="72000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2DE48F0E-B8B9-0B3C-8D1F-C1A8224615D0}"/>
                </a:ext>
              </a:extLst>
            </p:cNvPr>
            <p:cNvCxnSpPr>
              <a:cxnSpLocks/>
            </p:cNvCxnSpPr>
            <p:nvPr/>
          </p:nvCxnSpPr>
          <p:spPr>
            <a:xfrm>
              <a:off x="4932440" y="1556792"/>
              <a:ext cx="3600000" cy="0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69C7BC5-6BFA-FCF2-A0DA-A4B0B0CBCB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31556" y="1231643"/>
              <a:ext cx="0" cy="325149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94A5ED6D-C7CB-024D-6303-A80502931D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32440" y="1231643"/>
              <a:ext cx="0" cy="325149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7CFEACF5-494A-F3F2-E77B-094A92D22D7C}"/>
                </a:ext>
              </a:extLst>
            </p:cNvPr>
            <p:cNvCxnSpPr>
              <a:cxnSpLocks/>
              <a:stCxn id="60" idx="3"/>
            </p:cNvCxnSpPr>
            <p:nvPr/>
          </p:nvCxnSpPr>
          <p:spPr>
            <a:xfrm flipV="1">
              <a:off x="4800942" y="3438565"/>
              <a:ext cx="0" cy="52959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F2CB5545-F8C8-B8FE-A73C-4340F9EE305A}"/>
                </a:ext>
              </a:extLst>
            </p:cNvPr>
            <p:cNvCxnSpPr>
              <a:cxnSpLocks/>
            </p:cNvCxnSpPr>
            <p:nvPr/>
          </p:nvCxnSpPr>
          <p:spPr>
            <a:xfrm>
              <a:off x="4712769" y="3491523"/>
              <a:ext cx="180000" cy="18000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71DAF049-F0C7-0243-177E-B324F4BFFB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12738" y="3489267"/>
              <a:ext cx="180000" cy="18000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B376BA94-5F7E-E0AB-6B36-790E4C14D306}"/>
                </a:ext>
              </a:extLst>
            </p:cNvPr>
            <p:cNvSpPr/>
            <p:nvPr/>
          </p:nvSpPr>
          <p:spPr>
            <a:xfrm>
              <a:off x="6913073" y="2607812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chemeClr val="bg1">
                      <a:lumMod val="50000"/>
                    </a:schemeClr>
                  </a:solidFill>
                </a:rPr>
                <a:t>9</a:t>
              </a:r>
              <a:endParaRPr lang="fr-FR" sz="14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0B7572F4-EB96-96A9-8936-1785016F240B}"/>
                </a:ext>
              </a:extLst>
            </p:cNvPr>
            <p:cNvSpPr/>
            <p:nvPr/>
          </p:nvSpPr>
          <p:spPr>
            <a:xfrm>
              <a:off x="6622554" y="2017457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000" b="1" dirty="0">
                  <a:solidFill>
                    <a:srgbClr val="00B050"/>
                  </a:solidFill>
                </a:rPr>
                <a:t>10</a:t>
              </a:r>
              <a:endParaRPr lang="fr-FR" sz="1200" b="1" dirty="0">
                <a:solidFill>
                  <a:srgbClr val="00B050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C26D95C7-1370-FB5D-ED7B-F0520C6731B2}"/>
                </a:ext>
              </a:extLst>
            </p:cNvPr>
            <p:cNvSpPr/>
            <p:nvPr/>
          </p:nvSpPr>
          <p:spPr>
            <a:xfrm>
              <a:off x="5003731" y="1292529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000" b="1" dirty="0">
                  <a:solidFill>
                    <a:srgbClr val="0070C0"/>
                  </a:solidFill>
                </a:rPr>
                <a:t>11</a:t>
              </a:r>
              <a:endParaRPr lang="fr-FR" sz="1200" b="1" dirty="0">
                <a:solidFill>
                  <a:srgbClr val="0070C0"/>
                </a:solidFill>
              </a:endParaRPr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06D09141-B89B-F8EE-7D16-1E4FF1998DC0}"/>
                </a:ext>
              </a:extLst>
            </p:cNvPr>
            <p:cNvCxnSpPr>
              <a:cxnSpLocks/>
              <a:endCxn id="5" idx="4"/>
            </p:cNvCxnSpPr>
            <p:nvPr/>
          </p:nvCxnSpPr>
          <p:spPr>
            <a:xfrm flipV="1">
              <a:off x="6738819" y="2801459"/>
              <a:ext cx="0" cy="637106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D2BEF2C0-862E-DD02-9CCD-18F95D6E7BF5}"/>
                </a:ext>
              </a:extLst>
            </p:cNvPr>
            <p:cNvCxnSpPr>
              <a:cxnSpLocks/>
            </p:cNvCxnSpPr>
            <p:nvPr/>
          </p:nvCxnSpPr>
          <p:spPr>
            <a:xfrm>
              <a:off x="4800942" y="3438565"/>
              <a:ext cx="3659490" cy="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BB87956-4E59-2BC2-9A5A-795D4C6A1C0D}"/>
                </a:ext>
              </a:extLst>
            </p:cNvPr>
            <p:cNvGrpSpPr/>
            <p:nvPr/>
          </p:nvGrpSpPr>
          <p:grpSpPr>
            <a:xfrm>
              <a:off x="5161239" y="3128093"/>
              <a:ext cx="288000" cy="288000"/>
              <a:chOff x="4943745" y="2850212"/>
              <a:chExt cx="288000" cy="288000"/>
            </a:xfrm>
          </p:grpSpPr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1679ED0E-CA1E-42CC-3539-42B03E60BD67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6" name="Connecteur droit 55">
                <a:extLst>
                  <a:ext uri="{FF2B5EF4-FFF2-40B4-BE49-F238E27FC236}">
                    <a16:creationId xmlns:a16="http://schemas.microsoft.com/office/drawing/2014/main" id="{84AEC1F3-CD8D-FA59-1D92-E8AEDD393066}"/>
                  </a:ext>
                </a:extLst>
              </p:cNvPr>
              <p:cNvCxnSpPr>
                <a:cxnSpLocks/>
                <a:stCxn id="55" idx="1"/>
                <a:endCxn id="57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3A5533C0-F57E-2B8F-11F9-69BCACBB262C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4" name="Groupe 23">
              <a:extLst>
                <a:ext uri="{FF2B5EF4-FFF2-40B4-BE49-F238E27FC236}">
                  <a16:creationId xmlns:a16="http://schemas.microsoft.com/office/drawing/2014/main" id="{387443B7-E307-2EDD-98DB-CBA612BE2298}"/>
                </a:ext>
              </a:extLst>
            </p:cNvPr>
            <p:cNvGrpSpPr/>
            <p:nvPr/>
          </p:nvGrpSpPr>
          <p:grpSpPr>
            <a:xfrm>
              <a:off x="8028400" y="3128093"/>
              <a:ext cx="288000" cy="288000"/>
              <a:chOff x="4943745" y="2850212"/>
              <a:chExt cx="288000" cy="288000"/>
            </a:xfrm>
          </p:grpSpPr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AFBE9545-6DA5-8E36-8048-3497BD7AD43D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3" name="Connecteur droit 52">
                <a:extLst>
                  <a:ext uri="{FF2B5EF4-FFF2-40B4-BE49-F238E27FC236}">
                    <a16:creationId xmlns:a16="http://schemas.microsoft.com/office/drawing/2014/main" id="{2B6DFB66-48A0-7A93-342E-DFA37BC368C1}"/>
                  </a:ext>
                </a:extLst>
              </p:cNvPr>
              <p:cNvCxnSpPr>
                <a:cxnSpLocks/>
                <a:stCxn id="52" idx="1"/>
                <a:endCxn id="54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BA6D4D37-2C8D-0F8F-57E2-038DEB17BDF7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744F0F71-54AC-9379-EA2C-48E77E61901D}"/>
                </a:ext>
              </a:extLst>
            </p:cNvPr>
            <p:cNvGrpSpPr/>
            <p:nvPr/>
          </p:nvGrpSpPr>
          <p:grpSpPr>
            <a:xfrm>
              <a:off x="8028400" y="1579265"/>
              <a:ext cx="288000" cy="288000"/>
              <a:chOff x="4943745" y="2850212"/>
              <a:chExt cx="288000" cy="288000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DC5DFBDF-5890-DAC1-4AED-F4A4D623A4D3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0" name="Connecteur droit 49">
                <a:extLst>
                  <a:ext uri="{FF2B5EF4-FFF2-40B4-BE49-F238E27FC236}">
                    <a16:creationId xmlns:a16="http://schemas.microsoft.com/office/drawing/2014/main" id="{B863A2B6-C13B-801D-5E0A-F72CA45C71AB}"/>
                  </a:ext>
                </a:extLst>
              </p:cNvPr>
              <p:cNvCxnSpPr>
                <a:cxnSpLocks/>
                <a:stCxn id="49" idx="1"/>
                <a:endCxn id="51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1" name="Ellipse 50">
                <a:extLst>
                  <a:ext uri="{FF2B5EF4-FFF2-40B4-BE49-F238E27FC236}">
                    <a16:creationId xmlns:a16="http://schemas.microsoft.com/office/drawing/2014/main" id="{EBCB7FB3-0EC7-F589-6C9A-54BAE756DD34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A4C73C70-20FC-8866-94D0-B81EF2D50031}"/>
                </a:ext>
              </a:extLst>
            </p:cNvPr>
            <p:cNvGrpSpPr/>
            <p:nvPr/>
          </p:nvGrpSpPr>
          <p:grpSpPr>
            <a:xfrm>
              <a:off x="5161239" y="1584540"/>
              <a:ext cx="288000" cy="288000"/>
              <a:chOff x="4943745" y="2850212"/>
              <a:chExt cx="288000" cy="288000"/>
            </a:xfrm>
          </p:grpSpPr>
          <p:sp>
            <p:nvSpPr>
              <p:cNvPr id="46" name="Ellipse 45">
                <a:extLst>
                  <a:ext uri="{FF2B5EF4-FFF2-40B4-BE49-F238E27FC236}">
                    <a16:creationId xmlns:a16="http://schemas.microsoft.com/office/drawing/2014/main" id="{2534D163-3B90-377A-772B-94F4AC4BD26D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47" name="Connecteur droit 46">
                <a:extLst>
                  <a:ext uri="{FF2B5EF4-FFF2-40B4-BE49-F238E27FC236}">
                    <a16:creationId xmlns:a16="http://schemas.microsoft.com/office/drawing/2014/main" id="{55A96743-635F-1C49-5484-444D41AFC397}"/>
                  </a:ext>
                </a:extLst>
              </p:cNvPr>
              <p:cNvCxnSpPr>
                <a:cxnSpLocks/>
                <a:stCxn id="46" idx="1"/>
                <a:endCxn id="48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FF0A8BBB-75BB-CC8D-D3FB-AA88471238F2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1BBB85F5-F044-F634-D058-9051F236BE00}"/>
                </a:ext>
              </a:extLst>
            </p:cNvPr>
            <p:cNvSpPr/>
            <p:nvPr/>
          </p:nvSpPr>
          <p:spPr>
            <a:xfrm>
              <a:off x="6650418" y="3176992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2D973F48-E2BA-A98F-D5FB-F4C9D6157282}"/>
                </a:ext>
              </a:extLst>
            </p:cNvPr>
            <p:cNvSpPr/>
            <p:nvPr/>
          </p:nvSpPr>
          <p:spPr>
            <a:xfrm>
              <a:off x="6641998" y="1628800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8242E40-9E64-2472-3772-F6C4A6FADF9A}"/>
                </a:ext>
              </a:extLst>
            </p:cNvPr>
            <p:cNvGrpSpPr/>
            <p:nvPr/>
          </p:nvGrpSpPr>
          <p:grpSpPr>
            <a:xfrm>
              <a:off x="5368879" y="1782440"/>
              <a:ext cx="1307899" cy="1426013"/>
              <a:chOff x="5368879" y="1782440"/>
              <a:chExt cx="1307899" cy="1426013"/>
            </a:xfrm>
          </p:grpSpPr>
          <p:cxnSp>
            <p:nvCxnSpPr>
              <p:cNvPr id="43" name="Connecteur droit 42">
                <a:extLst>
                  <a:ext uri="{FF2B5EF4-FFF2-40B4-BE49-F238E27FC236}">
                    <a16:creationId xmlns:a16="http://schemas.microsoft.com/office/drawing/2014/main" id="{87584C74-331E-B462-0427-2A30D72E79DE}"/>
                  </a:ext>
                </a:extLst>
              </p:cNvPr>
              <p:cNvCxnSpPr>
                <a:cxnSpLocks/>
                <a:stCxn id="27" idx="1"/>
                <a:endCxn id="48" idx="5"/>
              </p:cNvCxnSpPr>
              <p:nvPr/>
            </p:nvCxnSpPr>
            <p:spPr>
              <a:xfrm flipH="1" flipV="1">
                <a:off x="5368879" y="1792180"/>
                <a:ext cx="1307899" cy="1411172"/>
              </a:xfrm>
              <a:prstGeom prst="line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4" name="Connecteur droit 43">
                <a:extLst>
                  <a:ext uri="{FF2B5EF4-FFF2-40B4-BE49-F238E27FC236}">
                    <a16:creationId xmlns:a16="http://schemas.microsoft.com/office/drawing/2014/main" id="{C1465BCA-AE7D-8585-BDD4-321416C3DDA2}"/>
                  </a:ext>
                </a:extLst>
              </p:cNvPr>
              <p:cNvCxnSpPr>
                <a:cxnSpLocks/>
                <a:stCxn id="57" idx="7"/>
                <a:endCxn id="28" idx="3"/>
              </p:cNvCxnSpPr>
              <p:nvPr/>
            </p:nvCxnSpPr>
            <p:spPr>
              <a:xfrm flipV="1">
                <a:off x="5368879" y="1782440"/>
                <a:ext cx="1299479" cy="1426013"/>
              </a:xfrm>
              <a:prstGeom prst="line">
                <a:avLst/>
              </a:prstGeom>
              <a:noFill/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29E52057-4A48-266A-E03C-E80BAADC856E}"/>
                  </a:ext>
                </a:extLst>
              </p:cNvPr>
              <p:cNvSpPr/>
              <p:nvPr/>
            </p:nvSpPr>
            <p:spPr>
              <a:xfrm>
                <a:off x="5928618" y="2407679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C2CCBE6F-882E-B1FA-F391-4DDF235EF7F5}"/>
                </a:ext>
              </a:extLst>
            </p:cNvPr>
            <p:cNvGrpSpPr/>
            <p:nvPr/>
          </p:nvGrpSpPr>
          <p:grpSpPr>
            <a:xfrm>
              <a:off x="6800861" y="1787380"/>
              <a:ext cx="1307899" cy="1426013"/>
              <a:chOff x="5368879" y="1782440"/>
              <a:chExt cx="1307899" cy="1426013"/>
            </a:xfrm>
          </p:grpSpPr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CE9E8910-AA29-5289-7F5F-869A3F6487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68879" y="1792180"/>
                <a:ext cx="1307899" cy="1411172"/>
              </a:xfrm>
              <a:prstGeom prst="line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Connecteur droit 40">
                <a:extLst>
                  <a:ext uri="{FF2B5EF4-FFF2-40B4-BE49-F238E27FC236}">
                    <a16:creationId xmlns:a16="http://schemas.microsoft.com/office/drawing/2014/main" id="{9D3B34DA-4DF2-F09D-26D4-E68B50ABB2B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8879" y="1782440"/>
                <a:ext cx="1299479" cy="1426013"/>
              </a:xfrm>
              <a:prstGeom prst="line">
                <a:avLst/>
              </a:prstGeom>
              <a:noFill/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80415B99-E98E-BF08-FAF0-D05A888801BC}"/>
                  </a:ext>
                </a:extLst>
              </p:cNvPr>
              <p:cNvSpPr/>
              <p:nvPr/>
            </p:nvSpPr>
            <p:spPr>
              <a:xfrm>
                <a:off x="5928618" y="2407679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9E12CD1-25C8-110B-9D7C-498A48185D6B}"/>
                </a:ext>
              </a:extLst>
            </p:cNvPr>
            <p:cNvSpPr/>
            <p:nvPr/>
          </p:nvSpPr>
          <p:spPr>
            <a:xfrm>
              <a:off x="5489116" y="2166327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FFC000"/>
                  </a:solidFill>
                </a:rPr>
                <a:t>a</a:t>
              </a:r>
              <a:endParaRPr lang="fr-FR" sz="1400" b="1" dirty="0">
                <a:solidFill>
                  <a:srgbClr val="FFC000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7EC6104-4E8F-80F4-1D9A-00BEB9B6970E}"/>
                </a:ext>
              </a:extLst>
            </p:cNvPr>
            <p:cNvSpPr/>
            <p:nvPr/>
          </p:nvSpPr>
          <p:spPr>
            <a:xfrm>
              <a:off x="5492679" y="267685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7030A0"/>
                  </a:solidFill>
                </a:rPr>
                <a:t>b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585196-76D2-0AFC-62A6-23C36C02C48D}"/>
                </a:ext>
              </a:extLst>
            </p:cNvPr>
            <p:cNvSpPr/>
            <p:nvPr/>
          </p:nvSpPr>
          <p:spPr>
            <a:xfrm>
              <a:off x="7806536" y="267685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FFC000"/>
                  </a:solidFill>
                </a:rPr>
                <a:t>c</a:t>
              </a:r>
              <a:endParaRPr lang="fr-FR" sz="1400" b="1" dirty="0">
                <a:solidFill>
                  <a:srgbClr val="FFC000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423C9AA3-F978-78F3-13D2-3F09D003ADE9}"/>
                </a:ext>
              </a:extLst>
            </p:cNvPr>
            <p:cNvSpPr/>
            <p:nvPr/>
          </p:nvSpPr>
          <p:spPr>
            <a:xfrm>
              <a:off x="7806536" y="2166327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7030A0"/>
                  </a:solidFill>
                </a:rPr>
                <a:t>d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1F457952-4C3B-242B-AA31-891D77EC7640}"/>
                </a:ext>
              </a:extLst>
            </p:cNvPr>
            <p:cNvSpPr/>
            <p:nvPr/>
          </p:nvSpPr>
          <p:spPr>
            <a:xfrm>
              <a:off x="4918239" y="3170270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e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49C487AE-4A27-BF46-CE7F-672BDA951ED6}"/>
                </a:ext>
              </a:extLst>
            </p:cNvPr>
            <p:cNvSpPr/>
            <p:nvPr/>
          </p:nvSpPr>
          <p:spPr>
            <a:xfrm>
              <a:off x="7794400" y="317629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f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8D0FA193-B94C-5AED-5E0E-8AB0D6FA9F83}"/>
                </a:ext>
              </a:extLst>
            </p:cNvPr>
            <p:cNvSpPr/>
            <p:nvPr/>
          </p:nvSpPr>
          <p:spPr>
            <a:xfrm>
              <a:off x="4931419" y="1630522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g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E88A2B02-D08B-D0BF-D20B-51FDFFEA64AA}"/>
                </a:ext>
              </a:extLst>
            </p:cNvPr>
            <p:cNvSpPr/>
            <p:nvPr/>
          </p:nvSpPr>
          <p:spPr>
            <a:xfrm>
              <a:off x="4931419" y="1628800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g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13D4A476-3AD6-C618-4DA9-4AC494CF80BB}"/>
                </a:ext>
              </a:extLst>
            </p:cNvPr>
            <p:cNvSpPr/>
            <p:nvPr/>
          </p:nvSpPr>
          <p:spPr>
            <a:xfrm>
              <a:off x="7781380" y="1636964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h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3D7D000B-E680-7FDA-5F74-EFE38C75BE50}"/>
                  </a:ext>
                </a:extLst>
              </p:cNvPr>
              <p:cNvSpPr txBox="1"/>
              <p:nvPr/>
            </p:nvSpPr>
            <p:spPr>
              <a:xfrm>
                <a:off x="9444717" y="2623489"/>
                <a:ext cx="1586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0290D6AD-FD3F-C0E9-8258-5B9F0C073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4717" y="2623489"/>
                <a:ext cx="158698" cy="215444"/>
              </a:xfrm>
              <a:prstGeom prst="rect">
                <a:avLst/>
              </a:prstGeom>
              <a:blipFill>
                <a:blip r:embed="rId2"/>
                <a:stretch>
                  <a:fillRect l="-26923" r="-23077" b="-2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E1D83CFC-0138-196F-5FB4-72ED0D53962C}"/>
                  </a:ext>
                </a:extLst>
              </p:cNvPr>
              <p:cNvSpPr txBox="1"/>
              <p:nvPr/>
            </p:nvSpPr>
            <p:spPr>
              <a:xfrm>
                <a:off x="10075748" y="2333026"/>
                <a:ext cx="16991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BC83B15-A824-895B-CC45-1193FA277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5748" y="2333026"/>
                <a:ext cx="169918" cy="215444"/>
              </a:xfrm>
              <a:prstGeom prst="rect">
                <a:avLst/>
              </a:prstGeom>
              <a:blipFill>
                <a:blip r:embed="rId3"/>
                <a:stretch>
                  <a:fillRect l="-25000" r="-21429" b="-5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>
                <a:extLst>
                  <a:ext uri="{FF2B5EF4-FFF2-40B4-BE49-F238E27FC236}">
                    <a16:creationId xmlns:a16="http://schemas.microsoft.com/office/drawing/2014/main" id="{52E1EEF6-A9EC-F565-4593-E1856EA8F249}"/>
                  </a:ext>
                </a:extLst>
              </p:cNvPr>
              <p:cNvSpPr txBox="1"/>
              <p:nvPr/>
            </p:nvSpPr>
            <p:spPr>
              <a:xfrm>
                <a:off x="9617135" y="1303690"/>
                <a:ext cx="15228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7" name="ZoneTexte 66">
                <a:extLst>
                  <a:ext uri="{FF2B5EF4-FFF2-40B4-BE49-F238E27FC236}">
                    <a16:creationId xmlns:a16="http://schemas.microsoft.com/office/drawing/2014/main" id="{94B52802-AA5D-1570-B3BC-5B9F7B5C68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135" y="1303690"/>
                <a:ext cx="152285" cy="215444"/>
              </a:xfrm>
              <a:prstGeom prst="rect">
                <a:avLst/>
              </a:prstGeom>
              <a:blipFill>
                <a:blip r:embed="rId4"/>
                <a:stretch>
                  <a:fillRect l="-28000" r="-24000" b="-5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91252787-6EAF-2075-5082-D6AE81AECB6D}"/>
              </a:ext>
            </a:extLst>
          </p:cNvPr>
          <p:cNvCxnSpPr>
            <a:cxnSpLocks/>
          </p:cNvCxnSpPr>
          <p:nvPr/>
        </p:nvCxnSpPr>
        <p:spPr>
          <a:xfrm>
            <a:off x="8539402" y="3008080"/>
            <a:ext cx="2328935" cy="0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8D3CE8B5-6842-EC34-E28A-C7BF78802772}"/>
              </a:ext>
            </a:extLst>
          </p:cNvPr>
          <p:cNvCxnSpPr>
            <a:cxnSpLocks/>
          </p:cNvCxnSpPr>
          <p:nvPr/>
        </p:nvCxnSpPr>
        <p:spPr>
          <a:xfrm>
            <a:off x="8484111" y="3813097"/>
            <a:ext cx="2328935" cy="0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AEB978D1-3651-1E35-CB26-191A1D2D62D7}"/>
                  </a:ext>
                </a:extLst>
              </p:cNvPr>
              <p:cNvSpPr txBox="1"/>
              <p:nvPr/>
            </p:nvSpPr>
            <p:spPr>
              <a:xfrm>
                <a:off x="9578884" y="3526161"/>
                <a:ext cx="37670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AEB978D1-3651-1E35-CB26-191A1D2D6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8884" y="3526161"/>
                <a:ext cx="376706" cy="215444"/>
              </a:xfrm>
              <a:prstGeom prst="rect">
                <a:avLst/>
              </a:prstGeom>
              <a:blipFill>
                <a:blip r:embed="rId5"/>
                <a:stretch>
                  <a:fillRect l="-9677" r="-16129" b="-30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269B25FD-266D-B69D-5778-71106F37DCC3}"/>
              </a:ext>
            </a:extLst>
          </p:cNvPr>
          <p:cNvCxnSpPr>
            <a:cxnSpLocks/>
          </p:cNvCxnSpPr>
          <p:nvPr/>
        </p:nvCxnSpPr>
        <p:spPr>
          <a:xfrm>
            <a:off x="7949105" y="1832863"/>
            <a:ext cx="7969" cy="1182236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>
                <a:extLst>
                  <a:ext uri="{FF2B5EF4-FFF2-40B4-BE49-F238E27FC236}">
                    <a16:creationId xmlns:a16="http://schemas.microsoft.com/office/drawing/2014/main" id="{96717AE6-B13C-6D74-CB63-9A0FB714661C}"/>
                  </a:ext>
                </a:extLst>
              </p:cNvPr>
              <p:cNvSpPr txBox="1"/>
              <p:nvPr/>
            </p:nvSpPr>
            <p:spPr>
              <a:xfrm>
                <a:off x="7495368" y="2341101"/>
                <a:ext cx="41036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𝝀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74" name="ZoneTexte 73">
                <a:extLst>
                  <a:ext uri="{FF2B5EF4-FFF2-40B4-BE49-F238E27FC236}">
                    <a16:creationId xmlns:a16="http://schemas.microsoft.com/office/drawing/2014/main" id="{96717AE6-B13C-6D74-CB63-9A0FB7146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68" y="2341101"/>
                <a:ext cx="410369" cy="215444"/>
              </a:xfrm>
              <a:prstGeom prst="rect">
                <a:avLst/>
              </a:prstGeom>
              <a:blipFill>
                <a:blip r:embed="rId6"/>
                <a:stretch>
                  <a:fillRect l="-11940" t="-2857" r="-14925" b="-3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399EDB0B-62B5-F8C4-7F40-B6D9C38920A4}"/>
              </a:ext>
            </a:extLst>
          </p:cNvPr>
          <p:cNvCxnSpPr>
            <a:cxnSpLocks/>
          </p:cNvCxnSpPr>
          <p:nvPr/>
        </p:nvCxnSpPr>
        <p:spPr>
          <a:xfrm flipH="1">
            <a:off x="8308607" y="1671658"/>
            <a:ext cx="1094584" cy="1194212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418264AF-B659-0DCE-C95F-B3292FA93810}"/>
                  </a:ext>
                </a:extLst>
              </p:cNvPr>
              <p:cNvSpPr txBox="1"/>
              <p:nvPr/>
            </p:nvSpPr>
            <p:spPr>
              <a:xfrm>
                <a:off x="8801908" y="1865830"/>
                <a:ext cx="133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418264AF-B659-0DCE-C95F-B3292FA93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908" y="1865830"/>
                <a:ext cx="133049" cy="215444"/>
              </a:xfrm>
              <a:prstGeom prst="rect">
                <a:avLst/>
              </a:prstGeom>
              <a:blipFill>
                <a:blip r:embed="rId7"/>
                <a:stretch>
                  <a:fillRect l="-36364" r="-27273" b="-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094FF895-9330-A0D9-556E-08C799EE7A61}"/>
              </a:ext>
            </a:extLst>
          </p:cNvPr>
          <p:cNvCxnSpPr>
            <a:cxnSpLocks/>
          </p:cNvCxnSpPr>
          <p:nvPr/>
        </p:nvCxnSpPr>
        <p:spPr>
          <a:xfrm>
            <a:off x="9308592" y="3008080"/>
            <a:ext cx="0" cy="372975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B7FD734A-9B53-A0CB-E212-EE5EC4485769}"/>
                  </a:ext>
                </a:extLst>
              </p:cNvPr>
              <p:cNvSpPr txBox="1"/>
              <p:nvPr/>
            </p:nvSpPr>
            <p:spPr>
              <a:xfrm>
                <a:off x="8963801" y="3096864"/>
                <a:ext cx="21903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fr-FR" sz="1400" b="1" dirty="0"/>
              </a:p>
            </p:txBody>
          </p:sp>
        </mc:Choice>
        <mc:Fallback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B7FD734A-9B53-A0CB-E212-EE5EC4485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3801" y="3096864"/>
                <a:ext cx="219034" cy="215444"/>
              </a:xfrm>
              <a:prstGeom prst="rect">
                <a:avLst/>
              </a:prstGeom>
              <a:blipFill>
                <a:blip r:embed="rId8"/>
                <a:stretch>
                  <a:fillRect l="-19444" r="-8333" b="-171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7084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E2F6E-FC6B-F8DC-F903-CCB069E1B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F8BF58-8A9A-3182-38DE-575CFE1A3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A58616D-6922-D767-E2F9-BD9AFE3E2208}"/>
              </a:ext>
            </a:extLst>
          </p:cNvPr>
          <p:cNvGrpSpPr/>
          <p:nvPr/>
        </p:nvGrpSpPr>
        <p:grpSpPr>
          <a:xfrm>
            <a:off x="7143107" y="1255706"/>
            <a:ext cx="4361134" cy="2557397"/>
            <a:chOff x="4171306" y="1231643"/>
            <a:chExt cx="4361134" cy="2557397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63BC7A35-A1B3-85C0-5B5F-EEEAB301FFC2}"/>
                </a:ext>
              </a:extLst>
            </p:cNvPr>
            <p:cNvSpPr/>
            <p:nvPr/>
          </p:nvSpPr>
          <p:spPr>
            <a:xfrm>
              <a:off x="6648819" y="2621459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3ABACFCF-141A-5BE9-CC1A-9C8180E0EC3F}"/>
                </a:ext>
              </a:extLst>
            </p:cNvPr>
            <p:cNvCxnSpPr>
              <a:cxnSpLocks/>
              <a:stCxn id="10" idx="5"/>
              <a:endCxn id="28" idx="1"/>
            </p:cNvCxnSpPr>
            <p:nvPr/>
          </p:nvCxnSpPr>
          <p:spPr>
            <a:xfrm flipH="1" flipV="1">
              <a:off x="6668358" y="1655160"/>
              <a:ext cx="404146" cy="818447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407238F1-D72A-7CA0-D08B-F757049324C3}"/>
                </a:ext>
              </a:extLst>
            </p:cNvPr>
            <p:cNvGrpSpPr/>
            <p:nvPr/>
          </p:nvGrpSpPr>
          <p:grpSpPr>
            <a:xfrm>
              <a:off x="4171306" y="3356992"/>
              <a:ext cx="719636" cy="432048"/>
              <a:chOff x="204247" y="1842525"/>
              <a:chExt cx="719636" cy="432048"/>
            </a:xfrm>
          </p:grpSpPr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FBC77F05-EC47-518C-F0C9-B540A143059E}"/>
                  </a:ext>
                </a:extLst>
              </p:cNvPr>
              <p:cNvSpPr/>
              <p:nvPr/>
            </p:nvSpPr>
            <p:spPr>
              <a:xfrm>
                <a:off x="204247" y="1991610"/>
                <a:ext cx="180000" cy="1800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50" b="1" dirty="0">
                    <a:solidFill>
                      <a:schemeClr val="tx1"/>
                    </a:solidFill>
                  </a:rPr>
                  <a:t>0</a:t>
                </a:r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9" name="Groupe 58">
                <a:extLst>
                  <a:ext uri="{FF2B5EF4-FFF2-40B4-BE49-F238E27FC236}">
                    <a16:creationId xmlns:a16="http://schemas.microsoft.com/office/drawing/2014/main" id="{B10D08FC-2E0C-938A-D869-6AC71DFA2B41}"/>
                  </a:ext>
                </a:extLst>
              </p:cNvPr>
              <p:cNvGrpSpPr/>
              <p:nvPr/>
            </p:nvGrpSpPr>
            <p:grpSpPr>
              <a:xfrm rot="5400000">
                <a:off x="387498" y="1914533"/>
                <a:ext cx="432048" cy="288031"/>
                <a:chOff x="2286259" y="3513708"/>
                <a:chExt cx="432048" cy="288031"/>
              </a:xfrm>
            </p:grpSpPr>
            <p:sp>
              <p:nvSpPr>
                <p:cNvPr id="61" name="Forme libre : forme 60">
                  <a:extLst>
                    <a:ext uri="{FF2B5EF4-FFF2-40B4-BE49-F238E27FC236}">
                      <a16:creationId xmlns:a16="http://schemas.microsoft.com/office/drawing/2014/main" id="{3B1D01B0-E048-935D-28C9-FDB00B226C61}"/>
                    </a:ext>
                  </a:extLst>
                </p:cNvPr>
                <p:cNvSpPr/>
                <p:nvPr/>
              </p:nvSpPr>
              <p:spPr>
                <a:xfrm>
                  <a:off x="2302852" y="3655813"/>
                  <a:ext cx="415449" cy="145926"/>
                </a:xfrm>
                <a:custGeom>
                  <a:avLst/>
                  <a:gdLst>
                    <a:gd name="connsiteX0" fmla="*/ 0 w 400050"/>
                    <a:gd name="connsiteY0" fmla="*/ 6350 h 134622"/>
                    <a:gd name="connsiteX1" fmla="*/ 63500 w 400050"/>
                    <a:gd name="connsiteY1" fmla="*/ 114300 h 134622"/>
                    <a:gd name="connsiteX2" fmla="*/ 203200 w 400050"/>
                    <a:gd name="connsiteY2" fmla="*/ 69850 h 134622"/>
                    <a:gd name="connsiteX3" fmla="*/ 304800 w 400050"/>
                    <a:gd name="connsiteY3" fmla="*/ 133350 h 134622"/>
                    <a:gd name="connsiteX4" fmla="*/ 400050 w 400050"/>
                    <a:gd name="connsiteY4" fmla="*/ 0 h 134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0050" h="134622">
                      <a:moveTo>
                        <a:pt x="0" y="6350"/>
                      </a:moveTo>
                      <a:cubicBezTo>
                        <a:pt x="14816" y="55033"/>
                        <a:pt x="29633" y="103717"/>
                        <a:pt x="63500" y="114300"/>
                      </a:cubicBezTo>
                      <a:cubicBezTo>
                        <a:pt x="97367" y="124883"/>
                        <a:pt x="162983" y="66675"/>
                        <a:pt x="203200" y="69850"/>
                      </a:cubicBezTo>
                      <a:cubicBezTo>
                        <a:pt x="243417" y="73025"/>
                        <a:pt x="271992" y="144992"/>
                        <a:pt x="304800" y="133350"/>
                      </a:cubicBezTo>
                      <a:cubicBezTo>
                        <a:pt x="337608" y="121708"/>
                        <a:pt x="368829" y="60854"/>
                        <a:pt x="400050" y="0"/>
                      </a:cubicBezTo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62" name="Connecteur droit 61">
                  <a:extLst>
                    <a:ext uri="{FF2B5EF4-FFF2-40B4-BE49-F238E27FC236}">
                      <a16:creationId xmlns:a16="http://schemas.microsoft.com/office/drawing/2014/main" id="{F0F6AFED-29A6-6B64-8EBC-C83E794955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2283" y="3513708"/>
                  <a:ext cx="0" cy="14210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Connecteur droit 62">
                  <a:extLst>
                    <a:ext uri="{FF2B5EF4-FFF2-40B4-BE49-F238E27FC236}">
                      <a16:creationId xmlns:a16="http://schemas.microsoft.com/office/drawing/2014/main" id="{847F0FCD-6CA8-EEEA-E3F3-F928881F17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86259" y="3659633"/>
                  <a:ext cx="432048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027008A-ED6E-AC5B-F480-214F978970C1}"/>
                  </a:ext>
                </a:extLst>
              </p:cNvPr>
              <p:cNvSpPr/>
              <p:nvPr/>
            </p:nvSpPr>
            <p:spPr>
              <a:xfrm rot="16200000">
                <a:off x="743883" y="1977057"/>
                <a:ext cx="180000" cy="1800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4BF3F373-EEB9-735F-9E68-FC68EB19C3A9}"/>
                </a:ext>
              </a:extLst>
            </p:cNvPr>
            <p:cNvSpPr/>
            <p:nvPr/>
          </p:nvSpPr>
          <p:spPr>
            <a:xfrm>
              <a:off x="5390638" y="349130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C00000"/>
                  </a:solidFill>
                </a:rPr>
                <a:t>6</a:t>
              </a:r>
              <a:endParaRPr lang="fr-FR" sz="1400" b="1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B1474AF4-E608-E4F7-E447-983119112E9A}"/>
                </a:ext>
              </a:extLst>
            </p:cNvPr>
            <p:cNvCxnSpPr>
              <a:cxnSpLocks/>
              <a:stCxn id="5" idx="7"/>
              <a:endCxn id="10" idx="7"/>
            </p:cNvCxnSpPr>
            <p:nvPr/>
          </p:nvCxnSpPr>
          <p:spPr>
            <a:xfrm flipV="1">
              <a:off x="6802459" y="2346327"/>
              <a:ext cx="270045" cy="301492"/>
            </a:xfrm>
            <a:prstGeom prst="lin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471ADDF8-A0CB-9DE9-3F0D-85103E8186A0}"/>
                </a:ext>
              </a:extLst>
            </p:cNvPr>
            <p:cNvSpPr/>
            <p:nvPr/>
          </p:nvSpPr>
          <p:spPr>
            <a:xfrm>
              <a:off x="6918864" y="2319967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0D4605C4-4EF5-AFC0-E2AD-2D3AF2AFD53B}"/>
                </a:ext>
              </a:extLst>
            </p:cNvPr>
            <p:cNvCxnSpPr>
              <a:cxnSpLocks/>
              <a:endCxn id="28" idx="0"/>
            </p:cNvCxnSpPr>
            <p:nvPr/>
          </p:nvCxnSpPr>
          <p:spPr>
            <a:xfrm>
              <a:off x="6730293" y="1553892"/>
              <a:ext cx="0" cy="72000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59264FD-ED96-1696-51A0-C013A295C21A}"/>
                </a:ext>
              </a:extLst>
            </p:cNvPr>
            <p:cNvCxnSpPr>
              <a:cxnSpLocks/>
            </p:cNvCxnSpPr>
            <p:nvPr/>
          </p:nvCxnSpPr>
          <p:spPr>
            <a:xfrm>
              <a:off x="4932440" y="1556792"/>
              <a:ext cx="3600000" cy="0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44B85A42-1896-A84C-3598-BA857481E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31556" y="1231643"/>
              <a:ext cx="0" cy="325149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9EF4FC9A-22EF-882D-2FF9-0E6ACB5692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32440" y="1231643"/>
              <a:ext cx="0" cy="325149"/>
            </a:xfrm>
            <a:prstGeom prst="lin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6DA8817-DEDA-25C1-180F-D4694AA969AE}"/>
                </a:ext>
              </a:extLst>
            </p:cNvPr>
            <p:cNvCxnSpPr>
              <a:cxnSpLocks/>
              <a:stCxn id="60" idx="3"/>
            </p:cNvCxnSpPr>
            <p:nvPr/>
          </p:nvCxnSpPr>
          <p:spPr>
            <a:xfrm flipV="1">
              <a:off x="4800942" y="3438565"/>
              <a:ext cx="0" cy="52959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8C6B4E6E-EEE1-79B1-A7AC-CB84FE8CFACE}"/>
                </a:ext>
              </a:extLst>
            </p:cNvPr>
            <p:cNvCxnSpPr>
              <a:cxnSpLocks/>
            </p:cNvCxnSpPr>
            <p:nvPr/>
          </p:nvCxnSpPr>
          <p:spPr>
            <a:xfrm>
              <a:off x="4712769" y="3491523"/>
              <a:ext cx="180000" cy="18000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AC80305-BC9B-DC01-1C9C-7A181C3A78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12738" y="3489267"/>
              <a:ext cx="180000" cy="18000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1CAD0F7-2E00-9DC3-A7BF-7720D6B5A539}"/>
                </a:ext>
              </a:extLst>
            </p:cNvPr>
            <p:cNvSpPr/>
            <p:nvPr/>
          </p:nvSpPr>
          <p:spPr>
            <a:xfrm>
              <a:off x="6913073" y="2607812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chemeClr val="bg1">
                      <a:lumMod val="50000"/>
                    </a:schemeClr>
                  </a:solidFill>
                </a:rPr>
                <a:t>9</a:t>
              </a:r>
              <a:endParaRPr lang="fr-FR" sz="14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72B4066D-35BE-8B52-DAE6-9AF5EF245B08}"/>
                </a:ext>
              </a:extLst>
            </p:cNvPr>
            <p:cNvSpPr/>
            <p:nvPr/>
          </p:nvSpPr>
          <p:spPr>
            <a:xfrm>
              <a:off x="6622554" y="2017457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000" b="1" dirty="0">
                  <a:solidFill>
                    <a:srgbClr val="00B050"/>
                  </a:solidFill>
                </a:rPr>
                <a:t>10</a:t>
              </a:r>
              <a:endParaRPr lang="fr-FR" sz="1200" b="1" dirty="0">
                <a:solidFill>
                  <a:srgbClr val="00B050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440FDE0F-7294-F85E-9C8C-D5B693C15D1C}"/>
                </a:ext>
              </a:extLst>
            </p:cNvPr>
            <p:cNvSpPr/>
            <p:nvPr/>
          </p:nvSpPr>
          <p:spPr>
            <a:xfrm>
              <a:off x="5003731" y="1292529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000" b="1" dirty="0">
                  <a:solidFill>
                    <a:srgbClr val="0070C0"/>
                  </a:solidFill>
                </a:rPr>
                <a:t>11</a:t>
              </a:r>
              <a:endParaRPr lang="fr-FR" sz="1200" b="1" dirty="0">
                <a:solidFill>
                  <a:srgbClr val="0070C0"/>
                </a:solidFill>
              </a:endParaRPr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F39A1DC-B8D2-B423-904D-1CB9C4FD93D5}"/>
                </a:ext>
              </a:extLst>
            </p:cNvPr>
            <p:cNvCxnSpPr>
              <a:cxnSpLocks/>
              <a:endCxn id="5" idx="4"/>
            </p:cNvCxnSpPr>
            <p:nvPr/>
          </p:nvCxnSpPr>
          <p:spPr>
            <a:xfrm flipV="1">
              <a:off x="6738819" y="2801459"/>
              <a:ext cx="0" cy="637106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5FF124AD-FB86-BF9C-2A8F-5057DA704D81}"/>
                </a:ext>
              </a:extLst>
            </p:cNvPr>
            <p:cNvCxnSpPr>
              <a:cxnSpLocks/>
            </p:cNvCxnSpPr>
            <p:nvPr/>
          </p:nvCxnSpPr>
          <p:spPr>
            <a:xfrm>
              <a:off x="4800942" y="3438565"/>
              <a:ext cx="3659490" cy="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A0FCB206-7C10-7743-A8A8-B0B4FDD63219}"/>
                </a:ext>
              </a:extLst>
            </p:cNvPr>
            <p:cNvGrpSpPr/>
            <p:nvPr/>
          </p:nvGrpSpPr>
          <p:grpSpPr>
            <a:xfrm>
              <a:off x="5161239" y="3128093"/>
              <a:ext cx="288000" cy="288000"/>
              <a:chOff x="4943745" y="2850212"/>
              <a:chExt cx="288000" cy="288000"/>
            </a:xfrm>
          </p:grpSpPr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14C44AD9-D214-C3DD-5A35-0C2D921F4369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6" name="Connecteur droit 55">
                <a:extLst>
                  <a:ext uri="{FF2B5EF4-FFF2-40B4-BE49-F238E27FC236}">
                    <a16:creationId xmlns:a16="http://schemas.microsoft.com/office/drawing/2014/main" id="{AD0C759D-7DCE-7B4E-F0D1-9F1580E0BAFA}"/>
                  </a:ext>
                </a:extLst>
              </p:cNvPr>
              <p:cNvCxnSpPr>
                <a:cxnSpLocks/>
                <a:stCxn id="55" idx="1"/>
                <a:endCxn id="57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10C5CFDE-3044-5A30-C8B8-4B5CB26108D0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4" name="Groupe 23">
              <a:extLst>
                <a:ext uri="{FF2B5EF4-FFF2-40B4-BE49-F238E27FC236}">
                  <a16:creationId xmlns:a16="http://schemas.microsoft.com/office/drawing/2014/main" id="{EF3A167F-7036-F285-6349-0F6FF430FD10}"/>
                </a:ext>
              </a:extLst>
            </p:cNvPr>
            <p:cNvGrpSpPr/>
            <p:nvPr/>
          </p:nvGrpSpPr>
          <p:grpSpPr>
            <a:xfrm>
              <a:off x="8028400" y="3128093"/>
              <a:ext cx="288000" cy="288000"/>
              <a:chOff x="4943745" y="2850212"/>
              <a:chExt cx="288000" cy="288000"/>
            </a:xfrm>
          </p:grpSpPr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656BDA16-AC9A-B368-250C-DF65EA5DBD93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3" name="Connecteur droit 52">
                <a:extLst>
                  <a:ext uri="{FF2B5EF4-FFF2-40B4-BE49-F238E27FC236}">
                    <a16:creationId xmlns:a16="http://schemas.microsoft.com/office/drawing/2014/main" id="{3FE283F4-D365-D333-0131-E3EC5AAA0518}"/>
                  </a:ext>
                </a:extLst>
              </p:cNvPr>
              <p:cNvCxnSpPr>
                <a:cxnSpLocks/>
                <a:stCxn id="52" idx="1"/>
                <a:endCxn id="54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AF3943BE-3856-C74F-E4BD-D5C542AD0C25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388A581B-37FD-D323-DD69-D4858638E6B7}"/>
                </a:ext>
              </a:extLst>
            </p:cNvPr>
            <p:cNvGrpSpPr/>
            <p:nvPr/>
          </p:nvGrpSpPr>
          <p:grpSpPr>
            <a:xfrm>
              <a:off x="8028400" y="1579265"/>
              <a:ext cx="288000" cy="288000"/>
              <a:chOff x="4943745" y="2850212"/>
              <a:chExt cx="288000" cy="288000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03D3EA5B-5C1C-458F-A030-C6A42C5074F8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50" name="Connecteur droit 49">
                <a:extLst>
                  <a:ext uri="{FF2B5EF4-FFF2-40B4-BE49-F238E27FC236}">
                    <a16:creationId xmlns:a16="http://schemas.microsoft.com/office/drawing/2014/main" id="{82200EA9-6A78-57B7-2A64-CDBF01A8E643}"/>
                  </a:ext>
                </a:extLst>
              </p:cNvPr>
              <p:cNvCxnSpPr>
                <a:cxnSpLocks/>
                <a:stCxn id="49" idx="1"/>
                <a:endCxn id="51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1" name="Ellipse 50">
                <a:extLst>
                  <a:ext uri="{FF2B5EF4-FFF2-40B4-BE49-F238E27FC236}">
                    <a16:creationId xmlns:a16="http://schemas.microsoft.com/office/drawing/2014/main" id="{553B2F46-C748-B871-4D66-1B2C2860CACF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D7A2FD0B-4D5E-0DA9-9005-420173E4E639}"/>
                </a:ext>
              </a:extLst>
            </p:cNvPr>
            <p:cNvGrpSpPr/>
            <p:nvPr/>
          </p:nvGrpSpPr>
          <p:grpSpPr>
            <a:xfrm>
              <a:off x="5161239" y="1584540"/>
              <a:ext cx="288000" cy="288000"/>
              <a:chOff x="4943745" y="2850212"/>
              <a:chExt cx="288000" cy="288000"/>
            </a:xfrm>
          </p:grpSpPr>
          <p:sp>
            <p:nvSpPr>
              <p:cNvPr id="46" name="Ellipse 45">
                <a:extLst>
                  <a:ext uri="{FF2B5EF4-FFF2-40B4-BE49-F238E27FC236}">
                    <a16:creationId xmlns:a16="http://schemas.microsoft.com/office/drawing/2014/main" id="{788BF567-AEFA-6C9A-EA55-7E3F51420F00}"/>
                  </a:ext>
                </a:extLst>
              </p:cNvPr>
              <p:cNvSpPr/>
              <p:nvPr/>
            </p:nvSpPr>
            <p:spPr>
              <a:xfrm>
                <a:off x="4943745" y="2850212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47" name="Connecteur droit 46">
                <a:extLst>
                  <a:ext uri="{FF2B5EF4-FFF2-40B4-BE49-F238E27FC236}">
                    <a16:creationId xmlns:a16="http://schemas.microsoft.com/office/drawing/2014/main" id="{A5D4E2C5-34E8-6226-4F48-EF0E128C006C}"/>
                  </a:ext>
                </a:extLst>
              </p:cNvPr>
              <p:cNvCxnSpPr>
                <a:cxnSpLocks/>
                <a:stCxn id="46" idx="1"/>
                <a:endCxn id="48" idx="5"/>
              </p:cNvCxnSpPr>
              <p:nvPr/>
            </p:nvCxnSpPr>
            <p:spPr>
              <a:xfrm>
                <a:off x="4985922" y="2892389"/>
                <a:ext cx="165463" cy="165463"/>
              </a:xfrm>
              <a:prstGeom prst="lin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6557F923-2F6C-8F81-9BEC-02E70C11ABE9}"/>
                  </a:ext>
                </a:extLst>
              </p:cNvPr>
              <p:cNvSpPr/>
              <p:nvPr/>
            </p:nvSpPr>
            <p:spPr>
              <a:xfrm>
                <a:off x="4997745" y="2904212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CA823712-957E-D78E-34E5-4B428C9B1841}"/>
                </a:ext>
              </a:extLst>
            </p:cNvPr>
            <p:cNvSpPr/>
            <p:nvPr/>
          </p:nvSpPr>
          <p:spPr>
            <a:xfrm>
              <a:off x="6650418" y="3176992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BA0CDDB6-9EE1-7E77-01DC-22A4097E8DEC}"/>
                </a:ext>
              </a:extLst>
            </p:cNvPr>
            <p:cNvSpPr/>
            <p:nvPr/>
          </p:nvSpPr>
          <p:spPr>
            <a:xfrm>
              <a:off x="6641998" y="1628800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2D7EA428-A6E3-14B6-724D-CD682C71FEDF}"/>
                </a:ext>
              </a:extLst>
            </p:cNvPr>
            <p:cNvGrpSpPr/>
            <p:nvPr/>
          </p:nvGrpSpPr>
          <p:grpSpPr>
            <a:xfrm>
              <a:off x="5368879" y="1782440"/>
              <a:ext cx="1307899" cy="1426013"/>
              <a:chOff x="5368879" y="1782440"/>
              <a:chExt cx="1307899" cy="1426013"/>
            </a:xfrm>
          </p:grpSpPr>
          <p:cxnSp>
            <p:nvCxnSpPr>
              <p:cNvPr id="43" name="Connecteur droit 42">
                <a:extLst>
                  <a:ext uri="{FF2B5EF4-FFF2-40B4-BE49-F238E27FC236}">
                    <a16:creationId xmlns:a16="http://schemas.microsoft.com/office/drawing/2014/main" id="{296EA6AC-4C62-0C01-9029-A5C882453B35}"/>
                  </a:ext>
                </a:extLst>
              </p:cNvPr>
              <p:cNvCxnSpPr>
                <a:cxnSpLocks/>
                <a:stCxn id="27" idx="1"/>
                <a:endCxn id="48" idx="5"/>
              </p:cNvCxnSpPr>
              <p:nvPr/>
            </p:nvCxnSpPr>
            <p:spPr>
              <a:xfrm flipH="1" flipV="1">
                <a:off x="5368879" y="1792180"/>
                <a:ext cx="1307899" cy="1411172"/>
              </a:xfrm>
              <a:prstGeom prst="line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4" name="Connecteur droit 43">
                <a:extLst>
                  <a:ext uri="{FF2B5EF4-FFF2-40B4-BE49-F238E27FC236}">
                    <a16:creationId xmlns:a16="http://schemas.microsoft.com/office/drawing/2014/main" id="{A99C1EDF-9586-284F-8F14-777BE1B2F55D}"/>
                  </a:ext>
                </a:extLst>
              </p:cNvPr>
              <p:cNvCxnSpPr>
                <a:cxnSpLocks/>
                <a:stCxn id="57" idx="7"/>
                <a:endCxn id="28" idx="3"/>
              </p:cNvCxnSpPr>
              <p:nvPr/>
            </p:nvCxnSpPr>
            <p:spPr>
              <a:xfrm flipV="1">
                <a:off x="5368879" y="1782440"/>
                <a:ext cx="1299479" cy="1426013"/>
              </a:xfrm>
              <a:prstGeom prst="line">
                <a:avLst/>
              </a:prstGeom>
              <a:noFill/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EBA3107D-5425-FCBF-0898-5D905CDF88F2}"/>
                  </a:ext>
                </a:extLst>
              </p:cNvPr>
              <p:cNvSpPr/>
              <p:nvPr/>
            </p:nvSpPr>
            <p:spPr>
              <a:xfrm>
                <a:off x="5928618" y="2407679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62C8BDB4-7CCD-31EF-C2B7-F59E976BBA46}"/>
                </a:ext>
              </a:extLst>
            </p:cNvPr>
            <p:cNvGrpSpPr/>
            <p:nvPr/>
          </p:nvGrpSpPr>
          <p:grpSpPr>
            <a:xfrm>
              <a:off x="6800861" y="1787380"/>
              <a:ext cx="1307899" cy="1426013"/>
              <a:chOff x="5368879" y="1782440"/>
              <a:chExt cx="1307899" cy="1426013"/>
            </a:xfrm>
          </p:grpSpPr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ABA81104-A86B-ECAC-19E3-81309326BF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68879" y="1792180"/>
                <a:ext cx="1307899" cy="1411172"/>
              </a:xfrm>
              <a:prstGeom prst="line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Connecteur droit 40">
                <a:extLst>
                  <a:ext uri="{FF2B5EF4-FFF2-40B4-BE49-F238E27FC236}">
                    <a16:creationId xmlns:a16="http://schemas.microsoft.com/office/drawing/2014/main" id="{F1B65734-3478-8B0D-D1B9-AA8AB55EAC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8879" y="1782440"/>
                <a:ext cx="1299479" cy="1426013"/>
              </a:xfrm>
              <a:prstGeom prst="line">
                <a:avLst/>
              </a:prstGeom>
              <a:noFill/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0684C030-92E6-D153-7F5A-F8514D39DC03}"/>
                  </a:ext>
                </a:extLst>
              </p:cNvPr>
              <p:cNvSpPr/>
              <p:nvPr/>
            </p:nvSpPr>
            <p:spPr>
              <a:xfrm>
                <a:off x="5928618" y="2407679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BCBCCE-944A-84A0-CF31-959A61FAD3CA}"/>
                </a:ext>
              </a:extLst>
            </p:cNvPr>
            <p:cNvSpPr/>
            <p:nvPr/>
          </p:nvSpPr>
          <p:spPr>
            <a:xfrm>
              <a:off x="5489116" y="2166327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FFC000"/>
                  </a:solidFill>
                </a:rPr>
                <a:t>a</a:t>
              </a:r>
              <a:endParaRPr lang="fr-FR" sz="1400" b="1" dirty="0">
                <a:solidFill>
                  <a:srgbClr val="FFC000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00E8CED-CB48-D2BC-86FC-894D4BD10BE2}"/>
                </a:ext>
              </a:extLst>
            </p:cNvPr>
            <p:cNvSpPr/>
            <p:nvPr/>
          </p:nvSpPr>
          <p:spPr>
            <a:xfrm>
              <a:off x="5492679" y="267685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7030A0"/>
                  </a:solidFill>
                </a:rPr>
                <a:t>b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9938DB0F-23B6-0D89-F5E9-B8A23CE25D52}"/>
                </a:ext>
              </a:extLst>
            </p:cNvPr>
            <p:cNvSpPr/>
            <p:nvPr/>
          </p:nvSpPr>
          <p:spPr>
            <a:xfrm>
              <a:off x="7806536" y="267685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FFC000"/>
                  </a:solidFill>
                </a:rPr>
                <a:t>c</a:t>
              </a:r>
              <a:endParaRPr lang="fr-FR" sz="1400" b="1" dirty="0">
                <a:solidFill>
                  <a:srgbClr val="FFC000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ADA8C288-736D-A76D-556A-DEF97B990F04}"/>
                </a:ext>
              </a:extLst>
            </p:cNvPr>
            <p:cNvSpPr/>
            <p:nvPr/>
          </p:nvSpPr>
          <p:spPr>
            <a:xfrm>
              <a:off x="7806536" y="2166327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7030A0"/>
                  </a:solidFill>
                </a:rPr>
                <a:t>d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2789D345-DA05-70A7-6C0C-7D991B7779C9}"/>
                </a:ext>
              </a:extLst>
            </p:cNvPr>
            <p:cNvSpPr/>
            <p:nvPr/>
          </p:nvSpPr>
          <p:spPr>
            <a:xfrm>
              <a:off x="4918239" y="3170270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e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E0A6A4-09C9-9362-E119-C35B54723192}"/>
                </a:ext>
              </a:extLst>
            </p:cNvPr>
            <p:cNvSpPr/>
            <p:nvPr/>
          </p:nvSpPr>
          <p:spPr>
            <a:xfrm>
              <a:off x="7794400" y="3176299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f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64E41586-F389-E8DF-6858-4DDE80B0218C}"/>
                </a:ext>
              </a:extLst>
            </p:cNvPr>
            <p:cNvSpPr/>
            <p:nvPr/>
          </p:nvSpPr>
          <p:spPr>
            <a:xfrm>
              <a:off x="4931419" y="1630522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g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D0A2A710-CD92-AB80-7BA8-0A576B8D93E1}"/>
                </a:ext>
              </a:extLst>
            </p:cNvPr>
            <p:cNvSpPr/>
            <p:nvPr/>
          </p:nvSpPr>
          <p:spPr>
            <a:xfrm>
              <a:off x="4931419" y="1628800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g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15FBB741-0B7F-3F96-82C4-CE27B593E0E9}"/>
                </a:ext>
              </a:extLst>
            </p:cNvPr>
            <p:cNvSpPr/>
            <p:nvPr/>
          </p:nvSpPr>
          <p:spPr>
            <a:xfrm>
              <a:off x="7781380" y="1636964"/>
              <a:ext cx="180000" cy="18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F0"/>
                  </a:solidFill>
                </a:rPr>
                <a:t>h</a:t>
              </a:r>
              <a:endParaRPr lang="fr-FR" sz="1400" b="1" dirty="0">
                <a:solidFill>
                  <a:srgbClr val="00B0F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40EA05CC-625D-D04F-BDFA-DE81212C46B3}"/>
                  </a:ext>
                </a:extLst>
              </p:cNvPr>
              <p:cNvSpPr txBox="1"/>
              <p:nvPr/>
            </p:nvSpPr>
            <p:spPr>
              <a:xfrm>
                <a:off x="9444717" y="2623489"/>
                <a:ext cx="1586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0290D6AD-FD3F-C0E9-8258-5B9F0C073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4717" y="2623489"/>
                <a:ext cx="158698" cy="215444"/>
              </a:xfrm>
              <a:prstGeom prst="rect">
                <a:avLst/>
              </a:prstGeom>
              <a:blipFill>
                <a:blip r:embed="rId2"/>
                <a:stretch>
                  <a:fillRect l="-26923" r="-23077" b="-2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7B27D5C8-C36B-2E39-33DA-264947102983}"/>
                  </a:ext>
                </a:extLst>
              </p:cNvPr>
              <p:cNvSpPr txBox="1"/>
              <p:nvPr/>
            </p:nvSpPr>
            <p:spPr>
              <a:xfrm>
                <a:off x="10075748" y="2333026"/>
                <a:ext cx="16991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BC83B15-A824-895B-CC45-1193FA277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5748" y="2333026"/>
                <a:ext cx="169918" cy="215444"/>
              </a:xfrm>
              <a:prstGeom prst="rect">
                <a:avLst/>
              </a:prstGeom>
              <a:blipFill>
                <a:blip r:embed="rId3"/>
                <a:stretch>
                  <a:fillRect l="-25000" r="-21429" b="-5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>
                <a:extLst>
                  <a:ext uri="{FF2B5EF4-FFF2-40B4-BE49-F238E27FC236}">
                    <a16:creationId xmlns:a16="http://schemas.microsoft.com/office/drawing/2014/main" id="{538844B2-051F-D4D4-1787-281E81B80DF4}"/>
                  </a:ext>
                </a:extLst>
              </p:cNvPr>
              <p:cNvSpPr txBox="1"/>
              <p:nvPr/>
            </p:nvSpPr>
            <p:spPr>
              <a:xfrm>
                <a:off x="9617135" y="1303690"/>
                <a:ext cx="15228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67" name="ZoneTexte 66">
                <a:extLst>
                  <a:ext uri="{FF2B5EF4-FFF2-40B4-BE49-F238E27FC236}">
                    <a16:creationId xmlns:a16="http://schemas.microsoft.com/office/drawing/2014/main" id="{94B52802-AA5D-1570-B3BC-5B9F7B5C68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135" y="1303690"/>
                <a:ext cx="152285" cy="215444"/>
              </a:xfrm>
              <a:prstGeom prst="rect">
                <a:avLst/>
              </a:prstGeom>
              <a:blipFill>
                <a:blip r:embed="rId4"/>
                <a:stretch>
                  <a:fillRect l="-28000" r="-24000" b="-5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037939FE-702A-DC12-7C44-3ABEBADF95D3}"/>
              </a:ext>
            </a:extLst>
          </p:cNvPr>
          <p:cNvCxnSpPr>
            <a:cxnSpLocks/>
          </p:cNvCxnSpPr>
          <p:nvPr/>
        </p:nvCxnSpPr>
        <p:spPr>
          <a:xfrm>
            <a:off x="8539402" y="3008080"/>
            <a:ext cx="2328935" cy="0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6AB302D3-47CC-03FE-D1BC-22E66AD6E005}"/>
              </a:ext>
            </a:extLst>
          </p:cNvPr>
          <p:cNvCxnSpPr>
            <a:cxnSpLocks/>
          </p:cNvCxnSpPr>
          <p:nvPr/>
        </p:nvCxnSpPr>
        <p:spPr>
          <a:xfrm>
            <a:off x="8484111" y="3813097"/>
            <a:ext cx="2328935" cy="0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3DE1CFF2-2EDE-E411-59B5-E018B8F11EE1}"/>
                  </a:ext>
                </a:extLst>
              </p:cNvPr>
              <p:cNvSpPr txBox="1"/>
              <p:nvPr/>
            </p:nvSpPr>
            <p:spPr>
              <a:xfrm>
                <a:off x="9578884" y="3526161"/>
                <a:ext cx="37670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AEB978D1-3651-1E35-CB26-191A1D2D6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8884" y="3526161"/>
                <a:ext cx="376706" cy="215444"/>
              </a:xfrm>
              <a:prstGeom prst="rect">
                <a:avLst/>
              </a:prstGeom>
              <a:blipFill>
                <a:blip r:embed="rId5"/>
                <a:stretch>
                  <a:fillRect l="-9677" r="-16129" b="-30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9FFCF07E-2099-4451-7D3B-701017C87DBB}"/>
              </a:ext>
            </a:extLst>
          </p:cNvPr>
          <p:cNvCxnSpPr>
            <a:cxnSpLocks/>
          </p:cNvCxnSpPr>
          <p:nvPr/>
        </p:nvCxnSpPr>
        <p:spPr>
          <a:xfrm>
            <a:off x="7949105" y="1832863"/>
            <a:ext cx="0" cy="979012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ZoneTexte 73">
                <a:extLst>
                  <a:ext uri="{FF2B5EF4-FFF2-40B4-BE49-F238E27FC236}">
                    <a16:creationId xmlns:a16="http://schemas.microsoft.com/office/drawing/2014/main" id="{A985F18B-4DAA-BC13-918C-1B4E8778ACBF}"/>
                  </a:ext>
                </a:extLst>
              </p:cNvPr>
              <p:cNvSpPr txBox="1"/>
              <p:nvPr/>
            </p:nvSpPr>
            <p:spPr>
              <a:xfrm>
                <a:off x="7495368" y="2341101"/>
                <a:ext cx="36388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𝝀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>
          <p:sp>
            <p:nvSpPr>
              <p:cNvPr id="74" name="ZoneTexte 73">
                <a:extLst>
                  <a:ext uri="{FF2B5EF4-FFF2-40B4-BE49-F238E27FC236}">
                    <a16:creationId xmlns:a16="http://schemas.microsoft.com/office/drawing/2014/main" id="{A985F18B-4DAA-BC13-918C-1B4E8778A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68" y="2341101"/>
                <a:ext cx="363882" cy="215444"/>
              </a:xfrm>
              <a:prstGeom prst="rect">
                <a:avLst/>
              </a:prstGeom>
              <a:blipFill>
                <a:blip r:embed="rId6"/>
                <a:stretch>
                  <a:fillRect l="-11864" r="-16949" b="-3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906D2ADE-C64A-F890-4008-D1B900AD74D4}"/>
              </a:ext>
            </a:extLst>
          </p:cNvPr>
          <p:cNvCxnSpPr>
            <a:cxnSpLocks/>
          </p:cNvCxnSpPr>
          <p:nvPr/>
        </p:nvCxnSpPr>
        <p:spPr>
          <a:xfrm flipH="1">
            <a:off x="8308607" y="1671658"/>
            <a:ext cx="1094584" cy="1194212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D8BAE9E7-094B-7C7C-F399-4D971385A9DC}"/>
                  </a:ext>
                </a:extLst>
              </p:cNvPr>
              <p:cNvSpPr txBox="1"/>
              <p:nvPr/>
            </p:nvSpPr>
            <p:spPr>
              <a:xfrm>
                <a:off x="8801908" y="1865830"/>
                <a:ext cx="133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418264AF-B659-0DCE-C95F-B3292FA93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908" y="1865830"/>
                <a:ext cx="133049" cy="215444"/>
              </a:xfrm>
              <a:prstGeom prst="rect">
                <a:avLst/>
              </a:prstGeom>
              <a:blipFill>
                <a:blip r:embed="rId7"/>
                <a:stretch>
                  <a:fillRect l="-36364" r="-27273" b="-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B397C4F8-02EE-D83F-A8D2-D687D223E980}"/>
              </a:ext>
            </a:extLst>
          </p:cNvPr>
          <p:cNvCxnSpPr>
            <a:cxnSpLocks/>
          </p:cNvCxnSpPr>
          <p:nvPr/>
        </p:nvCxnSpPr>
        <p:spPr>
          <a:xfrm>
            <a:off x="9308592" y="3008080"/>
            <a:ext cx="0" cy="372975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FF4F577C-D5CA-4D6D-38D8-7926AEF5AA37}"/>
                  </a:ext>
                </a:extLst>
              </p:cNvPr>
              <p:cNvSpPr txBox="1"/>
              <p:nvPr/>
            </p:nvSpPr>
            <p:spPr>
              <a:xfrm>
                <a:off x="8963801" y="3096864"/>
                <a:ext cx="21903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fr-FR" sz="1400" b="1" dirty="0"/>
              </a:p>
            </p:txBody>
          </p:sp>
        </mc:Choice>
        <mc:Fallback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FF4F577C-D5CA-4D6D-38D8-7926AEF5A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3801" y="3096864"/>
                <a:ext cx="219034" cy="215444"/>
              </a:xfrm>
              <a:prstGeom prst="rect">
                <a:avLst/>
              </a:prstGeom>
              <a:blipFill>
                <a:blip r:embed="rId8"/>
                <a:stretch>
                  <a:fillRect l="-19444" r="-8333" b="-171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B51ABE18-FCBB-7DA2-168D-AB0671D0A4A8}"/>
              </a:ext>
            </a:extLst>
          </p:cNvPr>
          <p:cNvCxnSpPr>
            <a:cxnSpLocks/>
          </p:cNvCxnSpPr>
          <p:nvPr/>
        </p:nvCxnSpPr>
        <p:spPr>
          <a:xfrm>
            <a:off x="9924703" y="1580380"/>
            <a:ext cx="1595931" cy="1731928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ZoneTexte 78">
                <a:extLst>
                  <a:ext uri="{FF2B5EF4-FFF2-40B4-BE49-F238E27FC236}">
                    <a16:creationId xmlns:a16="http://schemas.microsoft.com/office/drawing/2014/main" id="{78D1B0A1-45CA-418A-7012-546FD3FEF9CF}"/>
                  </a:ext>
                </a:extLst>
              </p:cNvPr>
              <p:cNvSpPr txBox="1"/>
              <p:nvPr/>
            </p:nvSpPr>
            <p:spPr>
              <a:xfrm>
                <a:off x="11223916" y="2295397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𝟏𝟑𝟔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𝒎𝒎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>
          <p:sp>
            <p:nvSpPr>
              <p:cNvPr id="79" name="ZoneTexte 78">
                <a:extLst>
                  <a:ext uri="{FF2B5EF4-FFF2-40B4-BE49-F238E27FC236}">
                    <a16:creationId xmlns:a16="http://schemas.microsoft.com/office/drawing/2014/main" id="{78D1B0A1-45CA-418A-7012-546FD3FEF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3916" y="2295397"/>
                <a:ext cx="1189236" cy="215444"/>
              </a:xfrm>
              <a:prstGeom prst="rect">
                <a:avLst/>
              </a:prstGeom>
              <a:blipFill>
                <a:blip r:embed="rId9"/>
                <a:stretch>
                  <a:fillRect l="-3077" r="-2051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73ED56A6-05C2-4296-CCCD-6B44012CC22B}"/>
              </a:ext>
            </a:extLst>
          </p:cNvPr>
          <p:cNvCxnSpPr>
            <a:cxnSpLocks/>
          </p:cNvCxnSpPr>
          <p:nvPr/>
        </p:nvCxnSpPr>
        <p:spPr>
          <a:xfrm flipH="1">
            <a:off x="11560463" y="2811875"/>
            <a:ext cx="18708" cy="547921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44E18762-9691-D041-75BD-9ED7F488A133}"/>
                  </a:ext>
                </a:extLst>
              </p:cNvPr>
              <p:cNvSpPr txBox="1"/>
              <p:nvPr/>
            </p:nvSpPr>
            <p:spPr>
              <a:xfrm>
                <a:off x="11634982" y="3144075"/>
                <a:ext cx="108183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fr-FR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𝟑𝟔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1" i="1" smtClean="0">
                          <a:latin typeface="Cambria Math" panose="02040503050406030204" pitchFamily="18" charset="0"/>
                        </a:rPr>
                        <m:t>𝒎𝒎</m:t>
                      </m:r>
                    </m:oMath>
                  </m:oMathPara>
                </a14:m>
                <a:endParaRPr lang="fr-FR" sz="1400" b="1" dirty="0"/>
              </a:p>
            </p:txBody>
          </p:sp>
        </mc:Choice>
        <mc:Fallback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44E18762-9691-D041-75BD-9ED7F488A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4982" y="3144075"/>
                <a:ext cx="1081835" cy="215444"/>
              </a:xfrm>
              <a:prstGeom prst="rect">
                <a:avLst/>
              </a:prstGeom>
              <a:blipFill>
                <a:blip r:embed="rId10"/>
                <a:stretch>
                  <a:fillRect l="-3955" r="-1695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73F27AF0-F888-B466-0669-CB3090A9CE6E}"/>
              </a:ext>
            </a:extLst>
          </p:cNvPr>
          <p:cNvCxnSpPr>
            <a:cxnSpLocks/>
          </p:cNvCxnSpPr>
          <p:nvPr/>
        </p:nvCxnSpPr>
        <p:spPr>
          <a:xfrm flipH="1">
            <a:off x="8461007" y="1824058"/>
            <a:ext cx="1094584" cy="1194212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936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90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583</Words>
  <Application>Microsoft Office PowerPoint</Application>
  <PresentationFormat>Grand écran</PresentationFormat>
  <Paragraphs>167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 Nova</vt:lpstr>
      <vt:lpstr>Calibri</vt:lpstr>
      <vt:lpstr>Calibri Light</vt:lpstr>
      <vt:lpstr>Cambria Math</vt:lpstr>
      <vt:lpstr>Wingdings</vt:lpstr>
      <vt:lpstr>Rétrospective</vt:lpstr>
      <vt:lpstr>Moby Crea</vt:lpstr>
      <vt:lpstr>Présentation PowerPoint</vt:lpstr>
      <vt:lpstr>02 Chaîne fonctionnelle</vt:lpstr>
      <vt:lpstr>Chaine fonctionnelle du MaxPID</vt:lpstr>
      <vt:lpstr>04 Résolution cinématique</vt:lpstr>
      <vt:lpstr>Axe horizontal</vt:lpstr>
      <vt:lpstr>Axe vertical</vt:lpstr>
      <vt:lpstr>Présentation PowerPoint</vt:lpstr>
      <vt:lpstr>Ressort</vt:lpstr>
      <vt:lpstr>Présentation PowerPoint</vt:lpstr>
      <vt:lpstr>Présentation PowerPoint</vt:lpstr>
      <vt:lpstr>Présentation PowerPoint</vt:lpstr>
      <vt:lpstr>07 Modélisation composants ou phénomènes</vt:lpstr>
      <vt:lpstr>09 Dimensionnement d’un actionneur en dynamique</vt:lpstr>
      <vt:lpstr>Présentation PowerPoint</vt:lpstr>
      <vt:lpstr>Stratégie – TEC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86</cp:revision>
  <dcterms:created xsi:type="dcterms:W3CDTF">2023-03-22T10:05:05Z</dcterms:created>
  <dcterms:modified xsi:type="dcterms:W3CDTF">2026-02-02T21:13:11Z</dcterms:modified>
</cp:coreProperties>
</file>