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9" r:id="rId6"/>
    <p:sldId id="270" r:id="rId7"/>
    <p:sldId id="271" r:id="rId8"/>
    <p:sldId id="273" r:id="rId9"/>
    <p:sldId id="27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13/11/2025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2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8.png"/><Relationship Id="rId19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Drone D2C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Control’X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3303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105523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Détecteurs fin de course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tension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Règle magnétique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3288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1217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commande NI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Processeur du PC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3065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1004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Carte de commande NI</a:t>
            </a:r>
          </a:p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PC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0179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 à découpage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3184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229319" y="4003689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Pont en H 4Q (Variateur ESCON)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0036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3263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398318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Joint de Oldham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Poulie courroie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384349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6084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5945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199142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5916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760610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446765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173953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5788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173953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199220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10" idx="3"/>
            <a:endCxn id="45" idx="3"/>
          </p:cNvCxnSpPr>
          <p:nvPr/>
        </p:nvCxnSpPr>
        <p:spPr>
          <a:xfrm flipH="1">
            <a:off x="6795600" y="15945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5389319" y="27753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29409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723464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2999093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9634981" y="3314700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Chariot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8911620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1810931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5164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0181964" y="3934713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Chariot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8594944" y="2722269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Chariot en position initiale</a:t>
              </a:r>
            </a:p>
          </p:txBody>
        </p:sp>
      </p:grpSp>
      <p:pic>
        <p:nvPicPr>
          <p:cNvPr id="63" name="Image 62">
            <a:extLst>
              <a:ext uri="{FF2B5EF4-FFF2-40B4-BE49-F238E27FC236}">
                <a16:creationId xmlns:a16="http://schemas.microsoft.com/office/drawing/2014/main" id="{8DAAFC9A-79A3-4B2C-A73E-32BE33F62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45" y="1536359"/>
            <a:ext cx="434918" cy="1520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378481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3784816"/>
                <a:ext cx="1161960" cy="276999"/>
              </a:xfrm>
              <a:prstGeom prst="rect">
                <a:avLst/>
              </a:prstGeom>
              <a:blipFill>
                <a:blip r:embed="rId9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61165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44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611652"/>
                <a:ext cx="1161960" cy="276999"/>
              </a:xfrm>
              <a:prstGeom prst="rect">
                <a:avLst/>
              </a:prstGeom>
              <a:blipFill>
                <a:blip r:embed="rId10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e 86">
            <a:extLst>
              <a:ext uri="{FF2B5EF4-FFF2-40B4-BE49-F238E27FC236}">
                <a16:creationId xmlns:a16="http://schemas.microsoft.com/office/drawing/2014/main" id="{E9153400-DF88-441B-1F32-AE824AB4C9D0}"/>
              </a:ext>
            </a:extLst>
          </p:cNvPr>
          <p:cNvGrpSpPr/>
          <p:nvPr/>
        </p:nvGrpSpPr>
        <p:grpSpPr>
          <a:xfrm>
            <a:off x="810280" y="1780222"/>
            <a:ext cx="360000" cy="360000"/>
            <a:chOff x="262758" y="2633974"/>
            <a:chExt cx="720000" cy="720000"/>
          </a:xfrm>
        </p:grpSpPr>
        <p:sp>
          <p:nvSpPr>
            <p:cNvPr id="88" name="Ellipse 87">
              <a:extLst>
                <a:ext uri="{FF2B5EF4-FFF2-40B4-BE49-F238E27FC236}">
                  <a16:creationId xmlns:a16="http://schemas.microsoft.com/office/drawing/2014/main" id="{903AB8DF-F4D2-7C8B-5ECC-CCE645EB9C9A}"/>
                </a:ext>
              </a:extLst>
            </p:cNvPr>
            <p:cNvSpPr/>
            <p:nvPr/>
          </p:nvSpPr>
          <p:spPr>
            <a:xfrm>
              <a:off x="262758" y="2633974"/>
              <a:ext cx="720000" cy="72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9" name="Image 88">
              <a:extLst>
                <a:ext uri="{FF2B5EF4-FFF2-40B4-BE49-F238E27FC236}">
                  <a16:creationId xmlns:a16="http://schemas.microsoft.com/office/drawing/2014/main" id="{D2C60E2E-75A4-B407-4649-EE5EC0440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63558" y="2734774"/>
              <a:ext cx="518400" cy="518400"/>
            </a:xfrm>
            <a:prstGeom prst="rect">
              <a:avLst/>
            </a:prstGeom>
          </p:spPr>
        </p:pic>
      </p:grpSp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1216851" y="1780222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2791" y="3441988"/>
            <a:ext cx="288000" cy="105516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61781" y="4858776"/>
            <a:ext cx="8528438" cy="1018492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Les détecteurs de fin de course permettent l’initialisation des codeurs.</a:t>
            </a:r>
          </a:p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Le codeur incrémental (ou la règle magnétique selon le choix) permet de contrôler la position du chariot. Le capteur de courant peut être utilisé pour une régulation de courant. </a:t>
            </a:r>
          </a:p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les autres capteurs sont à but pédagogique.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711688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63995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40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639956"/>
                <a:ext cx="1161960" cy="276999"/>
              </a:xfrm>
              <a:prstGeom prst="rect">
                <a:avLst/>
              </a:prstGeom>
              <a:blipFill>
                <a:blip r:embed="rId1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>
            <a:extLst>
              <a:ext uri="{FF2B5EF4-FFF2-40B4-BE49-F238E27FC236}">
                <a16:creationId xmlns:a16="http://schemas.microsoft.com/office/drawing/2014/main" id="{9A19CA4C-6716-A13D-581A-49247D9C8054}"/>
              </a:ext>
            </a:extLst>
          </p:cNvPr>
          <p:cNvGrpSpPr/>
          <p:nvPr/>
        </p:nvGrpSpPr>
        <p:grpSpPr>
          <a:xfrm>
            <a:off x="1613285" y="1770768"/>
            <a:ext cx="360000" cy="360000"/>
            <a:chOff x="3056845" y="1528414"/>
            <a:chExt cx="3454284" cy="3454284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E64C2532-4B47-B17E-3C77-C817CAE59FF5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23F22FB1-C429-397E-B898-D9AF1DF15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2017649" y="1767756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4EF7F7D8-2F1F-EFB2-7B01-FE36DBE37CAC}"/>
              </a:ext>
            </a:extLst>
          </p:cNvPr>
          <p:cNvGrpSpPr/>
          <p:nvPr/>
        </p:nvGrpSpPr>
        <p:grpSpPr>
          <a:xfrm>
            <a:off x="2426887" y="2177380"/>
            <a:ext cx="360000" cy="360000"/>
            <a:chOff x="8612196" y="3801520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592B6240-4C9F-EF53-43C9-2EF4042F1297}"/>
                </a:ext>
              </a:extLst>
            </p:cNvPr>
            <p:cNvSpPr/>
            <p:nvPr/>
          </p:nvSpPr>
          <p:spPr>
            <a:xfrm>
              <a:off x="8612196" y="3801520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9B612B94-26B1-6868-1365-E552161EF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696428" y="3885752"/>
              <a:ext cx="1631536" cy="1631536"/>
            </a:xfrm>
            <a:prstGeom prst="rect">
              <a:avLst/>
            </a:prstGeom>
          </p:spPr>
        </p:pic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35931AB4-0EF3-CC11-6A37-25E736DC8855}"/>
              </a:ext>
            </a:extLst>
          </p:cNvPr>
          <p:cNvGrpSpPr/>
          <p:nvPr/>
        </p:nvGrpSpPr>
        <p:grpSpPr>
          <a:xfrm>
            <a:off x="2430172" y="1780222"/>
            <a:ext cx="360000" cy="360000"/>
            <a:chOff x="7698044" y="3453428"/>
            <a:chExt cx="1800000" cy="1800000"/>
          </a:xfrm>
        </p:grpSpPr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662F5EF4-F0F0-CACE-D022-BD474B949765}"/>
                </a:ext>
              </a:extLst>
            </p:cNvPr>
            <p:cNvSpPr/>
            <p:nvPr/>
          </p:nvSpPr>
          <p:spPr>
            <a:xfrm>
              <a:off x="7698044" y="34534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207B4028-D127-40B0-9A2E-251E6B641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7939554" y="3812716"/>
              <a:ext cx="1316981" cy="1081424"/>
            </a:xfrm>
            <a:prstGeom prst="rect">
              <a:avLst/>
            </a:prstGeom>
          </p:spPr>
        </p:pic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90192F0C-E06B-A7A0-99A2-7C7C5CBAD7E6}"/>
              </a:ext>
            </a:extLst>
          </p:cNvPr>
          <p:cNvGrpSpPr/>
          <p:nvPr/>
        </p:nvGrpSpPr>
        <p:grpSpPr>
          <a:xfrm>
            <a:off x="10675426" y="3370013"/>
            <a:ext cx="288000" cy="288000"/>
            <a:chOff x="8612196" y="3801520"/>
            <a:chExt cx="1800000" cy="1800000"/>
          </a:xfrm>
        </p:grpSpPr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9126D4A5-ABA9-E350-05D0-9D7192081282}"/>
                </a:ext>
              </a:extLst>
            </p:cNvPr>
            <p:cNvSpPr/>
            <p:nvPr/>
          </p:nvSpPr>
          <p:spPr>
            <a:xfrm>
              <a:off x="8612196" y="3801520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B2474781-7BE1-7E02-9B96-01C2DA2C0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696428" y="3885752"/>
              <a:ext cx="1631536" cy="1631536"/>
            </a:xfrm>
            <a:prstGeom prst="rect">
              <a:avLst/>
            </a:prstGeom>
          </p:spPr>
        </p:pic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6799383" y="3934954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6E2DB5A2-88D8-9BD6-E420-B883EEA8731A}"/>
              </a:ext>
            </a:extLst>
          </p:cNvPr>
          <p:cNvGrpSpPr/>
          <p:nvPr/>
        </p:nvGrpSpPr>
        <p:grpSpPr>
          <a:xfrm>
            <a:off x="6807192" y="4243826"/>
            <a:ext cx="288000" cy="288000"/>
            <a:chOff x="3056845" y="1528414"/>
            <a:chExt cx="3454284" cy="3454284"/>
          </a:xfrm>
        </p:grpSpPr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FBCE808C-DE72-BDAB-20B9-B3F4648DADD5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4" name="Image 73">
              <a:extLst>
                <a:ext uri="{FF2B5EF4-FFF2-40B4-BE49-F238E27FC236}">
                  <a16:creationId xmlns:a16="http://schemas.microsoft.com/office/drawing/2014/main" id="{4DDD7701-B36E-5122-2296-250A5932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4569414" y="3996930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F437ECE9-9E2D-BFC7-A0DF-EF636FA1ABBB}"/>
              </a:ext>
            </a:extLst>
          </p:cNvPr>
          <p:cNvGrpSpPr/>
          <p:nvPr/>
        </p:nvGrpSpPr>
        <p:grpSpPr>
          <a:xfrm>
            <a:off x="4569414" y="4316881"/>
            <a:ext cx="288000" cy="288000"/>
            <a:chOff x="7698044" y="3453428"/>
            <a:chExt cx="1800000" cy="1800000"/>
          </a:xfrm>
        </p:grpSpPr>
        <p:sp>
          <p:nvSpPr>
            <p:cNvPr id="86" name="Ellipse 85">
              <a:extLst>
                <a:ext uri="{FF2B5EF4-FFF2-40B4-BE49-F238E27FC236}">
                  <a16:creationId xmlns:a16="http://schemas.microsoft.com/office/drawing/2014/main" id="{E6CC4587-1D7D-076B-B029-3A21569085CF}"/>
                </a:ext>
              </a:extLst>
            </p:cNvPr>
            <p:cNvSpPr/>
            <p:nvPr/>
          </p:nvSpPr>
          <p:spPr>
            <a:xfrm>
              <a:off x="7698044" y="34534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91" name="Image 90">
              <a:extLst>
                <a:ext uri="{FF2B5EF4-FFF2-40B4-BE49-F238E27FC236}">
                  <a16:creationId xmlns:a16="http://schemas.microsoft.com/office/drawing/2014/main" id="{41791507-689A-EC44-DCDE-0324A105C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7939554" y="3812716"/>
              <a:ext cx="1316981" cy="1081424"/>
            </a:xfrm>
            <a:prstGeom prst="rect">
              <a:avLst/>
            </a:prstGeom>
          </p:spPr>
        </p:pic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9F95A1EA-9092-5D0B-B7AC-F7CE46698DF0}"/>
              </a:ext>
            </a:extLst>
          </p:cNvPr>
          <p:cNvGrpSpPr/>
          <p:nvPr/>
        </p:nvGrpSpPr>
        <p:grpSpPr>
          <a:xfrm>
            <a:off x="2443733" y="2577720"/>
            <a:ext cx="360000" cy="360000"/>
            <a:chOff x="-2063262" y="2086237"/>
            <a:chExt cx="1800000" cy="1800000"/>
          </a:xfrm>
        </p:grpSpPr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845FC769-0299-0B5A-BCD6-DE55695F83D2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7" name="Image 96">
              <a:extLst>
                <a:ext uri="{FF2B5EF4-FFF2-40B4-BE49-F238E27FC236}">
                  <a16:creationId xmlns:a16="http://schemas.microsoft.com/office/drawing/2014/main" id="{6A7943FD-8BE6-B490-32BF-D4F134197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FDD7D3C5-7014-8F67-1947-2626275503E2}"/>
              </a:ext>
            </a:extLst>
          </p:cNvPr>
          <p:cNvGrpSpPr/>
          <p:nvPr/>
        </p:nvGrpSpPr>
        <p:grpSpPr>
          <a:xfrm>
            <a:off x="10679278" y="3696059"/>
            <a:ext cx="288000" cy="288000"/>
            <a:chOff x="-2063262" y="2086237"/>
            <a:chExt cx="1800000" cy="1800000"/>
          </a:xfrm>
        </p:grpSpPr>
        <p:sp>
          <p:nvSpPr>
            <p:cNvPr id="99" name="Ellipse 98">
              <a:extLst>
                <a:ext uri="{FF2B5EF4-FFF2-40B4-BE49-F238E27FC236}">
                  <a16:creationId xmlns:a16="http://schemas.microsoft.com/office/drawing/2014/main" id="{B35256CE-9660-7734-0E5B-65E73BB68D56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0" name="Image 99">
              <a:extLst>
                <a:ext uri="{FF2B5EF4-FFF2-40B4-BE49-F238E27FC236}">
                  <a16:creationId xmlns:a16="http://schemas.microsoft.com/office/drawing/2014/main" id="{1B83FA9B-7FFD-974D-50C2-183E2ECB2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7528615" y="3732095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141" name="Groupe 140">
            <a:extLst>
              <a:ext uri="{FF2B5EF4-FFF2-40B4-BE49-F238E27FC236}">
                <a16:creationId xmlns:a16="http://schemas.microsoft.com/office/drawing/2014/main" id="{BE6A74D9-C192-5A17-F5FE-88BC5C4327DA}"/>
              </a:ext>
            </a:extLst>
          </p:cNvPr>
          <p:cNvGrpSpPr/>
          <p:nvPr/>
        </p:nvGrpSpPr>
        <p:grpSpPr>
          <a:xfrm>
            <a:off x="8038574" y="3730141"/>
            <a:ext cx="360000" cy="360000"/>
            <a:chOff x="7534505" y="2636912"/>
            <a:chExt cx="1800000" cy="1800000"/>
          </a:xfrm>
        </p:grpSpPr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66699E75-99C4-8197-BA1A-E52C8118131B}"/>
                </a:ext>
              </a:extLst>
            </p:cNvPr>
            <p:cNvSpPr/>
            <p:nvPr/>
          </p:nvSpPr>
          <p:spPr>
            <a:xfrm>
              <a:off x="7534505" y="263691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43" name="Image 142">
              <a:extLst>
                <a:ext uri="{FF2B5EF4-FFF2-40B4-BE49-F238E27FC236}">
                  <a16:creationId xmlns:a16="http://schemas.microsoft.com/office/drawing/2014/main" id="{4849A5C3-1A54-AD62-A58A-3C5A67A72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7630919" y="3092160"/>
              <a:ext cx="1607172" cy="889504"/>
            </a:xfrm>
            <a:prstGeom prst="rect">
              <a:avLst/>
            </a:prstGeom>
          </p:spPr>
        </p:pic>
      </p:grpSp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F42FC7BB-0D90-60BC-4620-E57EB1B5005E}"/>
              </a:ext>
            </a:extLst>
          </p:cNvPr>
          <p:cNvGrpSpPr/>
          <p:nvPr/>
        </p:nvGrpSpPr>
        <p:grpSpPr>
          <a:xfrm>
            <a:off x="8572631" y="3750151"/>
            <a:ext cx="360000" cy="360000"/>
            <a:chOff x="5537408" y="1765068"/>
            <a:chExt cx="1800000" cy="1800000"/>
          </a:xfrm>
        </p:grpSpPr>
        <p:sp>
          <p:nvSpPr>
            <p:cNvPr id="145" name="Ellipse 144">
              <a:extLst>
                <a:ext uri="{FF2B5EF4-FFF2-40B4-BE49-F238E27FC236}">
                  <a16:creationId xmlns:a16="http://schemas.microsoft.com/office/drawing/2014/main" id="{007B21D5-7097-F0FF-F65C-BD19FFB67165}"/>
                </a:ext>
              </a:extLst>
            </p:cNvPr>
            <p:cNvSpPr/>
            <p:nvPr/>
          </p:nvSpPr>
          <p:spPr>
            <a:xfrm>
              <a:off x="5537408" y="1765068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46" name="Image 145">
              <a:extLst>
                <a:ext uri="{FF2B5EF4-FFF2-40B4-BE49-F238E27FC236}">
                  <a16:creationId xmlns:a16="http://schemas.microsoft.com/office/drawing/2014/main" id="{33AF1F32-6023-D462-64ED-2F325B3B5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717408" y="1945068"/>
              <a:ext cx="1440000" cy="1440000"/>
            </a:xfrm>
            <a:prstGeom prst="rect">
              <a:avLst/>
            </a:prstGeom>
          </p:spPr>
        </p:pic>
      </p:grp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EAF133E7-7F15-78AB-8E22-C0C0B994F02E}"/>
              </a:ext>
            </a:extLst>
          </p:cNvPr>
          <p:cNvCxnSpPr>
            <a:endCxn id="58" idx="0"/>
          </p:cNvCxnSpPr>
          <p:nvPr/>
        </p:nvCxnSpPr>
        <p:spPr>
          <a:xfrm>
            <a:off x="-114300" y="1199142"/>
            <a:ext cx="11373897" cy="3962441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05</a:t>
            </a:r>
            <a:br>
              <a:rPr lang="fr-FR" dirty="0"/>
            </a:br>
            <a:r>
              <a:rPr lang="fr-FR" dirty="0"/>
              <a:t>Résolution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3399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AE76C-9DD9-A097-4AF3-D58DA55C6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ADF847-D117-615F-3419-76BB84B51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actionneur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31074A-9658-B14D-8F5F-C474BC03E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9103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601E16-E4F1-44E0-72A0-9CF4D2B86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Dynamique &amp;  Commande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07771D-CAF0-21E1-0327-A14A2B370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4259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BBF4B35-3921-F58E-677F-379B946BA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AAF013CC-045C-3C35-ABC8-9B955AF225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</p:spPr>
            <p:txBody>
              <a:bodyPr>
                <a:normAutofit fontScale="92500"/>
              </a:bodyPr>
              <a:lstStyle/>
              <a:p>
                <a:r>
                  <a:rPr lang="fr-FR" dirty="0"/>
                  <a:t>Matrice de passage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ℬ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dirty="0"/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ℬ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endParaRPr lang="fr-FR" dirty="0"/>
              </a:p>
            </p:txBody>
          </p:sp>
        </mc:Choice>
        <mc:Fallback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AAF013CC-045C-3C35-ABC8-9B955AF225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  <a:blipFill>
                <a:blip r:embed="rId2"/>
                <a:stretch>
                  <a:fillRect l="-1342" t="-1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" name="Groupe 50">
            <a:extLst>
              <a:ext uri="{FF2B5EF4-FFF2-40B4-BE49-F238E27FC236}">
                <a16:creationId xmlns:a16="http://schemas.microsoft.com/office/drawing/2014/main" id="{DE82CCD4-AB51-0377-DD95-4A35EB13909D}"/>
              </a:ext>
            </a:extLst>
          </p:cNvPr>
          <p:cNvGrpSpPr/>
          <p:nvPr/>
        </p:nvGrpSpPr>
        <p:grpSpPr>
          <a:xfrm>
            <a:off x="7016947" y="0"/>
            <a:ext cx="4953145" cy="2905082"/>
            <a:chOff x="4068007" y="181018"/>
            <a:chExt cx="4953145" cy="2905082"/>
          </a:xfrm>
        </p:grpSpPr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2085C39A-18BE-855A-555D-6FAED40E6F22}"/>
                </a:ext>
              </a:extLst>
            </p:cNvPr>
            <p:cNvCxnSpPr>
              <a:cxnSpLocks/>
            </p:cNvCxnSpPr>
            <p:nvPr/>
          </p:nvCxnSpPr>
          <p:spPr>
            <a:xfrm>
              <a:off x="7289800" y="368300"/>
              <a:ext cx="0" cy="543881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4C28A39A-A4A9-9E40-76FB-AF2451A471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74257" y="479869"/>
              <a:ext cx="788749" cy="443431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sp>
          <p:nvSpPr>
            <p:cNvPr id="8" name="Cylindre 7">
              <a:extLst>
                <a:ext uri="{FF2B5EF4-FFF2-40B4-BE49-F238E27FC236}">
                  <a16:creationId xmlns:a16="http://schemas.microsoft.com/office/drawing/2014/main" id="{745C857A-4E45-B63D-12BC-923D2A18BC33}"/>
                </a:ext>
              </a:extLst>
            </p:cNvPr>
            <p:cNvSpPr/>
            <p:nvPr/>
          </p:nvSpPr>
          <p:spPr>
            <a:xfrm>
              <a:off x="4789298" y="2481439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09B3E5E5-5206-21CB-CF82-579FEBE34D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09531" y="2100910"/>
              <a:ext cx="1001801" cy="596529"/>
            </a:xfrm>
            <a:prstGeom prst="line">
              <a:avLst/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4CB9103-A538-2E5E-0D4E-A7D22ED7650B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4897298" y="2913439"/>
              <a:ext cx="0" cy="172661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A7009CA4-C875-E0B5-ABA9-D611C5C83B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71996" y="1410929"/>
              <a:ext cx="1029523" cy="578792"/>
            </a:xfrm>
            <a:prstGeom prst="line">
              <a:avLst/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D87698C0-D4EE-1442-C8D9-0CCB05A8864C}"/>
                </a:ext>
              </a:extLst>
            </p:cNvPr>
            <p:cNvCxnSpPr>
              <a:cxnSpLocks/>
            </p:cNvCxnSpPr>
            <p:nvPr/>
          </p:nvCxnSpPr>
          <p:spPr>
            <a:xfrm>
              <a:off x="4897298" y="2197100"/>
              <a:ext cx="0" cy="347839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sp>
          <p:nvSpPr>
            <p:cNvPr id="13" name="Cylindre 12">
              <a:extLst>
                <a:ext uri="{FF2B5EF4-FFF2-40B4-BE49-F238E27FC236}">
                  <a16:creationId xmlns:a16="http://schemas.microsoft.com/office/drawing/2014/main" id="{0623E184-1385-C865-3368-2FE60D016258}"/>
                </a:ext>
              </a:extLst>
            </p:cNvPr>
            <p:cNvSpPr/>
            <p:nvPr/>
          </p:nvSpPr>
          <p:spPr>
            <a:xfrm>
              <a:off x="7177667" y="1173339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791D3E2D-9820-C27B-4A18-2363CE4F2F54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7285667" y="1605339"/>
              <a:ext cx="0" cy="172661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7C32AE4B-C41C-58B0-4690-0861DC91D8E2}"/>
                </a:ext>
              </a:extLst>
            </p:cNvPr>
            <p:cNvCxnSpPr>
              <a:cxnSpLocks/>
            </p:cNvCxnSpPr>
            <p:nvPr/>
          </p:nvCxnSpPr>
          <p:spPr>
            <a:xfrm>
              <a:off x="7285667" y="889000"/>
              <a:ext cx="0" cy="347839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4FE92BA5-2E86-FAC0-1115-F2B2A2E1D3FA}"/>
                </a:ext>
              </a:extLst>
            </p:cNvPr>
            <p:cNvSpPr/>
            <p:nvPr/>
          </p:nvSpPr>
          <p:spPr>
            <a:xfrm rot="336999">
              <a:off x="4111323" y="2046673"/>
              <a:ext cx="1628118" cy="245262"/>
            </a:xfrm>
            <a:custGeom>
              <a:avLst/>
              <a:gdLst>
                <a:gd name="connsiteX0" fmla="*/ 1713372 w 1713372"/>
                <a:gd name="connsiteY0" fmla="*/ 0 h 368310"/>
                <a:gd name="connsiteX1" fmla="*/ 722772 w 1713372"/>
                <a:gd name="connsiteY1" fmla="*/ 368300 h 368310"/>
                <a:gd name="connsiteX2" fmla="*/ 5222 w 1713372"/>
                <a:gd name="connsiteY2" fmla="*/ 12700 h 368310"/>
                <a:gd name="connsiteX3" fmla="*/ 1091072 w 1713372"/>
                <a:gd name="connsiteY3" fmla="*/ 228600 h 368310"/>
                <a:gd name="connsiteX0" fmla="*/ 1128395 w 1128395"/>
                <a:gd name="connsiteY0" fmla="*/ 363008 h 457392"/>
                <a:gd name="connsiteX1" fmla="*/ 721995 w 1128395"/>
                <a:gd name="connsiteY1" fmla="*/ 356658 h 457392"/>
                <a:gd name="connsiteX2" fmla="*/ 4445 w 1128395"/>
                <a:gd name="connsiteY2" fmla="*/ 1058 h 457392"/>
                <a:gd name="connsiteX3" fmla="*/ 1090295 w 1128395"/>
                <a:gd name="connsiteY3" fmla="*/ 216958 h 457392"/>
                <a:gd name="connsiteX0" fmla="*/ 1125223 w 2320622"/>
                <a:gd name="connsiteY0" fmla="*/ 729521 h 755391"/>
                <a:gd name="connsiteX1" fmla="*/ 2306323 w 2320622"/>
                <a:gd name="connsiteY1" fmla="*/ 5621 h 755391"/>
                <a:gd name="connsiteX2" fmla="*/ 1273 w 2320622"/>
                <a:gd name="connsiteY2" fmla="*/ 367571 h 755391"/>
                <a:gd name="connsiteX3" fmla="*/ 1087123 w 2320622"/>
                <a:gd name="connsiteY3" fmla="*/ 583471 h 7553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264858 w 2463664"/>
                <a:gd name="connsiteY0" fmla="*/ 723930 h 748460"/>
                <a:gd name="connsiteX1" fmla="*/ 2445958 w 2463664"/>
                <a:gd name="connsiteY1" fmla="*/ 30 h 748460"/>
                <a:gd name="connsiteX2" fmla="*/ 1208 w 2463664"/>
                <a:gd name="connsiteY2" fmla="*/ 692180 h 748460"/>
                <a:gd name="connsiteX3" fmla="*/ 1226758 w 2463664"/>
                <a:gd name="connsiteY3" fmla="*/ 577880 h 748460"/>
                <a:gd name="connsiteX0" fmla="*/ 1214082 w 2411615"/>
                <a:gd name="connsiteY0" fmla="*/ 728686 h 1217983"/>
                <a:gd name="connsiteX1" fmla="*/ 2395182 w 2411615"/>
                <a:gd name="connsiteY1" fmla="*/ 4786 h 1217983"/>
                <a:gd name="connsiteX2" fmla="*/ 1232 w 2411615"/>
                <a:gd name="connsiteY2" fmla="*/ 1217636 h 1217983"/>
                <a:gd name="connsiteX3" fmla="*/ 1175982 w 2411615"/>
                <a:gd name="connsiteY3" fmla="*/ 582636 h 1217983"/>
                <a:gd name="connsiteX0" fmla="*/ 1212850 w 2410383"/>
                <a:gd name="connsiteY0" fmla="*/ 728686 h 1259527"/>
                <a:gd name="connsiteX1" fmla="*/ 2393950 w 2410383"/>
                <a:gd name="connsiteY1" fmla="*/ 4786 h 1259527"/>
                <a:gd name="connsiteX2" fmla="*/ 0 w 2410383"/>
                <a:gd name="connsiteY2" fmla="*/ 1217636 h 1259527"/>
                <a:gd name="connsiteX3" fmla="*/ 1174750 w 2410383"/>
                <a:gd name="connsiteY3" fmla="*/ 582636 h 1259527"/>
                <a:gd name="connsiteX0" fmla="*/ 1212850 w 2419691"/>
                <a:gd name="connsiteY0" fmla="*/ 774951 h 1296766"/>
                <a:gd name="connsiteX1" fmla="*/ 2393950 w 2419691"/>
                <a:gd name="connsiteY1" fmla="*/ 51051 h 1296766"/>
                <a:gd name="connsiteX2" fmla="*/ 0 w 2419691"/>
                <a:gd name="connsiteY2" fmla="*/ 1263901 h 1296766"/>
                <a:gd name="connsiteX3" fmla="*/ 1174750 w 2419691"/>
                <a:gd name="connsiteY3" fmla="*/ 628901 h 1296766"/>
                <a:gd name="connsiteX0" fmla="*/ 1257575 w 2464416"/>
                <a:gd name="connsiteY0" fmla="*/ 768967 h 1361009"/>
                <a:gd name="connsiteX1" fmla="*/ 2438675 w 2464416"/>
                <a:gd name="connsiteY1" fmla="*/ 45067 h 1361009"/>
                <a:gd name="connsiteX2" fmla="*/ 44725 w 2464416"/>
                <a:gd name="connsiteY2" fmla="*/ 1257917 h 1361009"/>
                <a:gd name="connsiteX3" fmla="*/ 1219475 w 2464416"/>
                <a:gd name="connsiteY3" fmla="*/ 622917 h 1361009"/>
                <a:gd name="connsiteX0" fmla="*/ 1215327 w 2422168"/>
                <a:gd name="connsiteY0" fmla="*/ 768398 h 1369446"/>
                <a:gd name="connsiteX1" fmla="*/ 2396427 w 2422168"/>
                <a:gd name="connsiteY1" fmla="*/ 44498 h 1369446"/>
                <a:gd name="connsiteX2" fmla="*/ 2477 w 2422168"/>
                <a:gd name="connsiteY2" fmla="*/ 1257348 h 1369446"/>
                <a:gd name="connsiteX3" fmla="*/ 1177227 w 2422168"/>
                <a:gd name="connsiteY3" fmla="*/ 622348 h 1369446"/>
                <a:gd name="connsiteX0" fmla="*/ 1202578 w 2399799"/>
                <a:gd name="connsiteY0" fmla="*/ 1148279 h 1177192"/>
                <a:gd name="connsiteX1" fmla="*/ 2383678 w 2399799"/>
                <a:gd name="connsiteY1" fmla="*/ 424379 h 1177192"/>
                <a:gd name="connsiteX2" fmla="*/ 2428 w 2399799"/>
                <a:gd name="connsiteY2" fmla="*/ 144979 h 1177192"/>
                <a:gd name="connsiteX3" fmla="*/ 1164478 w 2399799"/>
                <a:gd name="connsiteY3" fmla="*/ 1002229 h 1177192"/>
                <a:gd name="connsiteX0" fmla="*/ 1202378 w 2383505"/>
                <a:gd name="connsiteY0" fmla="*/ 1148279 h 1188730"/>
                <a:gd name="connsiteX1" fmla="*/ 2383478 w 2383505"/>
                <a:gd name="connsiteY1" fmla="*/ 424379 h 1188730"/>
                <a:gd name="connsiteX2" fmla="*/ 2228 w 2383505"/>
                <a:gd name="connsiteY2" fmla="*/ 144979 h 1188730"/>
                <a:gd name="connsiteX3" fmla="*/ 1164278 w 2383505"/>
                <a:gd name="connsiteY3" fmla="*/ 1002229 h 1188730"/>
                <a:gd name="connsiteX0" fmla="*/ 1226562 w 2414042"/>
                <a:gd name="connsiteY0" fmla="*/ 1218647 h 1247430"/>
                <a:gd name="connsiteX1" fmla="*/ 2414012 w 2414042"/>
                <a:gd name="connsiteY1" fmla="*/ 234397 h 1247430"/>
                <a:gd name="connsiteX2" fmla="*/ 26412 w 2414042"/>
                <a:gd name="connsiteY2" fmla="*/ 215347 h 1247430"/>
                <a:gd name="connsiteX3" fmla="*/ 1188462 w 2414042"/>
                <a:gd name="connsiteY3" fmla="*/ 1072597 h 1247430"/>
                <a:gd name="connsiteX0" fmla="*/ 1224397 w 2411877"/>
                <a:gd name="connsiteY0" fmla="*/ 1182661 h 1211444"/>
                <a:gd name="connsiteX1" fmla="*/ 2411847 w 2411877"/>
                <a:gd name="connsiteY1" fmla="*/ 198411 h 1211444"/>
                <a:gd name="connsiteX2" fmla="*/ 24247 w 2411877"/>
                <a:gd name="connsiteY2" fmla="*/ 179361 h 1211444"/>
                <a:gd name="connsiteX3" fmla="*/ 1224397 w 2411877"/>
                <a:gd name="connsiteY3" fmla="*/ 211111 h 1211444"/>
                <a:gd name="connsiteX0" fmla="*/ 1243447 w 2428551"/>
                <a:gd name="connsiteY0" fmla="*/ 25583 h 106259"/>
                <a:gd name="connsiteX1" fmla="*/ 2411847 w 2428551"/>
                <a:gd name="connsiteY1" fmla="*/ 19233 h 106259"/>
                <a:gd name="connsiteX2" fmla="*/ 24247 w 2428551"/>
                <a:gd name="connsiteY2" fmla="*/ 183 h 106259"/>
                <a:gd name="connsiteX3" fmla="*/ 1224397 w 2428551"/>
                <a:gd name="connsiteY3" fmla="*/ 31933 h 106259"/>
                <a:gd name="connsiteX0" fmla="*/ 1243447 w 2440774"/>
                <a:gd name="connsiteY0" fmla="*/ 142292 h 200114"/>
                <a:gd name="connsiteX1" fmla="*/ 2411847 w 2440774"/>
                <a:gd name="connsiteY1" fmla="*/ 135942 h 200114"/>
                <a:gd name="connsiteX2" fmla="*/ 24247 w 2440774"/>
                <a:gd name="connsiteY2" fmla="*/ 116892 h 200114"/>
                <a:gd name="connsiteX3" fmla="*/ 1224397 w 2440774"/>
                <a:gd name="connsiteY3" fmla="*/ 148642 h 200114"/>
                <a:gd name="connsiteX0" fmla="*/ 1243447 w 2432201"/>
                <a:gd name="connsiteY0" fmla="*/ 205719 h 291131"/>
                <a:gd name="connsiteX1" fmla="*/ 2411847 w 2432201"/>
                <a:gd name="connsiteY1" fmla="*/ 199369 h 291131"/>
                <a:gd name="connsiteX2" fmla="*/ 24247 w 2432201"/>
                <a:gd name="connsiteY2" fmla="*/ 180319 h 291131"/>
                <a:gd name="connsiteX3" fmla="*/ 1224397 w 2432201"/>
                <a:gd name="connsiteY3" fmla="*/ 212069 h 291131"/>
                <a:gd name="connsiteX0" fmla="*/ 1222382 w 2411136"/>
                <a:gd name="connsiteY0" fmla="*/ 205719 h 414072"/>
                <a:gd name="connsiteX1" fmla="*/ 2390782 w 2411136"/>
                <a:gd name="connsiteY1" fmla="*/ 199369 h 414072"/>
                <a:gd name="connsiteX2" fmla="*/ 3182 w 2411136"/>
                <a:gd name="connsiteY2" fmla="*/ 180319 h 414072"/>
                <a:gd name="connsiteX3" fmla="*/ 1203332 w 2411136"/>
                <a:gd name="connsiteY3" fmla="*/ 212069 h 414072"/>
                <a:gd name="connsiteX0" fmla="*/ 1219201 w 2407955"/>
                <a:gd name="connsiteY0" fmla="*/ 205719 h 435944"/>
                <a:gd name="connsiteX1" fmla="*/ 2387601 w 2407955"/>
                <a:gd name="connsiteY1" fmla="*/ 199369 h 435944"/>
                <a:gd name="connsiteX2" fmla="*/ 1 w 2407955"/>
                <a:gd name="connsiteY2" fmla="*/ 180319 h 435944"/>
                <a:gd name="connsiteX3" fmla="*/ 1200151 w 2407955"/>
                <a:gd name="connsiteY3" fmla="*/ 212069 h 435944"/>
                <a:gd name="connsiteX0" fmla="*/ 1219201 w 2387713"/>
                <a:gd name="connsiteY0" fmla="*/ 300255 h 530480"/>
                <a:gd name="connsiteX1" fmla="*/ 2387601 w 2387713"/>
                <a:gd name="connsiteY1" fmla="*/ 293905 h 530480"/>
                <a:gd name="connsiteX2" fmla="*/ 1 w 2387713"/>
                <a:gd name="connsiteY2" fmla="*/ 274855 h 530480"/>
                <a:gd name="connsiteX3" fmla="*/ 1200151 w 2387713"/>
                <a:gd name="connsiteY3" fmla="*/ 306605 h 530480"/>
                <a:gd name="connsiteX0" fmla="*/ 1219201 w 2387713"/>
                <a:gd name="connsiteY0" fmla="*/ 300255 h 519793"/>
                <a:gd name="connsiteX1" fmla="*/ 2387601 w 2387713"/>
                <a:gd name="connsiteY1" fmla="*/ 293905 h 519793"/>
                <a:gd name="connsiteX2" fmla="*/ 1 w 2387713"/>
                <a:gd name="connsiteY2" fmla="*/ 274855 h 519793"/>
                <a:gd name="connsiteX3" fmla="*/ 1200151 w 2387713"/>
                <a:gd name="connsiteY3" fmla="*/ 306605 h 519793"/>
                <a:gd name="connsiteX0" fmla="*/ 1219246 w 2387758"/>
                <a:gd name="connsiteY0" fmla="*/ 300255 h 467398"/>
                <a:gd name="connsiteX1" fmla="*/ 2387646 w 2387758"/>
                <a:gd name="connsiteY1" fmla="*/ 293905 h 467398"/>
                <a:gd name="connsiteX2" fmla="*/ 46 w 2387758"/>
                <a:gd name="connsiteY2" fmla="*/ 274855 h 467398"/>
                <a:gd name="connsiteX3" fmla="*/ 1200196 w 2387758"/>
                <a:gd name="connsiteY3" fmla="*/ 306605 h 467398"/>
                <a:gd name="connsiteX0" fmla="*/ 1219246 w 2390051"/>
                <a:gd name="connsiteY0" fmla="*/ 249789 h 416932"/>
                <a:gd name="connsiteX1" fmla="*/ 2387646 w 2390051"/>
                <a:gd name="connsiteY1" fmla="*/ 243439 h 416932"/>
                <a:gd name="connsiteX2" fmla="*/ 46 w 2390051"/>
                <a:gd name="connsiteY2" fmla="*/ 224389 h 416932"/>
                <a:gd name="connsiteX3" fmla="*/ 1200196 w 2390051"/>
                <a:gd name="connsiteY3" fmla="*/ 256139 h 416932"/>
                <a:gd name="connsiteX0" fmla="*/ 1251010 w 2421815"/>
                <a:gd name="connsiteY0" fmla="*/ 249789 h 386974"/>
                <a:gd name="connsiteX1" fmla="*/ 2419410 w 2421815"/>
                <a:gd name="connsiteY1" fmla="*/ 243439 h 386974"/>
                <a:gd name="connsiteX2" fmla="*/ 31810 w 2421815"/>
                <a:gd name="connsiteY2" fmla="*/ 224389 h 386974"/>
                <a:gd name="connsiteX3" fmla="*/ 1111310 w 2421815"/>
                <a:gd name="connsiteY3" fmla="*/ 306939 h 386974"/>
                <a:gd name="connsiteX0" fmla="*/ 1220272 w 2391077"/>
                <a:gd name="connsiteY0" fmla="*/ 249789 h 409575"/>
                <a:gd name="connsiteX1" fmla="*/ 2388672 w 2391077"/>
                <a:gd name="connsiteY1" fmla="*/ 243439 h 409575"/>
                <a:gd name="connsiteX2" fmla="*/ 1072 w 2391077"/>
                <a:gd name="connsiteY2" fmla="*/ 224389 h 409575"/>
                <a:gd name="connsiteX3" fmla="*/ 1080572 w 2391077"/>
                <a:gd name="connsiteY3" fmla="*/ 306939 h 409575"/>
                <a:gd name="connsiteX0" fmla="*/ 1220272 w 2391215"/>
                <a:gd name="connsiteY0" fmla="*/ 200430 h 360216"/>
                <a:gd name="connsiteX1" fmla="*/ 2388672 w 2391215"/>
                <a:gd name="connsiteY1" fmla="*/ 194080 h 360216"/>
                <a:gd name="connsiteX2" fmla="*/ 1072 w 2391215"/>
                <a:gd name="connsiteY2" fmla="*/ 175030 h 360216"/>
                <a:gd name="connsiteX3" fmla="*/ 1080572 w 2391215"/>
                <a:gd name="connsiteY3" fmla="*/ 257580 h 36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1215" h="360216">
                  <a:moveTo>
                    <a:pt x="1220272" y="200430"/>
                  </a:moveTo>
                  <a:cubicBezTo>
                    <a:pt x="1718218" y="27921"/>
                    <a:pt x="2439472" y="-144587"/>
                    <a:pt x="2388672" y="194080"/>
                  </a:cubicBezTo>
                  <a:cubicBezTo>
                    <a:pt x="2337872" y="532747"/>
                    <a:pt x="34938" y="-114953"/>
                    <a:pt x="1072" y="175030"/>
                  </a:cubicBezTo>
                  <a:cubicBezTo>
                    <a:pt x="-32794" y="465013"/>
                    <a:pt x="745080" y="350713"/>
                    <a:pt x="1080572" y="257580"/>
                  </a:cubicBezTo>
                </a:path>
              </a:pathLst>
            </a:cu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01E0F0B8-3814-4795-3D95-39DDB06B70D6}"/>
                </a:ext>
              </a:extLst>
            </p:cNvPr>
            <p:cNvSpPr/>
            <p:nvPr/>
          </p:nvSpPr>
          <p:spPr>
            <a:xfrm rot="336999">
              <a:off x="6471608" y="768135"/>
              <a:ext cx="1628118" cy="245262"/>
            </a:xfrm>
            <a:custGeom>
              <a:avLst/>
              <a:gdLst>
                <a:gd name="connsiteX0" fmla="*/ 1713372 w 1713372"/>
                <a:gd name="connsiteY0" fmla="*/ 0 h 368310"/>
                <a:gd name="connsiteX1" fmla="*/ 722772 w 1713372"/>
                <a:gd name="connsiteY1" fmla="*/ 368300 h 368310"/>
                <a:gd name="connsiteX2" fmla="*/ 5222 w 1713372"/>
                <a:gd name="connsiteY2" fmla="*/ 12700 h 368310"/>
                <a:gd name="connsiteX3" fmla="*/ 1091072 w 1713372"/>
                <a:gd name="connsiteY3" fmla="*/ 228600 h 368310"/>
                <a:gd name="connsiteX0" fmla="*/ 1128395 w 1128395"/>
                <a:gd name="connsiteY0" fmla="*/ 363008 h 457392"/>
                <a:gd name="connsiteX1" fmla="*/ 721995 w 1128395"/>
                <a:gd name="connsiteY1" fmla="*/ 356658 h 457392"/>
                <a:gd name="connsiteX2" fmla="*/ 4445 w 1128395"/>
                <a:gd name="connsiteY2" fmla="*/ 1058 h 457392"/>
                <a:gd name="connsiteX3" fmla="*/ 1090295 w 1128395"/>
                <a:gd name="connsiteY3" fmla="*/ 216958 h 457392"/>
                <a:gd name="connsiteX0" fmla="*/ 1125223 w 2320622"/>
                <a:gd name="connsiteY0" fmla="*/ 729521 h 755391"/>
                <a:gd name="connsiteX1" fmla="*/ 2306323 w 2320622"/>
                <a:gd name="connsiteY1" fmla="*/ 5621 h 755391"/>
                <a:gd name="connsiteX2" fmla="*/ 1273 w 2320622"/>
                <a:gd name="connsiteY2" fmla="*/ 367571 h 755391"/>
                <a:gd name="connsiteX3" fmla="*/ 1087123 w 2320622"/>
                <a:gd name="connsiteY3" fmla="*/ 583471 h 7553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264858 w 2463664"/>
                <a:gd name="connsiteY0" fmla="*/ 723930 h 748460"/>
                <a:gd name="connsiteX1" fmla="*/ 2445958 w 2463664"/>
                <a:gd name="connsiteY1" fmla="*/ 30 h 748460"/>
                <a:gd name="connsiteX2" fmla="*/ 1208 w 2463664"/>
                <a:gd name="connsiteY2" fmla="*/ 692180 h 748460"/>
                <a:gd name="connsiteX3" fmla="*/ 1226758 w 2463664"/>
                <a:gd name="connsiteY3" fmla="*/ 577880 h 748460"/>
                <a:gd name="connsiteX0" fmla="*/ 1214082 w 2411615"/>
                <a:gd name="connsiteY0" fmla="*/ 728686 h 1217983"/>
                <a:gd name="connsiteX1" fmla="*/ 2395182 w 2411615"/>
                <a:gd name="connsiteY1" fmla="*/ 4786 h 1217983"/>
                <a:gd name="connsiteX2" fmla="*/ 1232 w 2411615"/>
                <a:gd name="connsiteY2" fmla="*/ 1217636 h 1217983"/>
                <a:gd name="connsiteX3" fmla="*/ 1175982 w 2411615"/>
                <a:gd name="connsiteY3" fmla="*/ 582636 h 1217983"/>
                <a:gd name="connsiteX0" fmla="*/ 1212850 w 2410383"/>
                <a:gd name="connsiteY0" fmla="*/ 728686 h 1259527"/>
                <a:gd name="connsiteX1" fmla="*/ 2393950 w 2410383"/>
                <a:gd name="connsiteY1" fmla="*/ 4786 h 1259527"/>
                <a:gd name="connsiteX2" fmla="*/ 0 w 2410383"/>
                <a:gd name="connsiteY2" fmla="*/ 1217636 h 1259527"/>
                <a:gd name="connsiteX3" fmla="*/ 1174750 w 2410383"/>
                <a:gd name="connsiteY3" fmla="*/ 582636 h 1259527"/>
                <a:gd name="connsiteX0" fmla="*/ 1212850 w 2419691"/>
                <a:gd name="connsiteY0" fmla="*/ 774951 h 1296766"/>
                <a:gd name="connsiteX1" fmla="*/ 2393950 w 2419691"/>
                <a:gd name="connsiteY1" fmla="*/ 51051 h 1296766"/>
                <a:gd name="connsiteX2" fmla="*/ 0 w 2419691"/>
                <a:gd name="connsiteY2" fmla="*/ 1263901 h 1296766"/>
                <a:gd name="connsiteX3" fmla="*/ 1174750 w 2419691"/>
                <a:gd name="connsiteY3" fmla="*/ 628901 h 1296766"/>
                <a:gd name="connsiteX0" fmla="*/ 1257575 w 2464416"/>
                <a:gd name="connsiteY0" fmla="*/ 768967 h 1361009"/>
                <a:gd name="connsiteX1" fmla="*/ 2438675 w 2464416"/>
                <a:gd name="connsiteY1" fmla="*/ 45067 h 1361009"/>
                <a:gd name="connsiteX2" fmla="*/ 44725 w 2464416"/>
                <a:gd name="connsiteY2" fmla="*/ 1257917 h 1361009"/>
                <a:gd name="connsiteX3" fmla="*/ 1219475 w 2464416"/>
                <a:gd name="connsiteY3" fmla="*/ 622917 h 1361009"/>
                <a:gd name="connsiteX0" fmla="*/ 1215327 w 2422168"/>
                <a:gd name="connsiteY0" fmla="*/ 768398 h 1369446"/>
                <a:gd name="connsiteX1" fmla="*/ 2396427 w 2422168"/>
                <a:gd name="connsiteY1" fmla="*/ 44498 h 1369446"/>
                <a:gd name="connsiteX2" fmla="*/ 2477 w 2422168"/>
                <a:gd name="connsiteY2" fmla="*/ 1257348 h 1369446"/>
                <a:gd name="connsiteX3" fmla="*/ 1177227 w 2422168"/>
                <a:gd name="connsiteY3" fmla="*/ 622348 h 1369446"/>
                <a:gd name="connsiteX0" fmla="*/ 1202578 w 2399799"/>
                <a:gd name="connsiteY0" fmla="*/ 1148279 h 1177192"/>
                <a:gd name="connsiteX1" fmla="*/ 2383678 w 2399799"/>
                <a:gd name="connsiteY1" fmla="*/ 424379 h 1177192"/>
                <a:gd name="connsiteX2" fmla="*/ 2428 w 2399799"/>
                <a:gd name="connsiteY2" fmla="*/ 144979 h 1177192"/>
                <a:gd name="connsiteX3" fmla="*/ 1164478 w 2399799"/>
                <a:gd name="connsiteY3" fmla="*/ 1002229 h 1177192"/>
                <a:gd name="connsiteX0" fmla="*/ 1202378 w 2383505"/>
                <a:gd name="connsiteY0" fmla="*/ 1148279 h 1188730"/>
                <a:gd name="connsiteX1" fmla="*/ 2383478 w 2383505"/>
                <a:gd name="connsiteY1" fmla="*/ 424379 h 1188730"/>
                <a:gd name="connsiteX2" fmla="*/ 2228 w 2383505"/>
                <a:gd name="connsiteY2" fmla="*/ 144979 h 1188730"/>
                <a:gd name="connsiteX3" fmla="*/ 1164278 w 2383505"/>
                <a:gd name="connsiteY3" fmla="*/ 1002229 h 1188730"/>
                <a:gd name="connsiteX0" fmla="*/ 1226562 w 2414042"/>
                <a:gd name="connsiteY0" fmla="*/ 1218647 h 1247430"/>
                <a:gd name="connsiteX1" fmla="*/ 2414012 w 2414042"/>
                <a:gd name="connsiteY1" fmla="*/ 234397 h 1247430"/>
                <a:gd name="connsiteX2" fmla="*/ 26412 w 2414042"/>
                <a:gd name="connsiteY2" fmla="*/ 215347 h 1247430"/>
                <a:gd name="connsiteX3" fmla="*/ 1188462 w 2414042"/>
                <a:gd name="connsiteY3" fmla="*/ 1072597 h 1247430"/>
                <a:gd name="connsiteX0" fmla="*/ 1224397 w 2411877"/>
                <a:gd name="connsiteY0" fmla="*/ 1182661 h 1211444"/>
                <a:gd name="connsiteX1" fmla="*/ 2411847 w 2411877"/>
                <a:gd name="connsiteY1" fmla="*/ 198411 h 1211444"/>
                <a:gd name="connsiteX2" fmla="*/ 24247 w 2411877"/>
                <a:gd name="connsiteY2" fmla="*/ 179361 h 1211444"/>
                <a:gd name="connsiteX3" fmla="*/ 1224397 w 2411877"/>
                <a:gd name="connsiteY3" fmla="*/ 211111 h 1211444"/>
                <a:gd name="connsiteX0" fmla="*/ 1243447 w 2428551"/>
                <a:gd name="connsiteY0" fmla="*/ 25583 h 106259"/>
                <a:gd name="connsiteX1" fmla="*/ 2411847 w 2428551"/>
                <a:gd name="connsiteY1" fmla="*/ 19233 h 106259"/>
                <a:gd name="connsiteX2" fmla="*/ 24247 w 2428551"/>
                <a:gd name="connsiteY2" fmla="*/ 183 h 106259"/>
                <a:gd name="connsiteX3" fmla="*/ 1224397 w 2428551"/>
                <a:gd name="connsiteY3" fmla="*/ 31933 h 106259"/>
                <a:gd name="connsiteX0" fmla="*/ 1243447 w 2440774"/>
                <a:gd name="connsiteY0" fmla="*/ 142292 h 200114"/>
                <a:gd name="connsiteX1" fmla="*/ 2411847 w 2440774"/>
                <a:gd name="connsiteY1" fmla="*/ 135942 h 200114"/>
                <a:gd name="connsiteX2" fmla="*/ 24247 w 2440774"/>
                <a:gd name="connsiteY2" fmla="*/ 116892 h 200114"/>
                <a:gd name="connsiteX3" fmla="*/ 1224397 w 2440774"/>
                <a:gd name="connsiteY3" fmla="*/ 148642 h 200114"/>
                <a:gd name="connsiteX0" fmla="*/ 1243447 w 2432201"/>
                <a:gd name="connsiteY0" fmla="*/ 205719 h 291131"/>
                <a:gd name="connsiteX1" fmla="*/ 2411847 w 2432201"/>
                <a:gd name="connsiteY1" fmla="*/ 199369 h 291131"/>
                <a:gd name="connsiteX2" fmla="*/ 24247 w 2432201"/>
                <a:gd name="connsiteY2" fmla="*/ 180319 h 291131"/>
                <a:gd name="connsiteX3" fmla="*/ 1224397 w 2432201"/>
                <a:gd name="connsiteY3" fmla="*/ 212069 h 291131"/>
                <a:gd name="connsiteX0" fmla="*/ 1222382 w 2411136"/>
                <a:gd name="connsiteY0" fmla="*/ 205719 h 414072"/>
                <a:gd name="connsiteX1" fmla="*/ 2390782 w 2411136"/>
                <a:gd name="connsiteY1" fmla="*/ 199369 h 414072"/>
                <a:gd name="connsiteX2" fmla="*/ 3182 w 2411136"/>
                <a:gd name="connsiteY2" fmla="*/ 180319 h 414072"/>
                <a:gd name="connsiteX3" fmla="*/ 1203332 w 2411136"/>
                <a:gd name="connsiteY3" fmla="*/ 212069 h 414072"/>
                <a:gd name="connsiteX0" fmla="*/ 1219201 w 2407955"/>
                <a:gd name="connsiteY0" fmla="*/ 205719 h 435944"/>
                <a:gd name="connsiteX1" fmla="*/ 2387601 w 2407955"/>
                <a:gd name="connsiteY1" fmla="*/ 199369 h 435944"/>
                <a:gd name="connsiteX2" fmla="*/ 1 w 2407955"/>
                <a:gd name="connsiteY2" fmla="*/ 180319 h 435944"/>
                <a:gd name="connsiteX3" fmla="*/ 1200151 w 2407955"/>
                <a:gd name="connsiteY3" fmla="*/ 212069 h 435944"/>
                <a:gd name="connsiteX0" fmla="*/ 1219201 w 2387713"/>
                <a:gd name="connsiteY0" fmla="*/ 300255 h 530480"/>
                <a:gd name="connsiteX1" fmla="*/ 2387601 w 2387713"/>
                <a:gd name="connsiteY1" fmla="*/ 293905 h 530480"/>
                <a:gd name="connsiteX2" fmla="*/ 1 w 2387713"/>
                <a:gd name="connsiteY2" fmla="*/ 274855 h 530480"/>
                <a:gd name="connsiteX3" fmla="*/ 1200151 w 2387713"/>
                <a:gd name="connsiteY3" fmla="*/ 306605 h 530480"/>
                <a:gd name="connsiteX0" fmla="*/ 1219201 w 2387713"/>
                <a:gd name="connsiteY0" fmla="*/ 300255 h 519793"/>
                <a:gd name="connsiteX1" fmla="*/ 2387601 w 2387713"/>
                <a:gd name="connsiteY1" fmla="*/ 293905 h 519793"/>
                <a:gd name="connsiteX2" fmla="*/ 1 w 2387713"/>
                <a:gd name="connsiteY2" fmla="*/ 274855 h 519793"/>
                <a:gd name="connsiteX3" fmla="*/ 1200151 w 2387713"/>
                <a:gd name="connsiteY3" fmla="*/ 306605 h 519793"/>
                <a:gd name="connsiteX0" fmla="*/ 1219246 w 2387758"/>
                <a:gd name="connsiteY0" fmla="*/ 300255 h 467398"/>
                <a:gd name="connsiteX1" fmla="*/ 2387646 w 2387758"/>
                <a:gd name="connsiteY1" fmla="*/ 293905 h 467398"/>
                <a:gd name="connsiteX2" fmla="*/ 46 w 2387758"/>
                <a:gd name="connsiteY2" fmla="*/ 274855 h 467398"/>
                <a:gd name="connsiteX3" fmla="*/ 1200196 w 2387758"/>
                <a:gd name="connsiteY3" fmla="*/ 306605 h 467398"/>
                <a:gd name="connsiteX0" fmla="*/ 1219246 w 2390051"/>
                <a:gd name="connsiteY0" fmla="*/ 249789 h 416932"/>
                <a:gd name="connsiteX1" fmla="*/ 2387646 w 2390051"/>
                <a:gd name="connsiteY1" fmla="*/ 243439 h 416932"/>
                <a:gd name="connsiteX2" fmla="*/ 46 w 2390051"/>
                <a:gd name="connsiteY2" fmla="*/ 224389 h 416932"/>
                <a:gd name="connsiteX3" fmla="*/ 1200196 w 2390051"/>
                <a:gd name="connsiteY3" fmla="*/ 256139 h 416932"/>
                <a:gd name="connsiteX0" fmla="*/ 1251010 w 2421815"/>
                <a:gd name="connsiteY0" fmla="*/ 249789 h 386974"/>
                <a:gd name="connsiteX1" fmla="*/ 2419410 w 2421815"/>
                <a:gd name="connsiteY1" fmla="*/ 243439 h 386974"/>
                <a:gd name="connsiteX2" fmla="*/ 31810 w 2421815"/>
                <a:gd name="connsiteY2" fmla="*/ 224389 h 386974"/>
                <a:gd name="connsiteX3" fmla="*/ 1111310 w 2421815"/>
                <a:gd name="connsiteY3" fmla="*/ 306939 h 386974"/>
                <a:gd name="connsiteX0" fmla="*/ 1220272 w 2391077"/>
                <a:gd name="connsiteY0" fmla="*/ 249789 h 409575"/>
                <a:gd name="connsiteX1" fmla="*/ 2388672 w 2391077"/>
                <a:gd name="connsiteY1" fmla="*/ 243439 h 409575"/>
                <a:gd name="connsiteX2" fmla="*/ 1072 w 2391077"/>
                <a:gd name="connsiteY2" fmla="*/ 224389 h 409575"/>
                <a:gd name="connsiteX3" fmla="*/ 1080572 w 2391077"/>
                <a:gd name="connsiteY3" fmla="*/ 306939 h 409575"/>
                <a:gd name="connsiteX0" fmla="*/ 1220272 w 2391215"/>
                <a:gd name="connsiteY0" fmla="*/ 200430 h 360216"/>
                <a:gd name="connsiteX1" fmla="*/ 2388672 w 2391215"/>
                <a:gd name="connsiteY1" fmla="*/ 194080 h 360216"/>
                <a:gd name="connsiteX2" fmla="*/ 1072 w 2391215"/>
                <a:gd name="connsiteY2" fmla="*/ 175030 h 360216"/>
                <a:gd name="connsiteX3" fmla="*/ 1080572 w 2391215"/>
                <a:gd name="connsiteY3" fmla="*/ 257580 h 36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1215" h="360216">
                  <a:moveTo>
                    <a:pt x="1220272" y="200430"/>
                  </a:moveTo>
                  <a:cubicBezTo>
                    <a:pt x="1718218" y="27921"/>
                    <a:pt x="2439472" y="-144587"/>
                    <a:pt x="2388672" y="194080"/>
                  </a:cubicBezTo>
                  <a:cubicBezTo>
                    <a:pt x="2337872" y="532747"/>
                    <a:pt x="34938" y="-114953"/>
                    <a:pt x="1072" y="175030"/>
                  </a:cubicBezTo>
                  <a:cubicBezTo>
                    <a:pt x="-32794" y="465013"/>
                    <a:pt x="745080" y="350713"/>
                    <a:pt x="1080572" y="257580"/>
                  </a:cubicBezTo>
                </a:path>
              </a:pathLst>
            </a:cu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Parallélogramme 17">
              <a:extLst>
                <a:ext uri="{FF2B5EF4-FFF2-40B4-BE49-F238E27FC236}">
                  <a16:creationId xmlns:a16="http://schemas.microsoft.com/office/drawing/2014/main" id="{12A67B8E-5641-FA4B-8DC2-57AACBE3E0C1}"/>
                </a:ext>
              </a:extLst>
            </p:cNvPr>
            <p:cNvSpPr/>
            <p:nvPr/>
          </p:nvSpPr>
          <p:spPr>
            <a:xfrm rot="16200000" flipV="1">
              <a:off x="5528112" y="1735076"/>
              <a:ext cx="311550" cy="197740"/>
            </a:xfrm>
            <a:prstGeom prst="parallelogram">
              <a:avLst>
                <a:gd name="adj" fmla="val 65507"/>
              </a:avLst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" name="Groupe 18">
              <a:extLst>
                <a:ext uri="{FF2B5EF4-FFF2-40B4-BE49-F238E27FC236}">
                  <a16:creationId xmlns:a16="http://schemas.microsoft.com/office/drawing/2014/main" id="{0CF6FA79-EF58-935A-7057-A1E075E5D5F9}"/>
                </a:ext>
              </a:extLst>
            </p:cNvPr>
            <p:cNvGrpSpPr/>
            <p:nvPr/>
          </p:nvGrpSpPr>
          <p:grpSpPr>
            <a:xfrm>
              <a:off x="5676900" y="1818819"/>
              <a:ext cx="899790" cy="533789"/>
              <a:chOff x="5676900" y="1818819"/>
              <a:chExt cx="899790" cy="533789"/>
            </a:xfrm>
          </p:grpSpPr>
          <p:sp>
            <p:nvSpPr>
              <p:cNvPr id="20" name="Cylindre 19">
                <a:extLst>
                  <a:ext uri="{FF2B5EF4-FFF2-40B4-BE49-F238E27FC236}">
                    <a16:creationId xmlns:a16="http://schemas.microsoft.com/office/drawing/2014/main" id="{8A22C0E1-71A3-61B0-2A98-642244260D29}"/>
                  </a:ext>
                </a:extLst>
              </p:cNvPr>
              <p:cNvSpPr/>
              <p:nvPr/>
            </p:nvSpPr>
            <p:spPr>
              <a:xfrm rot="7309303">
                <a:off x="5988000" y="1846438"/>
                <a:ext cx="216000" cy="432000"/>
              </a:xfrm>
              <a:prstGeom prst="can">
                <a:avLst>
                  <a:gd name="adj" fmla="val 52625"/>
                </a:avLst>
              </a:prstGeom>
              <a:noFill/>
              <a:ln w="28575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" name="Groupe 20">
                <a:extLst>
                  <a:ext uri="{FF2B5EF4-FFF2-40B4-BE49-F238E27FC236}">
                    <a16:creationId xmlns:a16="http://schemas.microsoft.com/office/drawing/2014/main" id="{40195EEE-C432-8808-A959-332706FC10BD}"/>
                  </a:ext>
                </a:extLst>
              </p:cNvPr>
              <p:cNvGrpSpPr/>
              <p:nvPr/>
            </p:nvGrpSpPr>
            <p:grpSpPr>
              <a:xfrm>
                <a:off x="5676900" y="1818819"/>
                <a:ext cx="899790" cy="533789"/>
                <a:chOff x="5676900" y="1818819"/>
                <a:chExt cx="899790" cy="533789"/>
              </a:xfrm>
            </p:grpSpPr>
            <p:cxnSp>
              <p:nvCxnSpPr>
                <p:cNvPr id="22" name="Connecteur droit 21">
                  <a:extLst>
                    <a:ext uri="{FF2B5EF4-FFF2-40B4-BE49-F238E27FC236}">
                      <a16:creationId xmlns:a16="http://schemas.microsoft.com/office/drawing/2014/main" id="{A85B8E16-183F-9ABF-AA3D-3FA4B69B24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26413" y="2148948"/>
                  <a:ext cx="350277" cy="203660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  <p:cxnSp>
              <p:nvCxnSpPr>
                <p:cNvPr id="23" name="Connecteur droit 22">
                  <a:extLst>
                    <a:ext uri="{FF2B5EF4-FFF2-40B4-BE49-F238E27FC236}">
                      <a16:creationId xmlns:a16="http://schemas.microsoft.com/office/drawing/2014/main" id="{7DE55D78-BA45-A789-AE00-BD0EB9436D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676900" y="1818819"/>
                  <a:ext cx="224593" cy="130584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  <p:cxnSp>
              <p:nvCxnSpPr>
                <p:cNvPr id="24" name="Connecteur droit 23">
                  <a:extLst>
                    <a:ext uri="{FF2B5EF4-FFF2-40B4-BE49-F238E27FC236}">
                      <a16:creationId xmlns:a16="http://schemas.microsoft.com/office/drawing/2014/main" id="{F5C68155-4C44-9175-5C2C-2B59CF0010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94666" y="2075134"/>
                  <a:ext cx="127204" cy="188340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  <p:cxnSp>
              <p:nvCxnSpPr>
                <p:cNvPr id="25" name="Connecteur droit 24">
                  <a:extLst>
                    <a:ext uri="{FF2B5EF4-FFF2-40B4-BE49-F238E27FC236}">
                      <a16:creationId xmlns:a16="http://schemas.microsoft.com/office/drawing/2014/main" id="{D4E5B1E7-D2E8-EF39-05EA-818E9AF9A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27140" y="1856779"/>
                  <a:ext cx="127204" cy="188340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</p:grpSp>
        </p:grp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73F074ED-8F7C-06CF-31A3-3D9CD7504393}"/>
                </a:ext>
              </a:extLst>
            </p:cNvPr>
            <p:cNvCxnSpPr>
              <a:cxnSpLocks/>
            </p:cNvCxnSpPr>
            <p:nvPr/>
          </p:nvCxnSpPr>
          <p:spPr>
            <a:xfrm>
              <a:off x="4812587" y="2444603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6FD10453-0867-09D7-0F71-F0879C30D4A0}"/>
                </a:ext>
              </a:extLst>
            </p:cNvPr>
            <p:cNvCxnSpPr>
              <a:cxnSpLocks/>
            </p:cNvCxnSpPr>
            <p:nvPr/>
          </p:nvCxnSpPr>
          <p:spPr>
            <a:xfrm>
              <a:off x="4812587" y="2955778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43040849-0177-B35E-5950-B12CD30F2B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91151" y="1336613"/>
              <a:ext cx="788749" cy="443431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34C6C4DA-50E6-F3AC-C92F-152B66A556E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9434" y="2343832"/>
              <a:ext cx="642085" cy="373325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9E719214-09E9-95C1-4D76-E46D7F3159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831" y="874856"/>
              <a:ext cx="0" cy="873240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BD9E744C-995B-C89B-675E-309736AD9624}"/>
                    </a:ext>
                  </a:extLst>
                </p:cNvPr>
                <p:cNvSpPr txBox="1"/>
                <p:nvPr/>
              </p:nvSpPr>
              <p:spPr>
                <a:xfrm>
                  <a:off x="6936212" y="2347556"/>
                  <a:ext cx="458074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kumimoji="0" lang="fr-FR" sz="11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BD9E744C-995B-C89B-675E-309736AD9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6212" y="2347556"/>
                  <a:ext cx="458074" cy="189860"/>
                </a:xfrm>
                <a:prstGeom prst="rect">
                  <a:avLst/>
                </a:prstGeom>
                <a:blipFill>
                  <a:blip r:embed="rId3"/>
                  <a:stretch>
                    <a:fillRect l="-6667" r="-2667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F811C9B4-3D99-CA08-4D69-FC71C97EEA6B}"/>
                    </a:ext>
                  </a:extLst>
                </p:cNvPr>
                <p:cNvSpPr txBox="1"/>
                <p:nvPr/>
              </p:nvSpPr>
              <p:spPr>
                <a:xfrm>
                  <a:off x="5510431" y="867810"/>
                  <a:ext cx="118879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F811C9B4-3D99-CA08-4D69-FC71C97EE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0431" y="867810"/>
                  <a:ext cx="118879" cy="189860"/>
                </a:xfrm>
                <a:prstGeom prst="rect">
                  <a:avLst/>
                </a:prstGeom>
                <a:blipFill>
                  <a:blip r:embed="rId4"/>
                  <a:stretch>
                    <a:fillRect l="-26316" t="-32258" r="-94737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6AC687B-9D4F-D828-E757-5DACAA6E2DD7}"/>
                    </a:ext>
                  </a:extLst>
                </p:cNvPr>
                <p:cNvSpPr txBox="1"/>
                <p:nvPr/>
              </p:nvSpPr>
              <p:spPr>
                <a:xfrm>
                  <a:off x="6614091" y="1199479"/>
                  <a:ext cx="120481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6AC687B-9D4F-D828-E757-5DACAA6E2D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4091" y="1199479"/>
                  <a:ext cx="120481" cy="189860"/>
                </a:xfrm>
                <a:prstGeom prst="rect">
                  <a:avLst/>
                </a:prstGeom>
                <a:blipFill>
                  <a:blip r:embed="rId5"/>
                  <a:stretch>
                    <a:fillRect l="-25000" r="-25000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4BDC41E1-0BFC-CBE6-A057-F14758CAA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93667" y="1185822"/>
              <a:ext cx="223471" cy="125634"/>
            </a:xfrm>
            <a:prstGeom prst="line">
              <a:avLst/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6A4EC271-52FB-CE57-5E1E-00F0A7320BF2}"/>
                    </a:ext>
                  </a:extLst>
                </p:cNvPr>
                <p:cNvSpPr txBox="1"/>
                <p:nvPr/>
              </p:nvSpPr>
              <p:spPr>
                <a:xfrm>
                  <a:off x="7512884" y="1294409"/>
                  <a:ext cx="15574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6A4EC271-52FB-CE57-5E1E-00F0A7320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2884" y="1294409"/>
                  <a:ext cx="155748" cy="189860"/>
                </a:xfrm>
                <a:prstGeom prst="rect">
                  <a:avLst/>
                </a:prstGeom>
                <a:blipFill>
                  <a:blip r:embed="rId6"/>
                  <a:stretch>
                    <a:fillRect l="-19231" r="-7692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26B286BE-7568-A073-2ACF-21AF5AA7E5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07820" y="960795"/>
              <a:ext cx="689933" cy="37585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169713F8-368B-9C6D-DB89-A84EAD875B6C}"/>
                    </a:ext>
                  </a:extLst>
                </p:cNvPr>
                <p:cNvSpPr txBox="1"/>
                <p:nvPr/>
              </p:nvSpPr>
              <p:spPr>
                <a:xfrm>
                  <a:off x="7901890" y="1345713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169713F8-368B-9C6D-DB89-A84EAD875B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1890" y="1345713"/>
                  <a:ext cx="179087" cy="189860"/>
                </a:xfrm>
                <a:prstGeom prst="rect">
                  <a:avLst/>
                </a:prstGeom>
                <a:blipFill>
                  <a:blip r:embed="rId7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52C29A9A-F2D8-A925-16F1-7B1431AB02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85667" y="912181"/>
              <a:ext cx="705767" cy="410351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44C35E7-7898-EEC5-EFBA-499F9EA22F24}"/>
                    </a:ext>
                  </a:extLst>
                </p:cNvPr>
                <p:cNvSpPr txBox="1"/>
                <p:nvPr/>
              </p:nvSpPr>
              <p:spPr>
                <a:xfrm>
                  <a:off x="8838794" y="86781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44C35E7-7898-EEC5-EFBA-499F9EA22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8794" y="867810"/>
                  <a:ext cx="182358" cy="189860"/>
                </a:xfrm>
                <a:prstGeom prst="rect">
                  <a:avLst/>
                </a:prstGeom>
                <a:blipFill>
                  <a:blip r:embed="rId8"/>
                  <a:stretch>
                    <a:fillRect l="-16667" r="-10000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CCB1795A-32DA-21EC-0EC9-964FD8A9C311}"/>
                    </a:ext>
                  </a:extLst>
                </p:cNvPr>
                <p:cNvSpPr txBox="1"/>
                <p:nvPr/>
              </p:nvSpPr>
              <p:spPr>
                <a:xfrm>
                  <a:off x="4068007" y="1809366"/>
                  <a:ext cx="177806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CCB1795A-32DA-21EC-0EC9-964FD8A9C3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8007" y="1809366"/>
                  <a:ext cx="177806" cy="169277"/>
                </a:xfrm>
                <a:prstGeom prst="rect">
                  <a:avLst/>
                </a:prstGeom>
                <a:blipFill>
                  <a:blip r:embed="rId9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AB1BB84F-C5AE-4400-2995-243C9FBF9234}"/>
                    </a:ext>
                  </a:extLst>
                </p:cNvPr>
                <p:cNvSpPr txBox="1"/>
                <p:nvPr/>
              </p:nvSpPr>
              <p:spPr>
                <a:xfrm>
                  <a:off x="6376013" y="487123"/>
                  <a:ext cx="177806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AB1BB84F-C5AE-4400-2995-243C9FBF9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6013" y="487123"/>
                  <a:ext cx="177806" cy="169277"/>
                </a:xfrm>
                <a:prstGeom prst="rect">
                  <a:avLst/>
                </a:prstGeom>
                <a:blipFill>
                  <a:blip r:embed="rId10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DCACAEF4-7849-082D-61AC-6C4E8D688DDA}"/>
                    </a:ext>
                  </a:extLst>
                </p:cNvPr>
                <p:cNvSpPr txBox="1"/>
                <p:nvPr/>
              </p:nvSpPr>
              <p:spPr>
                <a:xfrm>
                  <a:off x="6377895" y="1974402"/>
                  <a:ext cx="17895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C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C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C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fr-FR" sz="11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DCACAEF4-7849-082D-61AC-6C4E8D688D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7895" y="1974402"/>
                  <a:ext cx="178959" cy="169277"/>
                </a:xfrm>
                <a:prstGeom prst="rect">
                  <a:avLst/>
                </a:prstGeom>
                <a:blipFill>
                  <a:blip r:embed="rId11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D7FF01F8-6004-B184-E589-0696CAB52554}"/>
                    </a:ext>
                  </a:extLst>
                </p:cNvPr>
                <p:cNvSpPr txBox="1"/>
                <p:nvPr/>
              </p:nvSpPr>
              <p:spPr>
                <a:xfrm>
                  <a:off x="5379928" y="1642602"/>
                  <a:ext cx="17895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206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206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206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kumimoji="0" lang="fr-FR" sz="11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D7FF01F8-6004-B184-E589-0696CAB52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9928" y="1642602"/>
                  <a:ext cx="178959" cy="169277"/>
                </a:xfrm>
                <a:prstGeom prst="rect">
                  <a:avLst/>
                </a:prstGeom>
                <a:blipFill>
                  <a:blip r:embed="rId12"/>
                  <a:stretch>
                    <a:fillRect l="-16667" r="-6667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Connecteur droit 43">
              <a:extLst>
                <a:ext uri="{FF2B5EF4-FFF2-40B4-BE49-F238E27FC236}">
                  <a16:creationId xmlns:a16="http://schemas.microsoft.com/office/drawing/2014/main" id="{750D7035-E236-C13C-0112-8FBF365D3F07}"/>
                </a:ext>
              </a:extLst>
            </p:cNvPr>
            <p:cNvCxnSpPr>
              <a:cxnSpLocks/>
            </p:cNvCxnSpPr>
            <p:nvPr/>
          </p:nvCxnSpPr>
          <p:spPr>
            <a:xfrm>
              <a:off x="7195169" y="1642602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3C7F8A30-5EDB-1310-7E4C-2F873446C06A}"/>
                </a:ext>
              </a:extLst>
            </p:cNvPr>
            <p:cNvCxnSpPr>
              <a:cxnSpLocks/>
            </p:cNvCxnSpPr>
            <p:nvPr/>
          </p:nvCxnSpPr>
          <p:spPr>
            <a:xfrm>
              <a:off x="7201519" y="1198592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834BAF12-F3B7-BFCE-AAA2-70167DAE70D8}"/>
                    </a:ext>
                  </a:extLst>
                </p:cNvPr>
                <p:cNvSpPr txBox="1"/>
                <p:nvPr/>
              </p:nvSpPr>
              <p:spPr>
                <a:xfrm>
                  <a:off x="4536152" y="2629342"/>
                  <a:ext cx="181268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834BAF12-F3B7-BFCE-AAA2-70167DAE7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6152" y="2629342"/>
                  <a:ext cx="181268" cy="169277"/>
                </a:xfrm>
                <a:prstGeom prst="rect">
                  <a:avLst/>
                </a:prstGeom>
                <a:blipFill>
                  <a:blip r:embed="rId13"/>
                  <a:stretch>
                    <a:fillRect l="-16667" r="-6667" b="-222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8B3BA821-304C-4D1C-D8C0-4428577F2EC0}"/>
                    </a:ext>
                  </a:extLst>
                </p:cNvPr>
                <p:cNvSpPr txBox="1"/>
                <p:nvPr/>
              </p:nvSpPr>
              <p:spPr>
                <a:xfrm>
                  <a:off x="4808746" y="1938778"/>
                  <a:ext cx="173894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8B3BA821-304C-4D1C-D8C0-4428577F2E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8746" y="1938778"/>
                  <a:ext cx="173894" cy="169277"/>
                </a:xfrm>
                <a:prstGeom prst="rect">
                  <a:avLst/>
                </a:prstGeom>
                <a:blipFill>
                  <a:blip r:embed="rId14"/>
                  <a:stretch>
                    <a:fillRect l="-17857" r="-14286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A9BCA3-F78D-FA2F-5A4C-D295574353F8}"/>
                    </a:ext>
                  </a:extLst>
                </p:cNvPr>
                <p:cNvSpPr txBox="1"/>
                <p:nvPr/>
              </p:nvSpPr>
              <p:spPr>
                <a:xfrm>
                  <a:off x="7093649" y="644258"/>
                  <a:ext cx="173894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A9BCA3-F78D-FA2F-5A4C-D29557435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3649" y="644258"/>
                  <a:ext cx="173894" cy="169277"/>
                </a:xfrm>
                <a:prstGeom prst="rect">
                  <a:avLst/>
                </a:prstGeom>
                <a:blipFill>
                  <a:blip r:embed="rId15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8C3E8BC9-CB79-E404-6380-EE221DFBAEC1}"/>
                    </a:ext>
                  </a:extLst>
                </p:cNvPr>
                <p:cNvSpPr txBox="1"/>
                <p:nvPr/>
              </p:nvSpPr>
              <p:spPr>
                <a:xfrm>
                  <a:off x="6932201" y="1256971"/>
                  <a:ext cx="177100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8C3E8BC9-CB79-E404-6380-EE221DFBAE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2201" y="1256971"/>
                  <a:ext cx="177100" cy="169277"/>
                </a:xfrm>
                <a:prstGeom prst="rect">
                  <a:avLst/>
                </a:prstGeom>
                <a:blipFill>
                  <a:blip r:embed="rId16"/>
                  <a:stretch>
                    <a:fillRect l="-17241" r="-10345" b="-222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813B6257-857A-7041-B453-65926E716B41}"/>
                    </a:ext>
                  </a:extLst>
                </p:cNvPr>
                <p:cNvSpPr txBox="1"/>
                <p:nvPr/>
              </p:nvSpPr>
              <p:spPr>
                <a:xfrm>
                  <a:off x="7118227" y="181018"/>
                  <a:ext cx="173189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813B6257-857A-7041-B453-65926E71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8227" y="181018"/>
                  <a:ext cx="173189" cy="189860"/>
                </a:xfrm>
                <a:prstGeom prst="rect">
                  <a:avLst/>
                </a:prstGeom>
                <a:blipFill>
                  <a:blip r:embed="rId17"/>
                  <a:stretch>
                    <a:fillRect l="-17241" r="-6897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96F8DB6A-2253-3CAC-3DA2-585792A953D4}"/>
              </a:ext>
            </a:extLst>
          </p:cNvPr>
          <p:cNvGrpSpPr/>
          <p:nvPr/>
        </p:nvGrpSpPr>
        <p:grpSpPr>
          <a:xfrm>
            <a:off x="10617571" y="2312647"/>
            <a:ext cx="1497288" cy="1524235"/>
            <a:chOff x="509150" y="4628303"/>
            <a:chExt cx="1497288" cy="1524235"/>
          </a:xfrm>
        </p:grpSpPr>
        <p:grpSp>
          <p:nvGrpSpPr>
            <p:cNvPr id="54" name="Groupe 53">
              <a:extLst>
                <a:ext uri="{FF2B5EF4-FFF2-40B4-BE49-F238E27FC236}">
                  <a16:creationId xmlns:a16="http://schemas.microsoft.com/office/drawing/2014/main" id="{B8286699-933C-7C3E-E657-F666496645B0}"/>
                </a:ext>
              </a:extLst>
            </p:cNvPr>
            <p:cNvGrpSpPr/>
            <p:nvPr/>
          </p:nvGrpSpPr>
          <p:grpSpPr>
            <a:xfrm rot="20700000">
              <a:off x="945585" y="4791440"/>
              <a:ext cx="720000" cy="720000"/>
              <a:chOff x="1053532" y="4870045"/>
              <a:chExt cx="720000" cy="720000"/>
            </a:xfrm>
          </p:grpSpPr>
          <p:cxnSp>
            <p:nvCxnSpPr>
              <p:cNvPr id="66" name="Connecteur droit 65">
                <a:extLst>
                  <a:ext uri="{FF2B5EF4-FFF2-40B4-BE49-F238E27FC236}">
                    <a16:creationId xmlns:a16="http://schemas.microsoft.com/office/drawing/2014/main" id="{8E8B4D6A-C3E7-07DA-D624-39919E1FE1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A89E3681-1B36-EB04-9652-DFD2AE11E77F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05C2A4AA-E782-8A08-AD43-125DC0556ACB}"/>
                    </a:ext>
                  </a:extLst>
                </p:cNvPr>
                <p:cNvSpPr txBox="1"/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05C2A4AA-E782-8A08-AD43-125DC0556A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blipFill>
                  <a:blip r:embed="rId18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F3153144-0D07-7997-DD4B-09AF2D6DC5D8}"/>
                </a:ext>
              </a:extLst>
            </p:cNvPr>
            <p:cNvGrpSpPr/>
            <p:nvPr/>
          </p:nvGrpSpPr>
          <p:grpSpPr>
            <a:xfrm>
              <a:off x="1053532" y="4870045"/>
              <a:ext cx="720000" cy="720000"/>
              <a:chOff x="1053532" y="4870045"/>
              <a:chExt cx="720000" cy="720000"/>
            </a:xfrm>
          </p:grpSpPr>
          <p:cxnSp>
            <p:nvCxnSpPr>
              <p:cNvPr id="64" name="Connecteur droit 63">
                <a:extLst>
                  <a:ext uri="{FF2B5EF4-FFF2-40B4-BE49-F238E27FC236}">
                    <a16:creationId xmlns:a16="http://schemas.microsoft.com/office/drawing/2014/main" id="{8D6A19ED-4537-82B8-8DD2-6A6B6DFFD5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5" name="Connecteur droit 64">
                <a:extLst>
                  <a:ext uri="{FF2B5EF4-FFF2-40B4-BE49-F238E27FC236}">
                    <a16:creationId xmlns:a16="http://schemas.microsoft.com/office/drawing/2014/main" id="{71E5C922-5C30-0325-C3FD-E8C4D70964EF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2BB58091-4A1B-0262-2BD9-80797139B714}"/>
                </a:ext>
              </a:extLst>
            </p:cNvPr>
            <p:cNvSpPr/>
            <p:nvPr/>
          </p:nvSpPr>
          <p:spPr>
            <a:xfrm>
              <a:off x="1000774" y="5533928"/>
              <a:ext cx="108000" cy="10800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4C506202-9A0A-4885-2ADF-8AA6F41A7E0D}"/>
                </a:ext>
              </a:extLst>
            </p:cNvPr>
            <p:cNvSpPr/>
            <p:nvPr/>
          </p:nvSpPr>
          <p:spPr>
            <a:xfrm>
              <a:off x="1036774" y="5569928"/>
              <a:ext cx="36000" cy="36000"/>
            </a:xfrm>
            <a:prstGeom prst="ellipse">
              <a:avLst/>
            </a:prstGeom>
            <a:solidFill>
              <a:srgbClr val="002060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74160F79-1561-A088-F356-58503BC8DCD0}"/>
                    </a:ext>
                  </a:extLst>
                </p:cNvPr>
                <p:cNvSpPr txBox="1"/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74160F79-1561-A088-F356-58503BC8D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blipFill>
                  <a:blip r:embed="rId19"/>
                  <a:stretch>
                    <a:fillRect l="-19231" r="-7692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7C7414FA-1579-5885-60F5-44CE6CBAAF84}"/>
                    </a:ext>
                  </a:extLst>
                </p:cNvPr>
                <p:cNvSpPr txBox="1"/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7C7414FA-1579-5885-60F5-44CE6CBAA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blipFill>
                  <a:blip r:embed="rId20"/>
                  <a:stretch>
                    <a:fillRect l="-16667" r="-10000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E2AA123-0753-8E41-81F2-E68DBF22C442}"/>
                    </a:ext>
                  </a:extLst>
                </p:cNvPr>
                <p:cNvSpPr txBox="1"/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E2AA123-0753-8E41-81F2-E68DBF22C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blipFill>
                  <a:blip r:embed="rId21"/>
                  <a:stretch>
                    <a:fillRect l="-19231" r="-11538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F62C0995-3724-0CD6-2E71-B80899A290E8}"/>
                </a:ext>
              </a:extLst>
            </p:cNvPr>
            <p:cNvSpPr/>
            <p:nvPr/>
          </p:nvSpPr>
          <p:spPr>
            <a:xfrm>
              <a:off x="509150" y="5042440"/>
              <a:ext cx="1110098" cy="1110098"/>
            </a:xfrm>
            <a:prstGeom prst="arc">
              <a:avLst>
                <a:gd name="adj1" fmla="val 20633020"/>
                <a:gd name="adj2" fmla="val 0"/>
              </a:avLst>
            </a:prstGeom>
            <a:noFill/>
            <a:ln w="12700" cap="flat" cmpd="sng" algn="ctr">
              <a:solidFill>
                <a:srgbClr val="002060"/>
              </a:solidFill>
              <a:prstDash val="solid"/>
              <a:miter lim="800000"/>
              <a:headEnd type="stealth" w="sm" len="med"/>
              <a:tailEnd type="non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095D9A-3490-62DD-3402-728F6BCFAC2E}"/>
                    </a:ext>
                  </a:extLst>
                </p:cNvPr>
                <p:cNvSpPr txBox="1"/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095D9A-3490-62DD-3402-728F6BCFA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blipFill>
                  <a:blip r:embed="rId22"/>
                  <a:stretch>
                    <a:fillRect l="-28571" r="-14286" b="-4074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83744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8DC39-9229-3DBC-74A3-699986EFF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9AC4118-35DA-3E0A-03D4-6B469C81B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25A4D41A-107B-F03A-F0AF-23C215B1CB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</p:spPr>
            <p:txBody>
              <a:bodyPr>
                <a:normAutofit fontScale="85000" lnSpcReduction="20000"/>
              </a:bodyPr>
              <a:lstStyle/>
              <a:p>
                <a:endParaRPr lang="fr-FR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/>
                    </m:sSub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A</m:t>
                                      </m:r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  <m:func>
                                    <m:func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e>
                              </m:func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r>
                  <a:rPr lang="fr-FR" dirty="0">
                    <a:ea typeface="Cambria Math" panose="02040503050406030204" pitchFamily="18" charset="0"/>
                  </a:rPr>
                  <a:t>Or,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endParaRPr lang="fr-FR" dirty="0">
                  <a:ea typeface="Cambria Math" panose="02040503050406030204" pitchFamily="18" charset="0"/>
                </a:endParaRPr>
              </a:p>
              <a:p>
                <a:endParaRPr lang="fr-FR" dirty="0"/>
              </a:p>
            </p:txBody>
          </p:sp>
        </mc:Choice>
        <mc:Fallback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25A4D41A-107B-F03A-F0AF-23C215B1CB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  <a:blipFill>
                <a:blip r:embed="rId2"/>
                <a:stretch>
                  <a:fillRect l="-1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e 52">
            <a:extLst>
              <a:ext uri="{FF2B5EF4-FFF2-40B4-BE49-F238E27FC236}">
                <a16:creationId xmlns:a16="http://schemas.microsoft.com/office/drawing/2014/main" id="{EDD5D005-821F-7ECD-8F90-3A77103120A0}"/>
              </a:ext>
            </a:extLst>
          </p:cNvPr>
          <p:cNvGrpSpPr/>
          <p:nvPr/>
        </p:nvGrpSpPr>
        <p:grpSpPr>
          <a:xfrm>
            <a:off x="10617571" y="2312647"/>
            <a:ext cx="1497288" cy="1524235"/>
            <a:chOff x="509150" y="4628303"/>
            <a:chExt cx="1497288" cy="1524235"/>
          </a:xfrm>
        </p:grpSpPr>
        <p:grpSp>
          <p:nvGrpSpPr>
            <p:cNvPr id="54" name="Groupe 53">
              <a:extLst>
                <a:ext uri="{FF2B5EF4-FFF2-40B4-BE49-F238E27FC236}">
                  <a16:creationId xmlns:a16="http://schemas.microsoft.com/office/drawing/2014/main" id="{72D43549-A765-A2FF-8B5D-677B5E467EF6}"/>
                </a:ext>
              </a:extLst>
            </p:cNvPr>
            <p:cNvGrpSpPr/>
            <p:nvPr/>
          </p:nvGrpSpPr>
          <p:grpSpPr>
            <a:xfrm rot="20700000">
              <a:off x="945585" y="4791440"/>
              <a:ext cx="720000" cy="720000"/>
              <a:chOff x="1053532" y="4870045"/>
              <a:chExt cx="720000" cy="720000"/>
            </a:xfrm>
          </p:grpSpPr>
          <p:cxnSp>
            <p:nvCxnSpPr>
              <p:cNvPr id="66" name="Connecteur droit 65">
                <a:extLst>
                  <a:ext uri="{FF2B5EF4-FFF2-40B4-BE49-F238E27FC236}">
                    <a16:creationId xmlns:a16="http://schemas.microsoft.com/office/drawing/2014/main" id="{688DDAFB-048C-C6FD-703F-AAE5A092D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8E2DAC78-25E7-0C71-E87A-4AE8EB3511C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AB6E3438-76EB-D0DF-FD5D-35F167959E1C}"/>
                    </a:ext>
                  </a:extLst>
                </p:cNvPr>
                <p:cNvSpPr txBox="1"/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AB6E3438-76EB-D0DF-FD5D-35F167959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blipFill>
                  <a:blip r:embed="rId3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A933B3B7-7C44-A612-D0CE-B69B9EFC7EDF}"/>
                </a:ext>
              </a:extLst>
            </p:cNvPr>
            <p:cNvGrpSpPr/>
            <p:nvPr/>
          </p:nvGrpSpPr>
          <p:grpSpPr>
            <a:xfrm>
              <a:off x="1053532" y="4870045"/>
              <a:ext cx="720000" cy="720000"/>
              <a:chOff x="1053532" y="4870045"/>
              <a:chExt cx="720000" cy="720000"/>
            </a:xfrm>
          </p:grpSpPr>
          <p:cxnSp>
            <p:nvCxnSpPr>
              <p:cNvPr id="64" name="Connecteur droit 63">
                <a:extLst>
                  <a:ext uri="{FF2B5EF4-FFF2-40B4-BE49-F238E27FC236}">
                    <a16:creationId xmlns:a16="http://schemas.microsoft.com/office/drawing/2014/main" id="{BAFF6099-0BD2-7577-36EC-D7B915A8D9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5" name="Connecteur droit 64">
                <a:extLst>
                  <a:ext uri="{FF2B5EF4-FFF2-40B4-BE49-F238E27FC236}">
                    <a16:creationId xmlns:a16="http://schemas.microsoft.com/office/drawing/2014/main" id="{95386FE4-BD5C-C8F8-15C3-AAB928AC894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A9175DE7-136A-B3CD-0914-5724BF2401B1}"/>
                </a:ext>
              </a:extLst>
            </p:cNvPr>
            <p:cNvSpPr/>
            <p:nvPr/>
          </p:nvSpPr>
          <p:spPr>
            <a:xfrm>
              <a:off x="1000774" y="5533928"/>
              <a:ext cx="108000" cy="10800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E81CF91A-D97C-149B-751F-5B3C23242280}"/>
                </a:ext>
              </a:extLst>
            </p:cNvPr>
            <p:cNvSpPr/>
            <p:nvPr/>
          </p:nvSpPr>
          <p:spPr>
            <a:xfrm>
              <a:off x="1036774" y="5569928"/>
              <a:ext cx="36000" cy="36000"/>
            </a:xfrm>
            <a:prstGeom prst="ellipse">
              <a:avLst/>
            </a:prstGeom>
            <a:solidFill>
              <a:srgbClr val="002060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009EB0C7-8CB9-7674-A8E8-BD90ACD9D835}"/>
                    </a:ext>
                  </a:extLst>
                </p:cNvPr>
                <p:cNvSpPr txBox="1"/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009EB0C7-8CB9-7674-A8E8-BD90ACD9D8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blipFill>
                  <a:blip r:embed="rId4"/>
                  <a:stretch>
                    <a:fillRect l="-19231" r="-7692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C101C66B-E0EE-E9D5-895D-53C91BA39128}"/>
                    </a:ext>
                  </a:extLst>
                </p:cNvPr>
                <p:cNvSpPr txBox="1"/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C101C66B-E0EE-E9D5-895D-53C91BA391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blipFill>
                  <a:blip r:embed="rId5"/>
                  <a:stretch>
                    <a:fillRect l="-16667" r="-10000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57B307D-1282-EC9B-F73C-2AD0B4FE55C4}"/>
                    </a:ext>
                  </a:extLst>
                </p:cNvPr>
                <p:cNvSpPr txBox="1"/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57B307D-1282-EC9B-F73C-2AD0B4FE5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blipFill>
                  <a:blip r:embed="rId6"/>
                  <a:stretch>
                    <a:fillRect l="-19231" r="-11538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9395252C-99AA-F7C2-3CC3-0B11203D2A2D}"/>
                </a:ext>
              </a:extLst>
            </p:cNvPr>
            <p:cNvSpPr/>
            <p:nvPr/>
          </p:nvSpPr>
          <p:spPr>
            <a:xfrm>
              <a:off x="509150" y="5042440"/>
              <a:ext cx="1110098" cy="1110098"/>
            </a:xfrm>
            <a:prstGeom prst="arc">
              <a:avLst>
                <a:gd name="adj1" fmla="val 20633020"/>
                <a:gd name="adj2" fmla="val 0"/>
              </a:avLst>
            </a:prstGeom>
            <a:noFill/>
            <a:ln w="12700" cap="flat" cmpd="sng" algn="ctr">
              <a:solidFill>
                <a:srgbClr val="002060"/>
              </a:solidFill>
              <a:prstDash val="solid"/>
              <a:miter lim="800000"/>
              <a:headEnd type="stealth" w="sm" len="med"/>
              <a:tailEnd type="non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149BA2-BB73-47CD-1E78-9746A9C87FA4}"/>
                    </a:ext>
                  </a:extLst>
                </p:cNvPr>
                <p:cNvSpPr txBox="1"/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149BA2-BB73-47CD-1E78-9746A9C87F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blipFill>
                  <a:blip r:embed="rId7"/>
                  <a:stretch>
                    <a:fillRect l="-28571" r="-14286" b="-4074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50822868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231</Words>
  <Application>Microsoft Office PowerPoint</Application>
  <PresentationFormat>Grand écran</PresentationFormat>
  <Paragraphs>77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Arial Nova</vt:lpstr>
      <vt:lpstr>Calibri</vt:lpstr>
      <vt:lpstr>Calibri Light</vt:lpstr>
      <vt:lpstr>Cambria Math</vt:lpstr>
      <vt:lpstr>Wingdings</vt:lpstr>
      <vt:lpstr>Rétrospective</vt:lpstr>
      <vt:lpstr>Drone D2C</vt:lpstr>
      <vt:lpstr>Présentation PowerPoint</vt:lpstr>
      <vt:lpstr>02 Chaîne fonctionnelle</vt:lpstr>
      <vt:lpstr>Chaine fonctionnelle du Control’X</vt:lpstr>
      <vt:lpstr>05 Résolution Cinématique</vt:lpstr>
      <vt:lpstr>09 Dimensionnement actionneur dynamique</vt:lpstr>
      <vt:lpstr>Dynamique &amp;  Commande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52</cp:revision>
  <dcterms:created xsi:type="dcterms:W3CDTF">2023-03-22T10:05:05Z</dcterms:created>
  <dcterms:modified xsi:type="dcterms:W3CDTF">2025-11-13T21:25:00Z</dcterms:modified>
</cp:coreProperties>
</file>